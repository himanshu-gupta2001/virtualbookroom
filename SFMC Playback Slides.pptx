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530_BD20F4FD.xml" ContentType="application/vnd.ms-powerpoint.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534_DB6FE6E6.xml" ContentType="application/vnd.ms-powerpoint.comments+xml"/>
  <Override PartName="/ppt/notesSlides/notesSlide31.xml" ContentType="application/vnd.openxmlformats-officedocument.presentationml.notesSlide+xml"/>
  <Override PartName="/ppt/comments/modernComment_535_6EA4EEB2.xml" ContentType="application/vnd.ms-powerpoint.comments+xml"/>
  <Override PartName="/ppt/notesSlides/notesSlide32.xml" ContentType="application/vnd.openxmlformats-officedocument.presentationml.notesSlide+xml"/>
  <Override PartName="/ppt/comments/modernComment_532_66F11F67.xml" ContentType="application/vnd.ms-powerpoint.comments+xml"/>
  <Override PartName="/ppt/notesSlides/notesSlide33.xml" ContentType="application/vnd.openxmlformats-officedocument.presentationml.notesSlide+xml"/>
  <Override PartName="/ppt/comments/modernComment_536_CFBCB5EA.xml" ContentType="application/vnd.ms-powerpoint.comment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55"/>
  </p:notesMasterIdLst>
  <p:handoutMasterIdLst>
    <p:handoutMasterId r:id="rId56"/>
  </p:handoutMasterIdLst>
  <p:sldIdLst>
    <p:sldId id="484" r:id="rId5"/>
    <p:sldId id="1173" r:id="rId6"/>
    <p:sldId id="1182" r:id="rId7"/>
    <p:sldId id="1186" r:id="rId8"/>
    <p:sldId id="1285" r:id="rId9"/>
    <p:sldId id="1286" r:id="rId10"/>
    <p:sldId id="1297" r:id="rId11"/>
    <p:sldId id="1287" r:id="rId12"/>
    <p:sldId id="1288" r:id="rId13"/>
    <p:sldId id="1284" r:id="rId14"/>
    <p:sldId id="1320" r:id="rId15"/>
    <p:sldId id="1325" r:id="rId16"/>
    <p:sldId id="259" r:id="rId17"/>
    <p:sldId id="1291" r:id="rId18"/>
    <p:sldId id="1321" r:id="rId19"/>
    <p:sldId id="1322" r:id="rId20"/>
    <p:sldId id="1323" r:id="rId21"/>
    <p:sldId id="1324" r:id="rId22"/>
    <p:sldId id="1318" r:id="rId23"/>
    <p:sldId id="1293" r:id="rId24"/>
    <p:sldId id="1294" r:id="rId25"/>
    <p:sldId id="1326" r:id="rId26"/>
    <p:sldId id="1302" r:id="rId27"/>
    <p:sldId id="1303" r:id="rId28"/>
    <p:sldId id="1304" r:id="rId29"/>
    <p:sldId id="1305" r:id="rId30"/>
    <p:sldId id="1295" r:id="rId31"/>
    <p:sldId id="1296" r:id="rId32"/>
    <p:sldId id="1312" r:id="rId33"/>
    <p:sldId id="1313" r:id="rId34"/>
    <p:sldId id="1306" r:id="rId35"/>
    <p:sldId id="1307" r:id="rId36"/>
    <p:sldId id="1314" r:id="rId37"/>
    <p:sldId id="1308" r:id="rId38"/>
    <p:sldId id="1309" r:id="rId39"/>
    <p:sldId id="1310" r:id="rId40"/>
    <p:sldId id="1311" r:id="rId41"/>
    <p:sldId id="1327" r:id="rId42"/>
    <p:sldId id="1328" r:id="rId43"/>
    <p:sldId id="1331" r:id="rId44"/>
    <p:sldId id="1332" r:id="rId45"/>
    <p:sldId id="1333" r:id="rId46"/>
    <p:sldId id="1329" r:id="rId47"/>
    <p:sldId id="1330" r:id="rId48"/>
    <p:sldId id="1334" r:id="rId49"/>
    <p:sldId id="1337" r:id="rId50"/>
    <p:sldId id="1335" r:id="rId51"/>
    <p:sldId id="1336" r:id="rId52"/>
    <p:sldId id="1058" r:id="rId53"/>
    <p:sldId id="1283" r:id="rId54"/>
  </p:sldIdLst>
  <p:sldSz cx="12192000" cy="6858000"/>
  <p:notesSz cx="6858000" cy="9144000"/>
  <p:embeddedFontLst>
    <p:embeddedFont>
      <p:font typeface="Aptos Narrow" panose="020B0604020202020204" charset="0"/>
      <p:regular r:id="rId57"/>
      <p:bold r:id="rId58"/>
      <p:italic r:id="rId59"/>
      <p:boldItalic r:id="rId60"/>
    </p:embeddedFont>
    <p:embeddedFont>
      <p:font typeface="KPMG Bold" panose="020B0604020202020204" charset="0"/>
      <p:bold r:id="rId61"/>
      <p:boldItalic r:id="rId62"/>
    </p:embeddedFont>
    <p:embeddedFont>
      <p:font typeface="Segoe UI" panose="020B0502040204020203" pitchFamily="34" charset="0"/>
      <p:regular r:id="rId63"/>
      <p:bold r:id="rId64"/>
      <p:italic r:id="rId65"/>
      <p:boldItalic r:id="rId66"/>
    </p:embeddedFont>
  </p:embeddedFontLst>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F95B05E-A33B-974D-283F-4DFAE658ABFF}" name="Gupta, Amit" initials="GA" userId="S::amitgupta30@kpmg.com::1813f395-15ba-483b-a93c-fff9b1d171b2" providerId="AD"/>
  <p188:author id="{1740C06D-8B12-7DB8-6AEE-6791A5CD5C84}" name="Cordingley, Russ" initials="RC" userId="S::rcordingley@kpmg.com::ca63eab7-8259-4e34-b8eb-024af8e30be0" providerId="AD"/>
  <p188:author id="{A1E3B7AC-6A45-2162-E985-633479EF9A50}" name="Baker, Cuc" initials="CB" userId="S::cucbaker@kpmg.com::3687229f-5a83-46ad-b76a-37fe49715321" providerId="AD"/>
  <p188:author id="{95AB2BC0-C04A-644B-2092-490149DEFE5A}" name="Gupta, Himanshu" initials="GH" userId="S::hgupta21@kpmg.com::4a1f1fd5-136f-4c94-bb77-8fffde2b2982" providerId="AD"/>
  <p188:author id="{5D3150DE-F7AD-443E-31B1-C81F81E3DE30}" name="Bharadwaj, Anirudh Ganesh" initials="" userId="S::anirudhganeshbharadw@kpmg.com::dd0e3317-5b21-41a3-a1c0-75362d945c56" providerId="AD"/>
  <p188:author id="{34CFE3F9-CD75-DA0D-E5AA-B188CA01907C}" name="Nandini, Ramakrishnan" initials="" userId="S::rnandini@kpmg.com::20856828-ebac-4b3b-b905-20ee9666f1f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9E2"/>
    <a:srgbClr val="111111"/>
    <a:srgbClr val="333333"/>
    <a:srgbClr val="21E701"/>
    <a:srgbClr val="380C7F"/>
    <a:srgbClr val="00338D"/>
    <a:srgbClr val="63EBDA"/>
    <a:srgbClr val="ACEAFF"/>
    <a:srgbClr val="E5E5E5"/>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915F4D-C571-F5CE-0EF5-206FC87C6931}" v="447" dt="2026-08-19T19:04:51.334"/>
    <p1510:client id="{4E9FFD1B-07F4-4E25-844B-86234EE2B5C7}" v="459" dt="2026-08-19T20:46:23.931"/>
    <p1510:client id="{9BA1EAEC-A93A-FC91-B9CB-0164B9A65BD7}" v="162" dt="2026-08-19T20:41:58.358"/>
    <p1510:client id="{E1480EDF-081D-4C13-AE29-A4708B77AD9C}" v="1758" dt="2026-08-19T21:53:57.1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7.fntdata"/><Relationship Id="rId6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2.fntdata"/><Relationship Id="rId66" Type="http://schemas.openxmlformats.org/officeDocument/2006/relationships/font" Target="fonts/font10.fntdata"/><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64" Type="http://schemas.openxmlformats.org/officeDocument/2006/relationships/font" Target="fonts/font8.fntdata"/><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3.fntdata"/><Relationship Id="rId67"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6.fntdata"/><Relationship Id="rId70" Type="http://schemas.openxmlformats.org/officeDocument/2006/relationships/viewProps" Target="viewProps.xml"/><Relationship Id="rId75"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4.fntdata"/><Relationship Id="rId65" Type="http://schemas.openxmlformats.org/officeDocument/2006/relationships/font" Target="fonts/font9.fntdata"/><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notesMaster" Target="notesMasters/notesMaster1.xml"/><Relationship Id="rId7" Type="http://schemas.openxmlformats.org/officeDocument/2006/relationships/slide" Target="slides/slide3.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rr, Nathalie" userId="S::nathaliestarr@kpmg.com::ad4a74ff-d416-46be-9315-e1900627119a" providerId="AD" clId="Web-{9BA1EAEC-A93A-FC91-B9CB-0164B9A65BD7}"/>
    <pc:docChg chg="modSld">
      <pc:chgData name="Starr, Nathalie" userId="S::nathaliestarr@kpmg.com::ad4a74ff-d416-46be-9315-e1900627119a" providerId="AD" clId="Web-{9BA1EAEC-A93A-FC91-B9CB-0164B9A65BD7}" dt="2026-08-19T20:41:58.358" v="161" actId="1076"/>
      <pc:docMkLst>
        <pc:docMk/>
      </pc:docMkLst>
      <pc:sldChg chg="addSp delSp modSp">
        <pc:chgData name="Starr, Nathalie" userId="S::nathaliestarr@kpmg.com::ad4a74ff-d416-46be-9315-e1900627119a" providerId="AD" clId="Web-{9BA1EAEC-A93A-FC91-B9CB-0164B9A65BD7}" dt="2026-08-19T20:40:48.936" v="158" actId="14100"/>
        <pc:sldMkLst>
          <pc:docMk/>
          <pc:sldMk cId="748381103" sldId="1186"/>
        </pc:sldMkLst>
        <pc:spChg chg="mod modVis">
          <ac:chgData name="Starr, Nathalie" userId="S::nathaliestarr@kpmg.com::ad4a74ff-d416-46be-9315-e1900627119a" providerId="AD" clId="Web-{9BA1EAEC-A93A-FC91-B9CB-0164B9A65BD7}" dt="2026-08-19T20:32:19.107" v="81"/>
          <ac:spMkLst>
            <pc:docMk/>
            <pc:sldMk cId="748381103" sldId="1186"/>
            <ac:spMk id="7" creationId="{3896E8D1-9254-6F71-48B6-C7DE6F7930A9}"/>
          </ac:spMkLst>
        </pc:spChg>
        <pc:spChg chg="del mod modVis">
          <ac:chgData name="Starr, Nathalie" userId="S::nathaliestarr@kpmg.com::ad4a74ff-d416-46be-9315-e1900627119a" providerId="AD" clId="Web-{9BA1EAEC-A93A-FC91-B9CB-0164B9A65BD7}" dt="2026-08-19T20:37:05.357" v="134"/>
          <ac:spMkLst>
            <pc:docMk/>
            <pc:sldMk cId="748381103" sldId="1186"/>
            <ac:spMk id="8" creationId="{2903E10B-EF04-CDB9-52F8-DDD3DAEC3D45}"/>
          </ac:spMkLst>
        </pc:spChg>
        <pc:spChg chg="mod modVis">
          <ac:chgData name="Starr, Nathalie" userId="S::nathaliestarr@kpmg.com::ad4a74ff-d416-46be-9315-e1900627119a" providerId="AD" clId="Web-{9BA1EAEC-A93A-FC91-B9CB-0164B9A65BD7}" dt="2026-08-19T20:32:19.091" v="79"/>
          <ac:spMkLst>
            <pc:docMk/>
            <pc:sldMk cId="748381103" sldId="1186"/>
            <ac:spMk id="10" creationId="{228ADBED-A2B1-5E44-A4CB-DD2947D22872}"/>
          </ac:spMkLst>
        </pc:spChg>
        <pc:spChg chg="mod modVis">
          <ac:chgData name="Starr, Nathalie" userId="S::nathaliestarr@kpmg.com::ad4a74ff-d416-46be-9315-e1900627119a" providerId="AD" clId="Web-{9BA1EAEC-A93A-FC91-B9CB-0164B9A65BD7}" dt="2026-08-19T20:37:28.232" v="135" actId="1076"/>
          <ac:spMkLst>
            <pc:docMk/>
            <pc:sldMk cId="748381103" sldId="1186"/>
            <ac:spMk id="28" creationId="{2D1F992D-8A25-86FA-ED2F-C4497562B6A6}"/>
          </ac:spMkLst>
        </pc:spChg>
        <pc:spChg chg="mod modVis">
          <ac:chgData name="Starr, Nathalie" userId="S::nathaliestarr@kpmg.com::ad4a74ff-d416-46be-9315-e1900627119a" providerId="AD" clId="Web-{9BA1EAEC-A93A-FC91-B9CB-0164B9A65BD7}" dt="2026-08-19T20:37:28.264" v="136" actId="1076"/>
          <ac:spMkLst>
            <pc:docMk/>
            <pc:sldMk cId="748381103" sldId="1186"/>
            <ac:spMk id="30" creationId="{DA614EFB-913B-E056-FC67-F0FD42E2DF08}"/>
          </ac:spMkLst>
        </pc:spChg>
        <pc:spChg chg="mod modVis">
          <ac:chgData name="Starr, Nathalie" userId="S::nathaliestarr@kpmg.com::ad4a74ff-d416-46be-9315-e1900627119a" providerId="AD" clId="Web-{9BA1EAEC-A93A-FC91-B9CB-0164B9A65BD7}" dt="2026-08-19T20:37:28.310" v="137" actId="1076"/>
          <ac:spMkLst>
            <pc:docMk/>
            <pc:sldMk cId="748381103" sldId="1186"/>
            <ac:spMk id="32" creationId="{B35ABC80-9FCE-57FB-8FB7-089D151A7206}"/>
          </ac:spMkLst>
        </pc:spChg>
        <pc:spChg chg="mod modVis">
          <ac:chgData name="Starr, Nathalie" userId="S::nathaliestarr@kpmg.com::ad4a74ff-d416-46be-9315-e1900627119a" providerId="AD" clId="Web-{9BA1EAEC-A93A-FC91-B9CB-0164B9A65BD7}" dt="2026-08-19T20:37:28.342" v="138" actId="1076"/>
          <ac:spMkLst>
            <pc:docMk/>
            <pc:sldMk cId="748381103" sldId="1186"/>
            <ac:spMk id="34" creationId="{BA5E34ED-5766-F479-5CD8-6FF17B5F2115}"/>
          </ac:spMkLst>
        </pc:spChg>
        <pc:spChg chg="mod modVis">
          <ac:chgData name="Starr, Nathalie" userId="S::nathaliestarr@kpmg.com::ad4a74ff-d416-46be-9315-e1900627119a" providerId="AD" clId="Web-{9BA1EAEC-A93A-FC91-B9CB-0164B9A65BD7}" dt="2026-08-19T20:37:28.389" v="139" actId="1076"/>
          <ac:spMkLst>
            <pc:docMk/>
            <pc:sldMk cId="748381103" sldId="1186"/>
            <ac:spMk id="36" creationId="{0F979E19-8B83-1F96-250F-0446BE9222E2}"/>
          </ac:spMkLst>
        </pc:spChg>
        <pc:spChg chg="mod modVis">
          <ac:chgData name="Starr, Nathalie" userId="S::nathaliestarr@kpmg.com::ad4a74ff-d416-46be-9315-e1900627119a" providerId="AD" clId="Web-{9BA1EAEC-A93A-FC91-B9CB-0164B9A65BD7}" dt="2026-08-19T20:37:28.420" v="140" actId="1076"/>
          <ac:spMkLst>
            <pc:docMk/>
            <pc:sldMk cId="748381103" sldId="1186"/>
            <ac:spMk id="38" creationId="{700A26C2-C4A2-E118-A10D-FA1273C9E048}"/>
          </ac:spMkLst>
        </pc:spChg>
        <pc:spChg chg="mod modVis">
          <ac:chgData name="Starr, Nathalie" userId="S::nathaliestarr@kpmg.com::ad4a74ff-d416-46be-9315-e1900627119a" providerId="AD" clId="Web-{9BA1EAEC-A93A-FC91-B9CB-0164B9A65BD7}" dt="2026-08-19T20:37:28.467" v="141" actId="1076"/>
          <ac:spMkLst>
            <pc:docMk/>
            <pc:sldMk cId="748381103" sldId="1186"/>
            <ac:spMk id="40" creationId="{C1616FD8-2911-CBBD-C5B9-985D13B76046}"/>
          </ac:spMkLst>
        </pc:spChg>
        <pc:graphicFrameChg chg="mod modVis">
          <ac:chgData name="Starr, Nathalie" userId="S::nathaliestarr@kpmg.com::ad4a74ff-d416-46be-9315-e1900627119a" providerId="AD" clId="Web-{9BA1EAEC-A93A-FC91-B9CB-0164B9A65BD7}" dt="2026-08-19T20:32:19.216" v="89"/>
          <ac:graphicFrameMkLst>
            <pc:docMk/>
            <pc:sldMk cId="748381103" sldId="1186"/>
            <ac:graphicFrameMk id="63" creationId="{7F2672F7-ADB6-7373-9699-5060B678DB1A}"/>
          </ac:graphicFrameMkLst>
        </pc:graphicFrameChg>
        <pc:cxnChg chg="add del mod">
          <ac:chgData name="Starr, Nathalie" userId="S::nathaliestarr@kpmg.com::ad4a74ff-d416-46be-9315-e1900627119a" providerId="AD" clId="Web-{9BA1EAEC-A93A-FC91-B9CB-0164B9A65BD7}" dt="2026-08-19T20:30:41.106" v="62"/>
          <ac:cxnSpMkLst>
            <pc:docMk/>
            <pc:sldMk cId="748381103" sldId="1186"/>
            <ac:cxnSpMk id="2" creationId="{E00A1A28-E9F7-42F8-D43C-C991FE410675}"/>
          </ac:cxnSpMkLst>
        </pc:cxnChg>
        <pc:cxnChg chg="add del mod modVis">
          <ac:chgData name="Starr, Nathalie" userId="S::nathaliestarr@kpmg.com::ad4a74ff-d416-46be-9315-e1900627119a" providerId="AD" clId="Web-{9BA1EAEC-A93A-FC91-B9CB-0164B9A65BD7}" dt="2026-08-19T20:33:03.013" v="91"/>
          <ac:cxnSpMkLst>
            <pc:docMk/>
            <pc:sldMk cId="748381103" sldId="1186"/>
            <ac:cxnSpMk id="3" creationId="{3544FD8B-071F-3A0A-9988-4364FDF62590}"/>
          </ac:cxnSpMkLst>
        </pc:cxnChg>
        <pc:cxnChg chg="add del mod">
          <ac:chgData name="Starr, Nathalie" userId="S::nathaliestarr@kpmg.com::ad4a74ff-d416-46be-9315-e1900627119a" providerId="AD" clId="Web-{9BA1EAEC-A93A-FC91-B9CB-0164B9A65BD7}" dt="2026-08-19T20:39:39.389" v="155"/>
          <ac:cxnSpMkLst>
            <pc:docMk/>
            <pc:sldMk cId="748381103" sldId="1186"/>
            <ac:cxnSpMk id="4" creationId="{40B4BA8B-BE2E-305E-4A99-C475858824DB}"/>
          </ac:cxnSpMkLst>
        </pc:cxnChg>
        <pc:cxnChg chg="add mod">
          <ac:chgData name="Starr, Nathalie" userId="S::nathaliestarr@kpmg.com::ad4a74ff-d416-46be-9315-e1900627119a" providerId="AD" clId="Web-{9BA1EAEC-A93A-FC91-B9CB-0164B9A65BD7}" dt="2026-08-19T20:40:48.936" v="158" actId="14100"/>
          <ac:cxnSpMkLst>
            <pc:docMk/>
            <pc:sldMk cId="748381103" sldId="1186"/>
            <ac:cxnSpMk id="5" creationId="{A74BA91A-3C0D-101D-4F04-35708DB6C1F6}"/>
          </ac:cxnSpMkLst>
        </pc:cxnChg>
        <pc:cxnChg chg="del mod">
          <ac:chgData name="Starr, Nathalie" userId="S::nathaliestarr@kpmg.com::ad4a74ff-d416-46be-9315-e1900627119a" providerId="AD" clId="Web-{9BA1EAEC-A93A-FC91-B9CB-0164B9A65BD7}" dt="2026-08-19T20:28:19.559" v="47"/>
          <ac:cxnSpMkLst>
            <pc:docMk/>
            <pc:sldMk cId="748381103" sldId="1186"/>
            <ac:cxnSpMk id="42" creationId="{85ABD6F8-0D92-2F14-B535-3EDD11B87773}"/>
          </ac:cxnSpMkLst>
        </pc:cxnChg>
        <pc:cxnChg chg="del mod">
          <ac:chgData name="Starr, Nathalie" userId="S::nathaliestarr@kpmg.com::ad4a74ff-d416-46be-9315-e1900627119a" providerId="AD" clId="Web-{9BA1EAEC-A93A-FC91-B9CB-0164B9A65BD7}" dt="2026-08-19T20:28:12.012" v="45"/>
          <ac:cxnSpMkLst>
            <pc:docMk/>
            <pc:sldMk cId="748381103" sldId="1186"/>
            <ac:cxnSpMk id="43" creationId="{5F80DAF0-0359-31F7-572C-05FD29BBE61B}"/>
          </ac:cxnSpMkLst>
        </pc:cxnChg>
        <pc:cxnChg chg="del mod">
          <ac:chgData name="Starr, Nathalie" userId="S::nathaliestarr@kpmg.com::ad4a74ff-d416-46be-9315-e1900627119a" providerId="AD" clId="Web-{9BA1EAEC-A93A-FC91-B9CB-0164B9A65BD7}" dt="2026-08-19T20:28:07.825" v="44"/>
          <ac:cxnSpMkLst>
            <pc:docMk/>
            <pc:sldMk cId="748381103" sldId="1186"/>
            <ac:cxnSpMk id="44" creationId="{0DEFFE1A-CF5D-9344-1050-B5BA484270B6}"/>
          </ac:cxnSpMkLst>
        </pc:cxnChg>
        <pc:cxnChg chg="del mod">
          <ac:chgData name="Starr, Nathalie" userId="S::nathaliestarr@kpmg.com::ad4a74ff-d416-46be-9315-e1900627119a" providerId="AD" clId="Web-{9BA1EAEC-A93A-FC91-B9CB-0164B9A65BD7}" dt="2026-08-19T20:28:15.668" v="46"/>
          <ac:cxnSpMkLst>
            <pc:docMk/>
            <pc:sldMk cId="748381103" sldId="1186"/>
            <ac:cxnSpMk id="45" creationId="{FC4C0C73-E9F4-8754-647B-610FF1A4D2D6}"/>
          </ac:cxnSpMkLst>
        </pc:cxnChg>
        <pc:cxnChg chg="del mod modVis">
          <ac:chgData name="Starr, Nathalie" userId="S::nathaliestarr@kpmg.com::ad4a74ff-d416-46be-9315-e1900627119a" providerId="AD" clId="Web-{9BA1EAEC-A93A-FC91-B9CB-0164B9A65BD7}" dt="2026-08-19T20:28:57.325" v="57"/>
          <ac:cxnSpMkLst>
            <pc:docMk/>
            <pc:sldMk cId="748381103" sldId="1186"/>
            <ac:cxnSpMk id="46" creationId="{97A1CF52-6BCB-0287-7FCC-7858C7032014}"/>
          </ac:cxnSpMkLst>
        </pc:cxnChg>
        <pc:cxnChg chg="del mod modVis">
          <ac:chgData name="Starr, Nathalie" userId="S::nathaliestarr@kpmg.com::ad4a74ff-d416-46be-9315-e1900627119a" providerId="AD" clId="Web-{9BA1EAEC-A93A-FC91-B9CB-0164B9A65BD7}" dt="2026-08-19T20:28:43.997" v="53"/>
          <ac:cxnSpMkLst>
            <pc:docMk/>
            <pc:sldMk cId="748381103" sldId="1186"/>
            <ac:cxnSpMk id="47" creationId="{B56BF762-EFA4-A0FF-2749-5255EBF9257A}"/>
          </ac:cxnSpMkLst>
        </pc:cxnChg>
        <pc:cxnChg chg="del mod modVis">
          <ac:chgData name="Starr, Nathalie" userId="S::nathaliestarr@kpmg.com::ad4a74ff-d416-46be-9315-e1900627119a" providerId="AD" clId="Web-{9BA1EAEC-A93A-FC91-B9CB-0164B9A65BD7}" dt="2026-08-19T20:28:34.528" v="50"/>
          <ac:cxnSpMkLst>
            <pc:docMk/>
            <pc:sldMk cId="748381103" sldId="1186"/>
            <ac:cxnSpMk id="58" creationId="{B2CBFD68-49FB-D005-D516-4A7ACE515511}"/>
          </ac:cxnSpMkLst>
        </pc:cxnChg>
      </pc:sldChg>
      <pc:sldChg chg="modSp">
        <pc:chgData name="Starr, Nathalie" userId="S::nathaliestarr@kpmg.com::ad4a74ff-d416-46be-9315-e1900627119a" providerId="AD" clId="Web-{9BA1EAEC-A93A-FC91-B9CB-0164B9A65BD7}" dt="2026-08-19T20:41:58.358" v="161" actId="1076"/>
        <pc:sldMkLst>
          <pc:docMk/>
          <pc:sldMk cId="1708978405" sldId="1325"/>
        </pc:sldMkLst>
        <pc:spChg chg="mod">
          <ac:chgData name="Starr, Nathalie" userId="S::nathaliestarr@kpmg.com::ad4a74ff-d416-46be-9315-e1900627119a" providerId="AD" clId="Web-{9BA1EAEC-A93A-FC91-B9CB-0164B9A65BD7}" dt="2026-08-19T20:41:58.358" v="161" actId="1076"/>
          <ac:spMkLst>
            <pc:docMk/>
            <pc:sldMk cId="1708978405" sldId="1325"/>
            <ac:spMk id="10" creationId="{DA9C891C-5047-026E-48CA-5B3A700EC2FA}"/>
          </ac:spMkLst>
        </pc:spChg>
      </pc:sldChg>
    </pc:docChg>
  </pc:docChgLst>
  <pc:docChgLst>
    <pc:chgData name="Bharadwaj, Anirudh Ganesh" userId="dd0e3317-5b21-41a3-a1c0-75362d945c56" providerId="ADAL" clId="{F18DD486-2A02-4708-9ECF-C7CDAC9E0043}"/>
    <pc:docChg chg="undo redo custSel addSld delSld modSld sldOrd">
      <pc:chgData name="Bharadwaj, Anirudh Ganesh" userId="dd0e3317-5b21-41a3-a1c0-75362d945c56" providerId="ADAL" clId="{F18DD486-2A02-4708-9ECF-C7CDAC9E0043}" dt="2026-08-19T21:53:57.154" v="1748" actId="404"/>
      <pc:docMkLst>
        <pc:docMk/>
      </pc:docMkLst>
      <pc:sldChg chg="addSp delSp mod">
        <pc:chgData name="Bharadwaj, Anirudh Ganesh" userId="dd0e3317-5b21-41a3-a1c0-75362d945c56" providerId="ADAL" clId="{F18DD486-2A02-4708-9ECF-C7CDAC9E0043}" dt="2026-08-19T19:39:35.505" v="1" actId="22"/>
        <pc:sldMkLst>
          <pc:docMk/>
          <pc:sldMk cId="3492850098" sldId="1311"/>
        </pc:sldMkLst>
        <pc:spChg chg="add del">
          <ac:chgData name="Bharadwaj, Anirudh Ganesh" userId="dd0e3317-5b21-41a3-a1c0-75362d945c56" providerId="ADAL" clId="{F18DD486-2A02-4708-9ECF-C7CDAC9E0043}" dt="2026-08-19T19:39:35.505" v="1" actId="22"/>
          <ac:spMkLst>
            <pc:docMk/>
            <pc:sldMk cId="3492850098" sldId="1311"/>
            <ac:spMk id="3" creationId="{13CDFACD-6AF0-AE49-D31F-6E49DF548A5F}"/>
          </ac:spMkLst>
        </pc:spChg>
      </pc:sldChg>
      <pc:sldChg chg="addSp delSp mod">
        <pc:chgData name="Bharadwaj, Anirudh Ganesh" userId="dd0e3317-5b21-41a3-a1c0-75362d945c56" providerId="ADAL" clId="{F18DD486-2A02-4708-9ECF-C7CDAC9E0043}" dt="2026-08-19T20:09:21.739" v="378" actId="22"/>
        <pc:sldMkLst>
          <pc:docMk/>
          <pc:sldMk cId="4014211879" sldId="1314"/>
        </pc:sldMkLst>
        <pc:spChg chg="add del">
          <ac:chgData name="Bharadwaj, Anirudh Ganesh" userId="dd0e3317-5b21-41a3-a1c0-75362d945c56" providerId="ADAL" clId="{F18DD486-2A02-4708-9ECF-C7CDAC9E0043}" dt="2026-08-19T20:09:21.739" v="378" actId="22"/>
          <ac:spMkLst>
            <pc:docMk/>
            <pc:sldMk cId="4014211879" sldId="1314"/>
            <ac:spMk id="42" creationId="{E8FD66C9-4B8C-9E31-AFC8-DC0C77503E8D}"/>
          </ac:spMkLst>
        </pc:spChg>
      </pc:sldChg>
      <pc:sldChg chg="addSp delSp modSp mod">
        <pc:chgData name="Bharadwaj, Anirudh Ganesh" userId="dd0e3317-5b21-41a3-a1c0-75362d945c56" providerId="ADAL" clId="{F18DD486-2A02-4708-9ECF-C7CDAC9E0043}" dt="2026-08-19T20:28:31.971" v="772" actId="1076"/>
        <pc:sldMkLst>
          <pc:docMk/>
          <pc:sldMk cId="3173053693" sldId="1328"/>
        </pc:sldMkLst>
        <pc:spChg chg="add mod">
          <ac:chgData name="Bharadwaj, Anirudh Ganesh" userId="dd0e3317-5b21-41a3-a1c0-75362d945c56" providerId="ADAL" clId="{F18DD486-2A02-4708-9ECF-C7CDAC9E0043}" dt="2026-08-19T20:00:50.677" v="248" actId="164"/>
          <ac:spMkLst>
            <pc:docMk/>
            <pc:sldMk cId="3173053693" sldId="1328"/>
            <ac:spMk id="3" creationId="{AF7550A6-EECE-7890-94CA-AD68C20F8F08}"/>
          </ac:spMkLst>
        </pc:spChg>
        <pc:spChg chg="add del">
          <ac:chgData name="Bharadwaj, Anirudh Ganesh" userId="dd0e3317-5b21-41a3-a1c0-75362d945c56" providerId="ADAL" clId="{F18DD486-2A02-4708-9ECF-C7CDAC9E0043}" dt="2026-08-19T19:41:43.442" v="11" actId="22"/>
          <ac:spMkLst>
            <pc:docMk/>
            <pc:sldMk cId="3173053693" sldId="1328"/>
            <ac:spMk id="6" creationId="{FFEE28EA-4CE5-E2F2-4F28-0433785D562D}"/>
          </ac:spMkLst>
        </pc:spChg>
        <pc:spChg chg="add del mod">
          <ac:chgData name="Bharadwaj, Anirudh Ganesh" userId="dd0e3317-5b21-41a3-a1c0-75362d945c56" providerId="ADAL" clId="{F18DD486-2A02-4708-9ECF-C7CDAC9E0043}" dt="2026-08-19T19:41:42.799" v="10" actId="22"/>
          <ac:spMkLst>
            <pc:docMk/>
            <pc:sldMk cId="3173053693" sldId="1328"/>
            <ac:spMk id="8" creationId="{D0A6E9A8-9E83-B288-62FC-9466E4050DAD}"/>
          </ac:spMkLst>
        </pc:spChg>
        <pc:spChg chg="del mod">
          <ac:chgData name="Bharadwaj, Anirudh Ganesh" userId="dd0e3317-5b21-41a3-a1c0-75362d945c56" providerId="ADAL" clId="{F18DD486-2A02-4708-9ECF-C7CDAC9E0043}" dt="2026-08-19T19:56:31.236" v="245" actId="478"/>
          <ac:spMkLst>
            <pc:docMk/>
            <pc:sldMk cId="3173053693" sldId="1328"/>
            <ac:spMk id="11" creationId="{EA90C827-1BDB-82D4-776D-DC1CE1B257C7}"/>
          </ac:spMkLst>
        </pc:spChg>
        <pc:spChg chg="add mod">
          <ac:chgData name="Bharadwaj, Anirudh Ganesh" userId="dd0e3317-5b21-41a3-a1c0-75362d945c56" providerId="ADAL" clId="{F18DD486-2A02-4708-9ECF-C7CDAC9E0043}" dt="2026-08-19T20:00:50.677" v="248" actId="164"/>
          <ac:spMkLst>
            <pc:docMk/>
            <pc:sldMk cId="3173053693" sldId="1328"/>
            <ac:spMk id="12" creationId="{44805245-4517-BB9B-BEBC-41A88C65B8E0}"/>
          </ac:spMkLst>
        </pc:spChg>
        <pc:spChg chg="add mod">
          <ac:chgData name="Bharadwaj, Anirudh Ganesh" userId="dd0e3317-5b21-41a3-a1c0-75362d945c56" providerId="ADAL" clId="{F18DD486-2A02-4708-9ECF-C7CDAC9E0043}" dt="2026-08-19T20:00:50.677" v="248" actId="164"/>
          <ac:spMkLst>
            <pc:docMk/>
            <pc:sldMk cId="3173053693" sldId="1328"/>
            <ac:spMk id="14" creationId="{445F1C01-150C-947F-9A61-DA5E092169A6}"/>
          </ac:spMkLst>
        </pc:spChg>
        <pc:spChg chg="del mod">
          <ac:chgData name="Bharadwaj, Anirudh Ganesh" userId="dd0e3317-5b21-41a3-a1c0-75362d945c56" providerId="ADAL" clId="{F18DD486-2A02-4708-9ECF-C7CDAC9E0043}" dt="2026-08-19T19:48:17.029" v="108" actId="478"/>
          <ac:spMkLst>
            <pc:docMk/>
            <pc:sldMk cId="3173053693" sldId="1328"/>
            <ac:spMk id="15" creationId="{52BFB440-3488-E766-4C6C-6DDA8BF5CE30}"/>
          </ac:spMkLst>
        </pc:spChg>
        <pc:spChg chg="add mod">
          <ac:chgData name="Bharadwaj, Anirudh Ganesh" userId="dd0e3317-5b21-41a3-a1c0-75362d945c56" providerId="ADAL" clId="{F18DD486-2A02-4708-9ECF-C7CDAC9E0043}" dt="2026-08-19T19:43:13.308" v="39" actId="767"/>
          <ac:spMkLst>
            <pc:docMk/>
            <pc:sldMk cId="3173053693" sldId="1328"/>
            <ac:spMk id="17" creationId="{3C4311B4-44B3-704E-4D60-412826477457}"/>
          </ac:spMkLst>
        </pc:spChg>
        <pc:spChg chg="add mod">
          <ac:chgData name="Bharadwaj, Anirudh Ganesh" userId="dd0e3317-5b21-41a3-a1c0-75362d945c56" providerId="ADAL" clId="{F18DD486-2A02-4708-9ECF-C7CDAC9E0043}" dt="2026-08-19T19:47:13.996" v="105" actId="1076"/>
          <ac:spMkLst>
            <pc:docMk/>
            <pc:sldMk cId="3173053693" sldId="1328"/>
            <ac:spMk id="18" creationId="{1B41688C-1526-A62A-4C9C-BC17BF5EF78D}"/>
          </ac:spMkLst>
        </pc:spChg>
        <pc:spChg chg="mod">
          <ac:chgData name="Bharadwaj, Anirudh Ganesh" userId="dd0e3317-5b21-41a3-a1c0-75362d945c56" providerId="ADAL" clId="{F18DD486-2A02-4708-9ECF-C7CDAC9E0043}" dt="2026-08-19T20:00:50.677" v="248" actId="164"/>
          <ac:spMkLst>
            <pc:docMk/>
            <pc:sldMk cId="3173053693" sldId="1328"/>
            <ac:spMk id="21" creationId="{8680A9C5-4C9D-7C27-85D3-032308659604}"/>
          </ac:spMkLst>
        </pc:spChg>
        <pc:spChg chg="mod">
          <ac:chgData name="Bharadwaj, Anirudh Ganesh" userId="dd0e3317-5b21-41a3-a1c0-75362d945c56" providerId="ADAL" clId="{F18DD486-2A02-4708-9ECF-C7CDAC9E0043}" dt="2026-08-19T20:00:50.677" v="248" actId="164"/>
          <ac:spMkLst>
            <pc:docMk/>
            <pc:sldMk cId="3173053693" sldId="1328"/>
            <ac:spMk id="23" creationId="{9BE2763D-ADEA-DB34-83C5-7F4C3AC899AB}"/>
          </ac:spMkLst>
        </pc:spChg>
        <pc:spChg chg="mod">
          <ac:chgData name="Bharadwaj, Anirudh Ganesh" userId="dd0e3317-5b21-41a3-a1c0-75362d945c56" providerId="ADAL" clId="{F18DD486-2A02-4708-9ECF-C7CDAC9E0043}" dt="2026-08-19T20:00:50.677" v="248" actId="164"/>
          <ac:spMkLst>
            <pc:docMk/>
            <pc:sldMk cId="3173053693" sldId="1328"/>
            <ac:spMk id="24" creationId="{18CC350A-CDFC-EBA7-9AFD-CB63CF60184E}"/>
          </ac:spMkLst>
        </pc:spChg>
        <pc:spChg chg="add mod">
          <ac:chgData name="Bharadwaj, Anirudh Ganesh" userId="dd0e3317-5b21-41a3-a1c0-75362d945c56" providerId="ADAL" clId="{F18DD486-2A02-4708-9ECF-C7CDAC9E0043}" dt="2026-08-19T19:47:21.607" v="106" actId="1076"/>
          <ac:spMkLst>
            <pc:docMk/>
            <pc:sldMk cId="3173053693" sldId="1328"/>
            <ac:spMk id="25" creationId="{23DA69F7-A137-C0CA-55B4-F68BB5C320BA}"/>
          </ac:spMkLst>
        </pc:spChg>
        <pc:spChg chg="mod">
          <ac:chgData name="Bharadwaj, Anirudh Ganesh" userId="dd0e3317-5b21-41a3-a1c0-75362d945c56" providerId="ADAL" clId="{F18DD486-2A02-4708-9ECF-C7CDAC9E0043}" dt="2026-08-19T20:00:50.677" v="248" actId="164"/>
          <ac:spMkLst>
            <pc:docMk/>
            <pc:sldMk cId="3173053693" sldId="1328"/>
            <ac:spMk id="27" creationId="{E0E4D35C-3874-1E09-657A-C6295126B7E6}"/>
          </ac:spMkLst>
        </pc:spChg>
        <pc:spChg chg="mod">
          <ac:chgData name="Bharadwaj, Anirudh Ganesh" userId="dd0e3317-5b21-41a3-a1c0-75362d945c56" providerId="ADAL" clId="{F18DD486-2A02-4708-9ECF-C7CDAC9E0043}" dt="2026-08-19T20:00:50.677" v="248" actId="164"/>
          <ac:spMkLst>
            <pc:docMk/>
            <pc:sldMk cId="3173053693" sldId="1328"/>
            <ac:spMk id="29" creationId="{4F868C53-FB71-2F00-FD2C-D23D5E6DDC76}"/>
          </ac:spMkLst>
        </pc:spChg>
        <pc:spChg chg="mod">
          <ac:chgData name="Bharadwaj, Anirudh Ganesh" userId="dd0e3317-5b21-41a3-a1c0-75362d945c56" providerId="ADAL" clId="{F18DD486-2A02-4708-9ECF-C7CDAC9E0043}" dt="2026-08-19T20:00:50.677" v="248" actId="164"/>
          <ac:spMkLst>
            <pc:docMk/>
            <pc:sldMk cId="3173053693" sldId="1328"/>
            <ac:spMk id="30" creationId="{ABCEF424-4A77-75E7-BB55-2C376CD2E289}"/>
          </ac:spMkLst>
        </pc:spChg>
        <pc:spChg chg="add mod">
          <ac:chgData name="Bharadwaj, Anirudh Ganesh" userId="dd0e3317-5b21-41a3-a1c0-75362d945c56" providerId="ADAL" clId="{F18DD486-2A02-4708-9ECF-C7CDAC9E0043}" dt="2026-08-19T19:48:27.979" v="109" actId="108"/>
          <ac:spMkLst>
            <pc:docMk/>
            <pc:sldMk cId="3173053693" sldId="1328"/>
            <ac:spMk id="31" creationId="{485FCA95-AB53-21E8-DF79-6CF5CD044C59}"/>
          </ac:spMkLst>
        </pc:spChg>
        <pc:spChg chg="add mod">
          <ac:chgData name="Bharadwaj, Anirudh Ganesh" userId="dd0e3317-5b21-41a3-a1c0-75362d945c56" providerId="ADAL" clId="{F18DD486-2A02-4708-9ECF-C7CDAC9E0043}" dt="2026-08-19T19:51:02.490" v="119" actId="164"/>
          <ac:spMkLst>
            <pc:docMk/>
            <pc:sldMk cId="3173053693" sldId="1328"/>
            <ac:spMk id="33" creationId="{EE973A3D-4FD9-A954-3E6F-F07FE7FE15CE}"/>
          </ac:spMkLst>
        </pc:spChg>
        <pc:spChg chg="add mod">
          <ac:chgData name="Bharadwaj, Anirudh Ganesh" userId="dd0e3317-5b21-41a3-a1c0-75362d945c56" providerId="ADAL" clId="{F18DD486-2A02-4708-9ECF-C7CDAC9E0043}" dt="2026-08-19T19:51:02.490" v="119" actId="164"/>
          <ac:spMkLst>
            <pc:docMk/>
            <pc:sldMk cId="3173053693" sldId="1328"/>
            <ac:spMk id="35" creationId="{42D5CB5C-70ED-A977-7749-E5274E05A346}"/>
          </ac:spMkLst>
        </pc:spChg>
        <pc:spChg chg="add mod">
          <ac:chgData name="Bharadwaj, Anirudh Ganesh" userId="dd0e3317-5b21-41a3-a1c0-75362d945c56" providerId="ADAL" clId="{F18DD486-2A02-4708-9ECF-C7CDAC9E0043}" dt="2026-08-19T19:51:02.490" v="119" actId="164"/>
          <ac:spMkLst>
            <pc:docMk/>
            <pc:sldMk cId="3173053693" sldId="1328"/>
            <ac:spMk id="37" creationId="{D0CD789B-E45A-6E11-DBFF-422AC97C9F3B}"/>
          </ac:spMkLst>
        </pc:spChg>
        <pc:spChg chg="add mod">
          <ac:chgData name="Bharadwaj, Anirudh Ganesh" userId="dd0e3317-5b21-41a3-a1c0-75362d945c56" providerId="ADAL" clId="{F18DD486-2A02-4708-9ECF-C7CDAC9E0043}" dt="2026-08-19T19:51:02.490" v="119" actId="164"/>
          <ac:spMkLst>
            <pc:docMk/>
            <pc:sldMk cId="3173053693" sldId="1328"/>
            <ac:spMk id="39" creationId="{BA15E605-E9FA-E0DC-8185-B6E9C9720660}"/>
          </ac:spMkLst>
        </pc:spChg>
        <pc:spChg chg="add mod">
          <ac:chgData name="Bharadwaj, Anirudh Ganesh" userId="dd0e3317-5b21-41a3-a1c0-75362d945c56" providerId="ADAL" clId="{F18DD486-2A02-4708-9ECF-C7CDAC9E0043}" dt="2026-08-19T19:51:02.490" v="119" actId="164"/>
          <ac:spMkLst>
            <pc:docMk/>
            <pc:sldMk cId="3173053693" sldId="1328"/>
            <ac:spMk id="41" creationId="{F4066A43-D31C-553B-A204-6FF8DF03618C}"/>
          </ac:spMkLst>
        </pc:spChg>
        <pc:spChg chg="add mod">
          <ac:chgData name="Bharadwaj, Anirudh Ganesh" userId="dd0e3317-5b21-41a3-a1c0-75362d945c56" providerId="ADAL" clId="{F18DD486-2A02-4708-9ECF-C7CDAC9E0043}" dt="2026-08-19T19:51:02.490" v="119" actId="164"/>
          <ac:spMkLst>
            <pc:docMk/>
            <pc:sldMk cId="3173053693" sldId="1328"/>
            <ac:spMk id="43" creationId="{88B78074-2BE0-DA7A-EE7B-ABAA772D8D20}"/>
          </ac:spMkLst>
        </pc:spChg>
        <pc:spChg chg="add mod">
          <ac:chgData name="Bharadwaj, Anirudh Ganesh" userId="dd0e3317-5b21-41a3-a1c0-75362d945c56" providerId="ADAL" clId="{F18DD486-2A02-4708-9ECF-C7CDAC9E0043}" dt="2026-08-19T19:51:02.490" v="119" actId="164"/>
          <ac:spMkLst>
            <pc:docMk/>
            <pc:sldMk cId="3173053693" sldId="1328"/>
            <ac:spMk id="45" creationId="{F982DA27-F835-ED1F-EC6B-8CA9AB27BEDD}"/>
          </ac:spMkLst>
        </pc:spChg>
        <pc:spChg chg="add mod">
          <ac:chgData name="Bharadwaj, Anirudh Ganesh" userId="dd0e3317-5b21-41a3-a1c0-75362d945c56" providerId="ADAL" clId="{F18DD486-2A02-4708-9ECF-C7CDAC9E0043}" dt="2026-08-19T19:51:02.490" v="119" actId="164"/>
          <ac:spMkLst>
            <pc:docMk/>
            <pc:sldMk cId="3173053693" sldId="1328"/>
            <ac:spMk id="47" creationId="{0473F51F-97C8-8E93-0D69-39F57DC68853}"/>
          </ac:spMkLst>
        </pc:spChg>
        <pc:spChg chg="add mod">
          <ac:chgData name="Bharadwaj, Anirudh Ganesh" userId="dd0e3317-5b21-41a3-a1c0-75362d945c56" providerId="ADAL" clId="{F18DD486-2A02-4708-9ECF-C7CDAC9E0043}" dt="2026-08-19T19:51:02.490" v="119" actId="164"/>
          <ac:spMkLst>
            <pc:docMk/>
            <pc:sldMk cId="3173053693" sldId="1328"/>
            <ac:spMk id="49" creationId="{B808B853-0B95-712D-E96B-E5B9FCA0345E}"/>
          </ac:spMkLst>
        </pc:spChg>
        <pc:spChg chg="add mod">
          <ac:chgData name="Bharadwaj, Anirudh Ganesh" userId="dd0e3317-5b21-41a3-a1c0-75362d945c56" providerId="ADAL" clId="{F18DD486-2A02-4708-9ECF-C7CDAC9E0043}" dt="2026-08-19T19:51:22.068" v="122" actId="767"/>
          <ac:spMkLst>
            <pc:docMk/>
            <pc:sldMk cId="3173053693" sldId="1328"/>
            <ac:spMk id="51" creationId="{5D530443-510D-73A5-6DFE-B08C228A1BFB}"/>
          </ac:spMkLst>
        </pc:spChg>
        <pc:spChg chg="add mod topLvl">
          <ac:chgData name="Bharadwaj, Anirudh Ganesh" userId="dd0e3317-5b21-41a3-a1c0-75362d945c56" providerId="ADAL" clId="{F18DD486-2A02-4708-9ECF-C7CDAC9E0043}" dt="2026-08-19T19:54:01.506" v="140" actId="1076"/>
          <ac:spMkLst>
            <pc:docMk/>
            <pc:sldMk cId="3173053693" sldId="1328"/>
            <ac:spMk id="53" creationId="{C7162C97-161C-142C-279C-40E9F521ABC1}"/>
          </ac:spMkLst>
        </pc:spChg>
        <pc:spChg chg="add mod topLvl">
          <ac:chgData name="Bharadwaj, Anirudh Ganesh" userId="dd0e3317-5b21-41a3-a1c0-75362d945c56" providerId="ADAL" clId="{F18DD486-2A02-4708-9ECF-C7CDAC9E0043}" dt="2026-08-19T19:53:50.035" v="139" actId="1076"/>
          <ac:spMkLst>
            <pc:docMk/>
            <pc:sldMk cId="3173053693" sldId="1328"/>
            <ac:spMk id="55" creationId="{7236E1F6-1B16-D453-060D-1EC8550CD396}"/>
          </ac:spMkLst>
        </pc:spChg>
        <pc:spChg chg="add mod topLvl">
          <ac:chgData name="Bharadwaj, Anirudh Ganesh" userId="dd0e3317-5b21-41a3-a1c0-75362d945c56" providerId="ADAL" clId="{F18DD486-2A02-4708-9ECF-C7CDAC9E0043}" dt="2026-08-19T19:54:10.395" v="141" actId="1076"/>
          <ac:spMkLst>
            <pc:docMk/>
            <pc:sldMk cId="3173053693" sldId="1328"/>
            <ac:spMk id="57" creationId="{8D822F53-46FC-4D85-7191-FCDB130331DB}"/>
          </ac:spMkLst>
        </pc:spChg>
        <pc:spChg chg="add mod topLvl">
          <ac:chgData name="Bharadwaj, Anirudh Ganesh" userId="dd0e3317-5b21-41a3-a1c0-75362d945c56" providerId="ADAL" clId="{F18DD486-2A02-4708-9ECF-C7CDAC9E0043}" dt="2026-08-19T19:54:19.005" v="142" actId="1076"/>
          <ac:spMkLst>
            <pc:docMk/>
            <pc:sldMk cId="3173053693" sldId="1328"/>
            <ac:spMk id="59" creationId="{BF4FB056-7CE5-5FD0-C9A2-9159A30A15E0}"/>
          </ac:spMkLst>
        </pc:spChg>
        <pc:spChg chg="add mod topLvl">
          <ac:chgData name="Bharadwaj, Anirudh Ganesh" userId="dd0e3317-5b21-41a3-a1c0-75362d945c56" providerId="ADAL" clId="{F18DD486-2A02-4708-9ECF-C7CDAC9E0043}" dt="2026-08-19T19:54:28.834" v="143" actId="1076"/>
          <ac:spMkLst>
            <pc:docMk/>
            <pc:sldMk cId="3173053693" sldId="1328"/>
            <ac:spMk id="61" creationId="{19D7B0C3-92EB-27C0-2E62-83785A600339}"/>
          </ac:spMkLst>
        </pc:spChg>
        <pc:spChg chg="add mod">
          <ac:chgData name="Bharadwaj, Anirudh Ganesh" userId="dd0e3317-5b21-41a3-a1c0-75362d945c56" providerId="ADAL" clId="{F18DD486-2A02-4708-9ECF-C7CDAC9E0043}" dt="2026-08-19T19:56:15.512" v="244" actId="1076"/>
          <ac:spMkLst>
            <pc:docMk/>
            <pc:sldMk cId="3173053693" sldId="1328"/>
            <ac:spMk id="64" creationId="{72EC211C-3960-417F-8D93-53A4094C70D7}"/>
          </ac:spMkLst>
        </pc:spChg>
        <pc:spChg chg="add mod">
          <ac:chgData name="Bharadwaj, Anirudh Ganesh" userId="dd0e3317-5b21-41a3-a1c0-75362d945c56" providerId="ADAL" clId="{F18DD486-2A02-4708-9ECF-C7CDAC9E0043}" dt="2026-08-19T19:55:46.124" v="198" actId="20577"/>
          <ac:spMkLst>
            <pc:docMk/>
            <pc:sldMk cId="3173053693" sldId="1328"/>
            <ac:spMk id="66" creationId="{95D5D7AD-8265-B13B-B39A-D4362819031F}"/>
          </ac:spMkLst>
        </pc:spChg>
        <pc:spChg chg="add mod">
          <ac:chgData name="Bharadwaj, Anirudh Ganesh" userId="dd0e3317-5b21-41a3-a1c0-75362d945c56" providerId="ADAL" clId="{F18DD486-2A02-4708-9ECF-C7CDAC9E0043}" dt="2026-08-19T19:55:52.197" v="213" actId="20577"/>
          <ac:spMkLst>
            <pc:docMk/>
            <pc:sldMk cId="3173053693" sldId="1328"/>
            <ac:spMk id="68" creationId="{C0CDCD21-2CAC-73FF-42F3-296DF4E36901}"/>
          </ac:spMkLst>
        </pc:spChg>
        <pc:spChg chg="add mod">
          <ac:chgData name="Bharadwaj, Anirudh Ganesh" userId="dd0e3317-5b21-41a3-a1c0-75362d945c56" providerId="ADAL" clId="{F18DD486-2A02-4708-9ECF-C7CDAC9E0043}" dt="2026-08-19T19:55:59.748" v="228" actId="20577"/>
          <ac:spMkLst>
            <pc:docMk/>
            <pc:sldMk cId="3173053693" sldId="1328"/>
            <ac:spMk id="70" creationId="{BB0A398A-5507-7723-82B8-4CCE75543DB8}"/>
          </ac:spMkLst>
        </pc:spChg>
        <pc:spChg chg="add mod">
          <ac:chgData name="Bharadwaj, Anirudh Ganesh" userId="dd0e3317-5b21-41a3-a1c0-75362d945c56" providerId="ADAL" clId="{F18DD486-2A02-4708-9ECF-C7CDAC9E0043}" dt="2026-08-19T19:56:06.709" v="243" actId="20577"/>
          <ac:spMkLst>
            <pc:docMk/>
            <pc:sldMk cId="3173053693" sldId="1328"/>
            <ac:spMk id="72" creationId="{1C9FEBF3-1BBB-926B-2F14-7BC60F679946}"/>
          </ac:spMkLst>
        </pc:spChg>
        <pc:grpChg chg="add mod">
          <ac:chgData name="Bharadwaj, Anirudh Ganesh" userId="dd0e3317-5b21-41a3-a1c0-75362d945c56" providerId="ADAL" clId="{F18DD486-2A02-4708-9ECF-C7CDAC9E0043}" dt="2026-08-19T20:00:50.677" v="248" actId="164"/>
          <ac:grpSpMkLst>
            <pc:docMk/>
            <pc:sldMk cId="3173053693" sldId="1328"/>
            <ac:grpSpMk id="16" creationId="{3A8F9035-DFE8-E1E5-F123-B0776D488B61}"/>
          </ac:grpSpMkLst>
        </pc:grpChg>
        <pc:grpChg chg="add mod">
          <ac:chgData name="Bharadwaj, Anirudh Ganesh" userId="dd0e3317-5b21-41a3-a1c0-75362d945c56" providerId="ADAL" clId="{F18DD486-2A02-4708-9ECF-C7CDAC9E0043}" dt="2026-08-19T20:00:49.172" v="247" actId="164"/>
          <ac:grpSpMkLst>
            <pc:docMk/>
            <pc:sldMk cId="3173053693" sldId="1328"/>
            <ac:grpSpMk id="19" creationId="{54C8EE75-E88B-29A0-0488-B614DFA2132F}"/>
          </ac:grpSpMkLst>
        </pc:grpChg>
        <pc:grpChg chg="add mod">
          <ac:chgData name="Bharadwaj, Anirudh Ganesh" userId="dd0e3317-5b21-41a3-a1c0-75362d945c56" providerId="ADAL" clId="{F18DD486-2A02-4708-9ECF-C7CDAC9E0043}" dt="2026-08-19T20:00:49.172" v="247" actId="164"/>
          <ac:grpSpMkLst>
            <pc:docMk/>
            <pc:sldMk cId="3173053693" sldId="1328"/>
            <ac:grpSpMk id="20" creationId="{FF400C3C-11F2-6FB4-FECE-1C0B45E046F0}"/>
          </ac:grpSpMkLst>
        </pc:grpChg>
        <pc:grpChg chg="mod">
          <ac:chgData name="Bharadwaj, Anirudh Ganesh" userId="dd0e3317-5b21-41a3-a1c0-75362d945c56" providerId="ADAL" clId="{F18DD486-2A02-4708-9ECF-C7CDAC9E0043}" dt="2026-08-19T19:44:22.737" v="50"/>
          <ac:grpSpMkLst>
            <pc:docMk/>
            <pc:sldMk cId="3173053693" sldId="1328"/>
            <ac:grpSpMk id="22" creationId="{3BB0E82E-8428-87AE-6EAD-70995E6396CF}"/>
          </ac:grpSpMkLst>
        </pc:grpChg>
        <pc:grpChg chg="add mod">
          <ac:chgData name="Bharadwaj, Anirudh Ganesh" userId="dd0e3317-5b21-41a3-a1c0-75362d945c56" providerId="ADAL" clId="{F18DD486-2A02-4708-9ECF-C7CDAC9E0043}" dt="2026-08-19T20:00:49.172" v="247" actId="164"/>
          <ac:grpSpMkLst>
            <pc:docMk/>
            <pc:sldMk cId="3173053693" sldId="1328"/>
            <ac:grpSpMk id="26" creationId="{025EB271-B629-166B-869B-56B2FF807A6E}"/>
          </ac:grpSpMkLst>
        </pc:grpChg>
        <pc:grpChg chg="mod">
          <ac:chgData name="Bharadwaj, Anirudh Ganesh" userId="dd0e3317-5b21-41a3-a1c0-75362d945c56" providerId="ADAL" clId="{F18DD486-2A02-4708-9ECF-C7CDAC9E0043}" dt="2026-08-19T19:45:28.331" v="80"/>
          <ac:grpSpMkLst>
            <pc:docMk/>
            <pc:sldMk cId="3173053693" sldId="1328"/>
            <ac:grpSpMk id="28" creationId="{785D17DD-2507-71D0-3E46-747B83681555}"/>
          </ac:grpSpMkLst>
        </pc:grpChg>
        <pc:grpChg chg="add mod">
          <ac:chgData name="Bharadwaj, Anirudh Ganesh" userId="dd0e3317-5b21-41a3-a1c0-75362d945c56" providerId="ADAL" clId="{F18DD486-2A02-4708-9ECF-C7CDAC9E0043}" dt="2026-08-19T20:28:31.971" v="772" actId="1076"/>
          <ac:grpSpMkLst>
            <pc:docMk/>
            <pc:sldMk cId="3173053693" sldId="1328"/>
            <ac:grpSpMk id="50" creationId="{F2F9B4EA-0422-0D43-E49A-5F3AD040D06D}"/>
          </ac:grpSpMkLst>
        </pc:grpChg>
        <pc:grpChg chg="add del mod">
          <ac:chgData name="Bharadwaj, Anirudh Ganesh" userId="dd0e3317-5b21-41a3-a1c0-75362d945c56" providerId="ADAL" clId="{F18DD486-2A02-4708-9ECF-C7CDAC9E0043}" dt="2026-08-19T19:53:32.846" v="137" actId="165"/>
          <ac:grpSpMkLst>
            <pc:docMk/>
            <pc:sldMk cId="3173053693" sldId="1328"/>
            <ac:grpSpMk id="62" creationId="{55888B35-8288-492D-FE28-113A43D36CFD}"/>
          </ac:grpSpMkLst>
        </pc:grpChg>
        <pc:grpChg chg="add mod">
          <ac:chgData name="Bharadwaj, Anirudh Ganesh" userId="dd0e3317-5b21-41a3-a1c0-75362d945c56" providerId="ADAL" clId="{F18DD486-2A02-4708-9ECF-C7CDAC9E0043}" dt="2026-08-19T20:00:49.172" v="247" actId="164"/>
          <ac:grpSpMkLst>
            <pc:docMk/>
            <pc:sldMk cId="3173053693" sldId="1328"/>
            <ac:grpSpMk id="73" creationId="{94285AE3-8B32-202D-43DD-DEA1812C4F69}"/>
          </ac:grpSpMkLst>
        </pc:grpChg>
      </pc:sldChg>
      <pc:sldChg chg="addSp delSp modSp mod">
        <pc:chgData name="Bharadwaj, Anirudh Ganesh" userId="dd0e3317-5b21-41a3-a1c0-75362d945c56" providerId="ADAL" clId="{F18DD486-2A02-4708-9ECF-C7CDAC9E0043}" dt="2026-08-19T21:19:17.585" v="1246" actId="1076"/>
        <pc:sldMkLst>
          <pc:docMk/>
          <pc:sldMk cId="1727078247" sldId="1330"/>
        </pc:sldMkLst>
        <pc:spChg chg="del mod topLvl">
          <ac:chgData name="Bharadwaj, Anirudh Ganesh" userId="dd0e3317-5b21-41a3-a1c0-75362d945c56" providerId="ADAL" clId="{F18DD486-2A02-4708-9ECF-C7CDAC9E0043}" dt="2026-08-19T20:47:15.833" v="1007" actId="478"/>
          <ac:spMkLst>
            <pc:docMk/>
            <pc:sldMk cId="1727078247" sldId="1330"/>
            <ac:spMk id="3" creationId="{1507BD53-04A5-EE54-73BC-39538874837B}"/>
          </ac:spMkLst>
        </pc:spChg>
        <pc:spChg chg="del mod topLvl">
          <ac:chgData name="Bharadwaj, Anirudh Ganesh" userId="dd0e3317-5b21-41a3-a1c0-75362d945c56" providerId="ADAL" clId="{F18DD486-2A02-4708-9ECF-C7CDAC9E0043}" dt="2026-08-19T20:47:14.327" v="1005" actId="478"/>
          <ac:spMkLst>
            <pc:docMk/>
            <pc:sldMk cId="1727078247" sldId="1330"/>
            <ac:spMk id="5" creationId="{A5FD6253-28E3-123A-F9C1-CC756FE6E1D6}"/>
          </ac:spMkLst>
        </pc:spChg>
        <pc:spChg chg="del mod topLvl">
          <ac:chgData name="Bharadwaj, Anirudh Ganesh" userId="dd0e3317-5b21-41a3-a1c0-75362d945c56" providerId="ADAL" clId="{F18DD486-2A02-4708-9ECF-C7CDAC9E0043}" dt="2026-08-19T20:47:15.094" v="1006" actId="478"/>
          <ac:spMkLst>
            <pc:docMk/>
            <pc:sldMk cId="1727078247" sldId="1330"/>
            <ac:spMk id="7" creationId="{5CB474D4-CA34-DC00-91D4-13AFFD7BCD94}"/>
          </ac:spMkLst>
        </pc:spChg>
        <pc:spChg chg="del">
          <ac:chgData name="Bharadwaj, Anirudh Ganesh" userId="dd0e3317-5b21-41a3-a1c0-75362d945c56" providerId="ADAL" clId="{F18DD486-2A02-4708-9ECF-C7CDAC9E0043}" dt="2026-08-19T20:46:15.706" v="993" actId="478"/>
          <ac:spMkLst>
            <pc:docMk/>
            <pc:sldMk cId="1727078247" sldId="1330"/>
            <ac:spMk id="8" creationId="{F81CC421-4276-4BBE-67A4-B33C52F15DDD}"/>
          </ac:spMkLst>
        </pc:spChg>
        <pc:spChg chg="del">
          <ac:chgData name="Bharadwaj, Anirudh Ganesh" userId="dd0e3317-5b21-41a3-a1c0-75362d945c56" providerId="ADAL" clId="{F18DD486-2A02-4708-9ECF-C7CDAC9E0043}" dt="2026-08-19T20:46:17.728" v="994" actId="478"/>
          <ac:spMkLst>
            <pc:docMk/>
            <pc:sldMk cId="1727078247" sldId="1330"/>
            <ac:spMk id="11" creationId="{0BC0D1C2-E33F-3007-A785-7C2047C03B1F}"/>
          </ac:spMkLst>
        </pc:spChg>
        <pc:spChg chg="mod topLvl">
          <ac:chgData name="Bharadwaj, Anirudh Ganesh" userId="dd0e3317-5b21-41a3-a1c0-75362d945c56" providerId="ADAL" clId="{F18DD486-2A02-4708-9ECF-C7CDAC9E0043}" dt="2026-08-19T20:49:25.519" v="1108" actId="14100"/>
          <ac:spMkLst>
            <pc:docMk/>
            <pc:sldMk cId="1727078247" sldId="1330"/>
            <ac:spMk id="12" creationId="{41773212-6227-2A59-72D3-D9877F63F2C8}"/>
          </ac:spMkLst>
        </pc:spChg>
        <pc:spChg chg="del mod">
          <ac:chgData name="Bharadwaj, Anirudh Ganesh" userId="dd0e3317-5b21-41a3-a1c0-75362d945c56" providerId="ADAL" clId="{F18DD486-2A02-4708-9ECF-C7CDAC9E0043}" dt="2026-08-19T20:46:19.889" v="996" actId="478"/>
          <ac:spMkLst>
            <pc:docMk/>
            <pc:sldMk cId="1727078247" sldId="1330"/>
            <ac:spMk id="13" creationId="{8EE87E0A-6425-9AAE-A7E8-95619919E0D4}"/>
          </ac:spMkLst>
        </pc:spChg>
        <pc:spChg chg="mod topLvl">
          <ac:chgData name="Bharadwaj, Anirudh Ganesh" userId="dd0e3317-5b21-41a3-a1c0-75362d945c56" providerId="ADAL" clId="{F18DD486-2A02-4708-9ECF-C7CDAC9E0043}" dt="2026-08-19T21:10:12.423" v="1114" actId="14100"/>
          <ac:spMkLst>
            <pc:docMk/>
            <pc:sldMk cId="1727078247" sldId="1330"/>
            <ac:spMk id="14" creationId="{419F116C-49D1-AFDB-F5F8-4CA284D093C8}"/>
          </ac:spMkLst>
        </pc:spChg>
        <pc:spChg chg="mod topLvl">
          <ac:chgData name="Bharadwaj, Anirudh Ganesh" userId="dd0e3317-5b21-41a3-a1c0-75362d945c56" providerId="ADAL" clId="{F18DD486-2A02-4708-9ECF-C7CDAC9E0043}" dt="2026-08-19T21:09:58.729" v="1111" actId="14100"/>
          <ac:spMkLst>
            <pc:docMk/>
            <pc:sldMk cId="1727078247" sldId="1330"/>
            <ac:spMk id="15" creationId="{D7C2BF1B-C476-943E-1603-FD37A166DFAB}"/>
          </ac:spMkLst>
        </pc:spChg>
        <pc:spChg chg="mod">
          <ac:chgData name="Bharadwaj, Anirudh Ganesh" userId="dd0e3317-5b21-41a3-a1c0-75362d945c56" providerId="ADAL" clId="{F18DD486-2A02-4708-9ECF-C7CDAC9E0043}" dt="2026-08-19T20:47:24.331" v="1008"/>
          <ac:spMkLst>
            <pc:docMk/>
            <pc:sldMk cId="1727078247" sldId="1330"/>
            <ac:spMk id="20" creationId="{5300C145-6340-63D2-D850-CE26F750CE33}"/>
          </ac:spMkLst>
        </pc:spChg>
        <pc:spChg chg="mod">
          <ac:chgData name="Bharadwaj, Anirudh Ganesh" userId="dd0e3317-5b21-41a3-a1c0-75362d945c56" providerId="ADAL" clId="{F18DD486-2A02-4708-9ECF-C7CDAC9E0043}" dt="2026-08-19T20:48:14.225" v="1093" actId="20577"/>
          <ac:spMkLst>
            <pc:docMk/>
            <pc:sldMk cId="1727078247" sldId="1330"/>
            <ac:spMk id="21" creationId="{B9ED3D77-88B3-A470-72D3-2602555B7850}"/>
          </ac:spMkLst>
        </pc:spChg>
        <pc:spChg chg="mod">
          <ac:chgData name="Bharadwaj, Anirudh Ganesh" userId="dd0e3317-5b21-41a3-a1c0-75362d945c56" providerId="ADAL" clId="{F18DD486-2A02-4708-9ECF-C7CDAC9E0043}" dt="2026-08-19T20:47:24.331" v="1008"/>
          <ac:spMkLst>
            <pc:docMk/>
            <pc:sldMk cId="1727078247" sldId="1330"/>
            <ac:spMk id="22" creationId="{D9B858FD-0F1D-872D-6178-002187EB815D}"/>
          </ac:spMkLst>
        </pc:spChg>
        <pc:spChg chg="mod">
          <ac:chgData name="Bharadwaj, Anirudh Ganesh" userId="dd0e3317-5b21-41a3-a1c0-75362d945c56" providerId="ADAL" clId="{F18DD486-2A02-4708-9ECF-C7CDAC9E0043}" dt="2026-08-19T20:48:04.569" v="1077" actId="20577"/>
          <ac:spMkLst>
            <pc:docMk/>
            <pc:sldMk cId="1727078247" sldId="1330"/>
            <ac:spMk id="23" creationId="{8EC660C1-47B4-F700-69AB-C4C47E7DEBE6}"/>
          </ac:spMkLst>
        </pc:spChg>
        <pc:spChg chg="mod">
          <ac:chgData name="Bharadwaj, Anirudh Ganesh" userId="dd0e3317-5b21-41a3-a1c0-75362d945c56" providerId="ADAL" clId="{F18DD486-2A02-4708-9ECF-C7CDAC9E0043}" dt="2026-08-19T20:47:24.331" v="1008"/>
          <ac:spMkLst>
            <pc:docMk/>
            <pc:sldMk cId="1727078247" sldId="1330"/>
            <ac:spMk id="24" creationId="{AD8058F7-B7DA-81C0-0EFD-280623B71517}"/>
          </ac:spMkLst>
        </pc:spChg>
        <pc:spChg chg="mod">
          <ac:chgData name="Bharadwaj, Anirudh Ganesh" userId="dd0e3317-5b21-41a3-a1c0-75362d945c56" providerId="ADAL" clId="{F18DD486-2A02-4708-9ECF-C7CDAC9E0043}" dt="2026-08-19T20:47:45.450" v="1043" actId="20577"/>
          <ac:spMkLst>
            <pc:docMk/>
            <pc:sldMk cId="1727078247" sldId="1330"/>
            <ac:spMk id="25" creationId="{61CB0A09-16DE-01A4-15E6-E30D4B5FF9B4}"/>
          </ac:spMkLst>
        </pc:spChg>
        <pc:spChg chg="mod">
          <ac:chgData name="Bharadwaj, Anirudh Ganesh" userId="dd0e3317-5b21-41a3-a1c0-75362d945c56" providerId="ADAL" clId="{F18DD486-2A02-4708-9ECF-C7CDAC9E0043}" dt="2026-08-19T20:49:16.469" v="1106" actId="1076"/>
          <ac:spMkLst>
            <pc:docMk/>
            <pc:sldMk cId="1727078247" sldId="1330"/>
            <ac:spMk id="27" creationId="{8AC6678C-B882-F7FE-B7E0-4956881CDF20}"/>
          </ac:spMkLst>
        </pc:spChg>
        <pc:spChg chg="mod">
          <ac:chgData name="Bharadwaj, Anirudh Ganesh" userId="dd0e3317-5b21-41a3-a1c0-75362d945c56" providerId="ADAL" clId="{F18DD486-2A02-4708-9ECF-C7CDAC9E0043}" dt="2026-08-19T21:10:55.267" v="1121" actId="1076"/>
          <ac:spMkLst>
            <pc:docMk/>
            <pc:sldMk cId="1727078247" sldId="1330"/>
            <ac:spMk id="28" creationId="{5FF15EA1-2CAC-C58A-E578-A23C272AAF3D}"/>
          </ac:spMkLst>
        </pc:spChg>
        <pc:spChg chg="mod">
          <ac:chgData name="Bharadwaj, Anirudh Ganesh" userId="dd0e3317-5b21-41a3-a1c0-75362d945c56" providerId="ADAL" clId="{F18DD486-2A02-4708-9ECF-C7CDAC9E0043}" dt="2026-08-19T21:11:57.596" v="1124" actId="1076"/>
          <ac:spMkLst>
            <pc:docMk/>
            <pc:sldMk cId="1727078247" sldId="1330"/>
            <ac:spMk id="29" creationId="{490E34D2-B290-B22D-A1C1-A51372D48961}"/>
          </ac:spMkLst>
        </pc:spChg>
        <pc:spChg chg="del mod topLvl">
          <ac:chgData name="Bharadwaj, Anirudh Ganesh" userId="dd0e3317-5b21-41a3-a1c0-75362d945c56" providerId="ADAL" clId="{F18DD486-2A02-4708-9ECF-C7CDAC9E0043}" dt="2026-08-19T21:14:09.046" v="1129" actId="478"/>
          <ac:spMkLst>
            <pc:docMk/>
            <pc:sldMk cId="1727078247" sldId="1330"/>
            <ac:spMk id="33" creationId="{1A671DC4-8E95-B5F7-AD25-58B3EBB88061}"/>
          </ac:spMkLst>
        </pc:spChg>
        <pc:spChg chg="del mod">
          <ac:chgData name="Bharadwaj, Anirudh Ganesh" userId="dd0e3317-5b21-41a3-a1c0-75362d945c56" providerId="ADAL" clId="{F18DD486-2A02-4708-9ECF-C7CDAC9E0043}" dt="2026-08-19T21:14:09.046" v="1129" actId="478"/>
          <ac:spMkLst>
            <pc:docMk/>
            <pc:sldMk cId="1727078247" sldId="1330"/>
            <ac:spMk id="34" creationId="{350CF6B0-6E6A-5A37-D1E4-575851FF31F1}"/>
          </ac:spMkLst>
        </pc:spChg>
        <pc:spChg chg="del mod">
          <ac:chgData name="Bharadwaj, Anirudh Ganesh" userId="dd0e3317-5b21-41a3-a1c0-75362d945c56" providerId="ADAL" clId="{F18DD486-2A02-4708-9ECF-C7CDAC9E0043}" dt="2026-08-19T21:14:09.046" v="1129" actId="478"/>
          <ac:spMkLst>
            <pc:docMk/>
            <pc:sldMk cId="1727078247" sldId="1330"/>
            <ac:spMk id="35" creationId="{F7FEA7EC-7873-9D8B-124E-7C439E1A178A}"/>
          </ac:spMkLst>
        </pc:spChg>
        <pc:spChg chg="del mod">
          <ac:chgData name="Bharadwaj, Anirudh Ganesh" userId="dd0e3317-5b21-41a3-a1c0-75362d945c56" providerId="ADAL" clId="{F18DD486-2A02-4708-9ECF-C7CDAC9E0043}" dt="2026-08-19T21:14:09.046" v="1129" actId="478"/>
          <ac:spMkLst>
            <pc:docMk/>
            <pc:sldMk cId="1727078247" sldId="1330"/>
            <ac:spMk id="36" creationId="{B8685EA9-6FEB-6195-3AE6-A91F85DBC01A}"/>
          </ac:spMkLst>
        </pc:spChg>
        <pc:spChg chg="del mod">
          <ac:chgData name="Bharadwaj, Anirudh Ganesh" userId="dd0e3317-5b21-41a3-a1c0-75362d945c56" providerId="ADAL" clId="{F18DD486-2A02-4708-9ECF-C7CDAC9E0043}" dt="2026-08-19T21:14:09.046" v="1129" actId="478"/>
          <ac:spMkLst>
            <pc:docMk/>
            <pc:sldMk cId="1727078247" sldId="1330"/>
            <ac:spMk id="37" creationId="{14B4148A-4404-ACC7-DCAB-1F9611D4780F}"/>
          </ac:spMkLst>
        </pc:spChg>
        <pc:spChg chg="del mod">
          <ac:chgData name="Bharadwaj, Anirudh Ganesh" userId="dd0e3317-5b21-41a3-a1c0-75362d945c56" providerId="ADAL" clId="{F18DD486-2A02-4708-9ECF-C7CDAC9E0043}" dt="2026-08-19T21:14:09.046" v="1129" actId="478"/>
          <ac:spMkLst>
            <pc:docMk/>
            <pc:sldMk cId="1727078247" sldId="1330"/>
            <ac:spMk id="38" creationId="{FAC880D8-9DF6-D76B-01D0-0105EA480AF2}"/>
          </ac:spMkLst>
        </pc:spChg>
        <pc:spChg chg="mod">
          <ac:chgData name="Bharadwaj, Anirudh Ganesh" userId="dd0e3317-5b21-41a3-a1c0-75362d945c56" providerId="ADAL" clId="{F18DD486-2A02-4708-9ECF-C7CDAC9E0043}" dt="2026-08-19T21:12:38.678" v="1125"/>
          <ac:spMkLst>
            <pc:docMk/>
            <pc:sldMk cId="1727078247" sldId="1330"/>
            <ac:spMk id="39" creationId="{63810892-8D4B-947D-8C98-E5B405C05F21}"/>
          </ac:spMkLst>
        </pc:spChg>
        <pc:spChg chg="mod">
          <ac:chgData name="Bharadwaj, Anirudh Ganesh" userId="dd0e3317-5b21-41a3-a1c0-75362d945c56" providerId="ADAL" clId="{F18DD486-2A02-4708-9ECF-C7CDAC9E0043}" dt="2026-08-19T21:12:38.678" v="1125"/>
          <ac:spMkLst>
            <pc:docMk/>
            <pc:sldMk cId="1727078247" sldId="1330"/>
            <ac:spMk id="41" creationId="{24429A2A-EEDD-7F5A-1E2E-D0C859D86A26}"/>
          </ac:spMkLst>
        </pc:spChg>
        <pc:spChg chg="mod">
          <ac:chgData name="Bharadwaj, Anirudh Ganesh" userId="dd0e3317-5b21-41a3-a1c0-75362d945c56" providerId="ADAL" clId="{F18DD486-2A02-4708-9ECF-C7CDAC9E0043}" dt="2026-08-19T21:12:38.678" v="1125"/>
          <ac:spMkLst>
            <pc:docMk/>
            <pc:sldMk cId="1727078247" sldId="1330"/>
            <ac:spMk id="47" creationId="{AFCCBCEF-D7CD-593C-E42C-CA15739C34CF}"/>
          </ac:spMkLst>
        </pc:spChg>
        <pc:spChg chg="del">
          <ac:chgData name="Bharadwaj, Anirudh Ganesh" userId="dd0e3317-5b21-41a3-a1c0-75362d945c56" providerId="ADAL" clId="{F18DD486-2A02-4708-9ECF-C7CDAC9E0043}" dt="2026-08-19T21:14:45.514" v="1136" actId="478"/>
          <ac:spMkLst>
            <pc:docMk/>
            <pc:sldMk cId="1727078247" sldId="1330"/>
            <ac:spMk id="48" creationId="{99DB0113-C1CE-B9B9-1B40-C95DA0797877}"/>
          </ac:spMkLst>
        </pc:spChg>
        <pc:spChg chg="del mod">
          <ac:chgData name="Bharadwaj, Anirudh Ganesh" userId="dd0e3317-5b21-41a3-a1c0-75362d945c56" providerId="ADAL" clId="{F18DD486-2A02-4708-9ECF-C7CDAC9E0043}" dt="2026-08-19T21:14:45.514" v="1136" actId="478"/>
          <ac:spMkLst>
            <pc:docMk/>
            <pc:sldMk cId="1727078247" sldId="1330"/>
            <ac:spMk id="49" creationId="{77225A42-543C-DCE5-C55F-A9A80A92DA85}"/>
          </ac:spMkLst>
        </pc:spChg>
        <pc:spChg chg="add mod">
          <ac:chgData name="Bharadwaj, Anirudh Ganesh" userId="dd0e3317-5b21-41a3-a1c0-75362d945c56" providerId="ADAL" clId="{F18DD486-2A02-4708-9ECF-C7CDAC9E0043}" dt="2026-08-19T21:15:26.270" v="1139" actId="1076"/>
          <ac:spMkLst>
            <pc:docMk/>
            <pc:sldMk cId="1727078247" sldId="1330"/>
            <ac:spMk id="50" creationId="{D8C86B99-EA06-1FBD-2C6F-863FE88BB629}"/>
          </ac:spMkLst>
        </pc:spChg>
        <pc:spChg chg="add mod">
          <ac:chgData name="Bharadwaj, Anirudh Ganesh" userId="dd0e3317-5b21-41a3-a1c0-75362d945c56" providerId="ADAL" clId="{F18DD486-2A02-4708-9ECF-C7CDAC9E0043}" dt="2026-08-19T21:15:38.707" v="1141" actId="767"/>
          <ac:spMkLst>
            <pc:docMk/>
            <pc:sldMk cId="1727078247" sldId="1330"/>
            <ac:spMk id="51" creationId="{B296E1B4-E690-9B57-902E-0CD6B8770967}"/>
          </ac:spMkLst>
        </pc:spChg>
        <pc:spChg chg="add del">
          <ac:chgData name="Bharadwaj, Anirudh Ganesh" userId="dd0e3317-5b21-41a3-a1c0-75362d945c56" providerId="ADAL" clId="{F18DD486-2A02-4708-9ECF-C7CDAC9E0043}" dt="2026-08-19T21:15:42.058" v="1143" actId="22"/>
          <ac:spMkLst>
            <pc:docMk/>
            <pc:sldMk cId="1727078247" sldId="1330"/>
            <ac:spMk id="53" creationId="{B685E661-A3C1-97AF-3CD4-50666EA159E6}"/>
          </ac:spMkLst>
        </pc:spChg>
        <pc:spChg chg="add mod">
          <ac:chgData name="Bharadwaj, Anirudh Ganesh" userId="dd0e3317-5b21-41a3-a1c0-75362d945c56" providerId="ADAL" clId="{F18DD486-2A02-4708-9ECF-C7CDAC9E0043}" dt="2026-08-19T21:19:12.645" v="1245" actId="164"/>
          <ac:spMkLst>
            <pc:docMk/>
            <pc:sldMk cId="1727078247" sldId="1330"/>
            <ac:spMk id="54" creationId="{5ADF1E62-A393-D1B0-1B98-4CAA69221C7C}"/>
          </ac:spMkLst>
        </pc:spChg>
        <pc:spChg chg="add mod">
          <ac:chgData name="Bharadwaj, Anirudh Ganesh" userId="dd0e3317-5b21-41a3-a1c0-75362d945c56" providerId="ADAL" clId="{F18DD486-2A02-4708-9ECF-C7CDAC9E0043}" dt="2026-08-19T21:19:12.645" v="1245" actId="164"/>
          <ac:spMkLst>
            <pc:docMk/>
            <pc:sldMk cId="1727078247" sldId="1330"/>
            <ac:spMk id="56" creationId="{16D09A2F-0BD3-8946-CB76-4ADBD6C96674}"/>
          </ac:spMkLst>
        </pc:spChg>
        <pc:spChg chg="add mod">
          <ac:chgData name="Bharadwaj, Anirudh Ganesh" userId="dd0e3317-5b21-41a3-a1c0-75362d945c56" providerId="ADAL" clId="{F18DD486-2A02-4708-9ECF-C7CDAC9E0043}" dt="2026-08-19T21:19:12.645" v="1245" actId="164"/>
          <ac:spMkLst>
            <pc:docMk/>
            <pc:sldMk cId="1727078247" sldId="1330"/>
            <ac:spMk id="58" creationId="{7CD8D7D0-6D95-299A-40F6-24FC0D2DE292}"/>
          </ac:spMkLst>
        </pc:spChg>
        <pc:spChg chg="add mod">
          <ac:chgData name="Bharadwaj, Anirudh Ganesh" userId="dd0e3317-5b21-41a3-a1c0-75362d945c56" providerId="ADAL" clId="{F18DD486-2A02-4708-9ECF-C7CDAC9E0043}" dt="2026-08-19T21:19:12.645" v="1245" actId="164"/>
          <ac:spMkLst>
            <pc:docMk/>
            <pc:sldMk cId="1727078247" sldId="1330"/>
            <ac:spMk id="60" creationId="{F8008AAE-5421-4A3F-A903-70DD2CD6F2D4}"/>
          </ac:spMkLst>
        </pc:spChg>
        <pc:spChg chg="add mod">
          <ac:chgData name="Bharadwaj, Anirudh Ganesh" userId="dd0e3317-5b21-41a3-a1c0-75362d945c56" providerId="ADAL" clId="{F18DD486-2A02-4708-9ECF-C7CDAC9E0043}" dt="2026-08-19T21:19:12.645" v="1245" actId="164"/>
          <ac:spMkLst>
            <pc:docMk/>
            <pc:sldMk cId="1727078247" sldId="1330"/>
            <ac:spMk id="62" creationId="{CB52F8EB-4F3F-5992-1EE2-E4484B11F76F}"/>
          </ac:spMkLst>
        </pc:spChg>
        <pc:grpChg chg="add del mod">
          <ac:chgData name="Bharadwaj, Anirudh Ganesh" userId="dd0e3317-5b21-41a3-a1c0-75362d945c56" providerId="ADAL" clId="{F18DD486-2A02-4708-9ECF-C7CDAC9E0043}" dt="2026-08-19T20:46:33.149" v="998" actId="165"/>
          <ac:grpSpMkLst>
            <pc:docMk/>
            <pc:sldMk cId="1727078247" sldId="1330"/>
            <ac:grpSpMk id="2" creationId="{22507D43-0147-1EB5-6F38-26C71C62C7A1}"/>
          </ac:grpSpMkLst>
        </pc:grpChg>
        <pc:grpChg chg="del">
          <ac:chgData name="Bharadwaj, Anirudh Ganesh" userId="dd0e3317-5b21-41a3-a1c0-75362d945c56" providerId="ADAL" clId="{F18DD486-2A02-4708-9ECF-C7CDAC9E0043}" dt="2026-08-19T20:48:39.809" v="1095" actId="165"/>
          <ac:grpSpMkLst>
            <pc:docMk/>
            <pc:sldMk cId="1727078247" sldId="1330"/>
            <ac:grpSpMk id="9" creationId="{CFFFAEF6-BD8C-4E25-CCBC-930ECCAB2973}"/>
          </ac:grpSpMkLst>
        </pc:grpChg>
        <pc:grpChg chg="mod">
          <ac:chgData name="Bharadwaj, Anirudh Ganesh" userId="dd0e3317-5b21-41a3-a1c0-75362d945c56" providerId="ADAL" clId="{F18DD486-2A02-4708-9ECF-C7CDAC9E0043}" dt="2026-08-19T21:10:04.659" v="1112" actId="1076"/>
          <ac:grpSpMkLst>
            <pc:docMk/>
            <pc:sldMk cId="1727078247" sldId="1330"/>
            <ac:grpSpMk id="16" creationId="{640429BA-4597-FBEA-3161-31CA8801D4B9}"/>
          </ac:grpSpMkLst>
        </pc:grpChg>
        <pc:grpChg chg="mod">
          <ac:chgData name="Bharadwaj, Anirudh Ganesh" userId="dd0e3317-5b21-41a3-a1c0-75362d945c56" providerId="ADAL" clId="{F18DD486-2A02-4708-9ECF-C7CDAC9E0043}" dt="2026-08-19T20:49:32.210" v="1109" actId="1076"/>
          <ac:grpSpMkLst>
            <pc:docMk/>
            <pc:sldMk cId="1727078247" sldId="1330"/>
            <ac:grpSpMk id="26" creationId="{195A2543-0E88-4DCE-9866-E38D20B51D24}"/>
          </ac:grpSpMkLst>
        </pc:grpChg>
        <pc:grpChg chg="add mod">
          <ac:chgData name="Bharadwaj, Anirudh Ganesh" userId="dd0e3317-5b21-41a3-a1c0-75362d945c56" providerId="ADAL" clId="{F18DD486-2A02-4708-9ECF-C7CDAC9E0043}" dt="2026-08-19T20:48:53.682" v="1099" actId="338"/>
          <ac:grpSpMkLst>
            <pc:docMk/>
            <pc:sldMk cId="1727078247" sldId="1330"/>
            <ac:grpSpMk id="30" creationId="{ADC2F619-EA94-F9EC-9D22-C117FC88FEB5}"/>
          </ac:grpSpMkLst>
        </pc:grpChg>
        <pc:grpChg chg="del mod">
          <ac:chgData name="Bharadwaj, Anirudh Ganesh" userId="dd0e3317-5b21-41a3-a1c0-75362d945c56" providerId="ADAL" clId="{F18DD486-2A02-4708-9ECF-C7CDAC9E0043}" dt="2026-08-19T21:14:09.046" v="1129" actId="478"/>
          <ac:grpSpMkLst>
            <pc:docMk/>
            <pc:sldMk cId="1727078247" sldId="1330"/>
            <ac:grpSpMk id="31" creationId="{D5174400-6261-5C03-EA8F-31BF019BB48D}"/>
          </ac:grpSpMkLst>
        </pc:grpChg>
        <pc:grpChg chg="mod topLvl">
          <ac:chgData name="Bharadwaj, Anirudh Ganesh" userId="dd0e3317-5b21-41a3-a1c0-75362d945c56" providerId="ADAL" clId="{F18DD486-2A02-4708-9ECF-C7CDAC9E0043}" dt="2026-08-19T21:19:12.645" v="1245" actId="164"/>
          <ac:grpSpMkLst>
            <pc:docMk/>
            <pc:sldMk cId="1727078247" sldId="1330"/>
            <ac:grpSpMk id="32" creationId="{AB01700B-F948-3357-B2C3-9F254D10795D}"/>
          </ac:grpSpMkLst>
        </pc:grpChg>
        <pc:grpChg chg="add mod">
          <ac:chgData name="Bharadwaj, Anirudh Ganesh" userId="dd0e3317-5b21-41a3-a1c0-75362d945c56" providerId="ADAL" clId="{F18DD486-2A02-4708-9ECF-C7CDAC9E0043}" dt="2026-08-19T21:19:17.585" v="1246" actId="1076"/>
          <ac:grpSpMkLst>
            <pc:docMk/>
            <pc:sldMk cId="1727078247" sldId="1330"/>
            <ac:grpSpMk id="63" creationId="{76D0B407-A876-82AE-A31A-2B365644F08D}"/>
          </ac:grpSpMkLst>
        </pc:grpChg>
      </pc:sldChg>
      <pc:sldChg chg="addSp delSp modSp mod">
        <pc:chgData name="Bharadwaj, Anirudh Ganesh" userId="dd0e3317-5b21-41a3-a1c0-75362d945c56" providerId="ADAL" clId="{F18DD486-2A02-4708-9ECF-C7CDAC9E0043}" dt="2026-08-19T20:29:25.779" v="773" actId="1076"/>
        <pc:sldMkLst>
          <pc:docMk/>
          <pc:sldMk cId="1325070445" sldId="1331"/>
        </pc:sldMkLst>
        <pc:spChg chg="del mod">
          <ac:chgData name="Bharadwaj, Anirudh Ganesh" userId="dd0e3317-5b21-41a3-a1c0-75362d945c56" providerId="ADAL" clId="{F18DD486-2A02-4708-9ECF-C7CDAC9E0043}" dt="2026-08-19T20:03:33.970" v="314" actId="478"/>
          <ac:spMkLst>
            <pc:docMk/>
            <pc:sldMk cId="1325070445" sldId="1331"/>
            <ac:spMk id="6" creationId="{DB30F17A-7793-A066-B671-8387BDD7B691}"/>
          </ac:spMkLst>
        </pc:spChg>
        <pc:spChg chg="mod">
          <ac:chgData name="Bharadwaj, Anirudh Ganesh" userId="dd0e3317-5b21-41a3-a1c0-75362d945c56" providerId="ADAL" clId="{F18DD486-2A02-4708-9ECF-C7CDAC9E0043}" dt="2026-08-19T20:00:56.094" v="249"/>
          <ac:spMkLst>
            <pc:docMk/>
            <pc:sldMk cId="1325070445" sldId="1331"/>
            <ac:spMk id="8" creationId="{AC491D09-572D-3A32-5397-D4469DA2F887}"/>
          </ac:spMkLst>
        </pc:spChg>
        <pc:spChg chg="del mod">
          <ac:chgData name="Bharadwaj, Anirudh Ganesh" userId="dd0e3317-5b21-41a3-a1c0-75362d945c56" providerId="ADAL" clId="{F18DD486-2A02-4708-9ECF-C7CDAC9E0043}" dt="2026-08-19T20:21:21.988" v="599" actId="478"/>
          <ac:spMkLst>
            <pc:docMk/>
            <pc:sldMk cId="1325070445" sldId="1331"/>
            <ac:spMk id="9" creationId="{D64FA6D0-705E-CB39-58EF-9DE9062A43A9}"/>
          </ac:spMkLst>
        </pc:spChg>
        <pc:spChg chg="mod">
          <ac:chgData name="Bharadwaj, Anirudh Ganesh" userId="dd0e3317-5b21-41a3-a1c0-75362d945c56" providerId="ADAL" clId="{F18DD486-2A02-4708-9ECF-C7CDAC9E0043}" dt="2026-08-19T20:02:34.797" v="284" actId="14100"/>
          <ac:spMkLst>
            <pc:docMk/>
            <pc:sldMk cId="1325070445" sldId="1331"/>
            <ac:spMk id="13" creationId="{9A0EE3F4-D840-ECE5-4731-02ABD86E2D61}"/>
          </ac:spMkLst>
        </pc:spChg>
        <pc:spChg chg="mod">
          <ac:chgData name="Bharadwaj, Anirudh Ganesh" userId="dd0e3317-5b21-41a3-a1c0-75362d945c56" providerId="ADAL" clId="{F18DD486-2A02-4708-9ECF-C7CDAC9E0043}" dt="2026-08-19T20:02:57.793" v="310" actId="20577"/>
          <ac:spMkLst>
            <pc:docMk/>
            <pc:sldMk cId="1325070445" sldId="1331"/>
            <ac:spMk id="14" creationId="{D30817E6-0F3F-DB80-9588-F4F277042AE1}"/>
          </ac:spMkLst>
        </pc:spChg>
        <pc:spChg chg="mod">
          <ac:chgData name="Bharadwaj, Anirudh Ganesh" userId="dd0e3317-5b21-41a3-a1c0-75362d945c56" providerId="ADAL" clId="{F18DD486-2A02-4708-9ECF-C7CDAC9E0043}" dt="2026-08-19T20:01:19.395" v="252"/>
          <ac:spMkLst>
            <pc:docMk/>
            <pc:sldMk cId="1325070445" sldId="1331"/>
            <ac:spMk id="17" creationId="{A497F734-BE57-F649-6CB4-AADBC00E94BF}"/>
          </ac:spMkLst>
        </pc:spChg>
        <pc:spChg chg="mod">
          <ac:chgData name="Bharadwaj, Anirudh Ganesh" userId="dd0e3317-5b21-41a3-a1c0-75362d945c56" providerId="ADAL" clId="{F18DD486-2A02-4708-9ECF-C7CDAC9E0043}" dt="2026-08-19T20:02:11.011" v="280" actId="14100"/>
          <ac:spMkLst>
            <pc:docMk/>
            <pc:sldMk cId="1325070445" sldId="1331"/>
            <ac:spMk id="19" creationId="{A0A44873-E39A-7D3A-B1CC-8D7F63F9AF0B}"/>
          </ac:spMkLst>
        </pc:spChg>
        <pc:spChg chg="mod">
          <ac:chgData name="Bharadwaj, Anirudh Ganesh" userId="dd0e3317-5b21-41a3-a1c0-75362d945c56" providerId="ADAL" clId="{F18DD486-2A02-4708-9ECF-C7CDAC9E0043}" dt="2026-08-19T20:02:20.194" v="282" actId="1076"/>
          <ac:spMkLst>
            <pc:docMk/>
            <pc:sldMk cId="1325070445" sldId="1331"/>
            <ac:spMk id="20" creationId="{E1DD61F8-9A62-49DD-AB23-4D487B04862F}"/>
          </ac:spMkLst>
        </pc:spChg>
        <pc:spChg chg="mod">
          <ac:chgData name="Bharadwaj, Anirudh Ganesh" userId="dd0e3317-5b21-41a3-a1c0-75362d945c56" providerId="ADAL" clId="{F18DD486-2A02-4708-9ECF-C7CDAC9E0043}" dt="2026-08-19T20:01:24.931" v="253"/>
          <ac:spMkLst>
            <pc:docMk/>
            <pc:sldMk cId="1325070445" sldId="1331"/>
            <ac:spMk id="22" creationId="{63F3AC4C-F706-25B1-5366-FEF32648A07B}"/>
          </ac:spMkLst>
        </pc:spChg>
        <pc:spChg chg="mod">
          <ac:chgData name="Bharadwaj, Anirudh Ganesh" userId="dd0e3317-5b21-41a3-a1c0-75362d945c56" providerId="ADAL" clId="{F18DD486-2A02-4708-9ECF-C7CDAC9E0043}" dt="2026-08-19T20:01:24.931" v="253"/>
          <ac:spMkLst>
            <pc:docMk/>
            <pc:sldMk cId="1325070445" sldId="1331"/>
            <ac:spMk id="24" creationId="{1ADB0030-11AA-404F-CD08-11FA65217A77}"/>
          </ac:spMkLst>
        </pc:spChg>
        <pc:spChg chg="mod">
          <ac:chgData name="Bharadwaj, Anirudh Ganesh" userId="dd0e3317-5b21-41a3-a1c0-75362d945c56" providerId="ADAL" clId="{F18DD486-2A02-4708-9ECF-C7CDAC9E0043}" dt="2026-08-19T20:01:24.931" v="253"/>
          <ac:spMkLst>
            <pc:docMk/>
            <pc:sldMk cId="1325070445" sldId="1331"/>
            <ac:spMk id="25" creationId="{7A72C93E-2F39-2E55-416B-7011AB9B13C5}"/>
          </ac:spMkLst>
        </pc:spChg>
        <pc:spChg chg="add mod">
          <ac:chgData name="Bharadwaj, Anirudh Ganesh" userId="dd0e3317-5b21-41a3-a1c0-75362d945c56" providerId="ADAL" clId="{F18DD486-2A02-4708-9ECF-C7CDAC9E0043}" dt="2026-08-19T20:04:48.879" v="329" actId="164"/>
          <ac:spMkLst>
            <pc:docMk/>
            <pc:sldMk cId="1325070445" sldId="1331"/>
            <ac:spMk id="27" creationId="{6B19F237-DE3E-7646-5DC5-1A5E9E72046C}"/>
          </ac:spMkLst>
        </pc:spChg>
        <pc:spChg chg="add mod">
          <ac:chgData name="Bharadwaj, Anirudh Ganesh" userId="dd0e3317-5b21-41a3-a1c0-75362d945c56" providerId="ADAL" clId="{F18DD486-2A02-4708-9ECF-C7CDAC9E0043}" dt="2026-08-19T20:05:11.856" v="332" actId="164"/>
          <ac:spMkLst>
            <pc:docMk/>
            <pc:sldMk cId="1325070445" sldId="1331"/>
            <ac:spMk id="29" creationId="{16EB20C6-5A98-45F8-FD69-76581644D9EE}"/>
          </ac:spMkLst>
        </pc:spChg>
        <pc:spChg chg="add del">
          <ac:chgData name="Bharadwaj, Anirudh Ganesh" userId="dd0e3317-5b21-41a3-a1c0-75362d945c56" providerId="ADAL" clId="{F18DD486-2A02-4708-9ECF-C7CDAC9E0043}" dt="2026-08-19T20:03:39.816" v="316" actId="478"/>
          <ac:spMkLst>
            <pc:docMk/>
            <pc:sldMk cId="1325070445" sldId="1331"/>
            <ac:spMk id="31" creationId="{E2B6465D-A840-7BFB-4EB2-301880FD93D7}"/>
          </ac:spMkLst>
        </pc:spChg>
        <pc:spChg chg="add mod topLvl">
          <ac:chgData name="Bharadwaj, Anirudh Ganesh" userId="dd0e3317-5b21-41a3-a1c0-75362d945c56" providerId="ADAL" clId="{F18DD486-2A02-4708-9ECF-C7CDAC9E0043}" dt="2026-08-19T20:09:06.049" v="374" actId="164"/>
          <ac:spMkLst>
            <pc:docMk/>
            <pc:sldMk cId="1325070445" sldId="1331"/>
            <ac:spMk id="35" creationId="{7381B492-C12E-1B5B-4951-C3B0CBCAE5FE}"/>
          </ac:spMkLst>
        </pc:spChg>
        <pc:spChg chg="add mod topLvl">
          <ac:chgData name="Bharadwaj, Anirudh Ganesh" userId="dd0e3317-5b21-41a3-a1c0-75362d945c56" providerId="ADAL" clId="{F18DD486-2A02-4708-9ECF-C7CDAC9E0043}" dt="2026-08-19T20:09:06.049" v="374" actId="164"/>
          <ac:spMkLst>
            <pc:docMk/>
            <pc:sldMk cId="1325070445" sldId="1331"/>
            <ac:spMk id="37" creationId="{1F3AC334-B6EC-A30C-3FCF-48086755B23B}"/>
          </ac:spMkLst>
        </pc:spChg>
        <pc:spChg chg="add mod topLvl">
          <ac:chgData name="Bharadwaj, Anirudh Ganesh" userId="dd0e3317-5b21-41a3-a1c0-75362d945c56" providerId="ADAL" clId="{F18DD486-2A02-4708-9ECF-C7CDAC9E0043}" dt="2026-08-19T20:09:06.049" v="374" actId="164"/>
          <ac:spMkLst>
            <pc:docMk/>
            <pc:sldMk cId="1325070445" sldId="1331"/>
            <ac:spMk id="39" creationId="{72625888-D31A-8423-8C74-D348B1C48832}"/>
          </ac:spMkLst>
        </pc:spChg>
        <pc:spChg chg="add mod topLvl">
          <ac:chgData name="Bharadwaj, Anirudh Ganesh" userId="dd0e3317-5b21-41a3-a1c0-75362d945c56" providerId="ADAL" clId="{F18DD486-2A02-4708-9ECF-C7CDAC9E0043}" dt="2026-08-19T20:09:06.049" v="374" actId="164"/>
          <ac:spMkLst>
            <pc:docMk/>
            <pc:sldMk cId="1325070445" sldId="1331"/>
            <ac:spMk id="41" creationId="{8F64319C-51BA-4112-3DBA-78D7B8768515}"/>
          </ac:spMkLst>
        </pc:spChg>
        <pc:spChg chg="add mod topLvl">
          <ac:chgData name="Bharadwaj, Anirudh Ganesh" userId="dd0e3317-5b21-41a3-a1c0-75362d945c56" providerId="ADAL" clId="{F18DD486-2A02-4708-9ECF-C7CDAC9E0043}" dt="2026-08-19T20:09:06.049" v="374" actId="164"/>
          <ac:spMkLst>
            <pc:docMk/>
            <pc:sldMk cId="1325070445" sldId="1331"/>
            <ac:spMk id="43" creationId="{A9C5DA40-DCE7-2463-F624-03759DA8D515}"/>
          </ac:spMkLst>
        </pc:spChg>
        <pc:spChg chg="add mod topLvl">
          <ac:chgData name="Bharadwaj, Anirudh Ganesh" userId="dd0e3317-5b21-41a3-a1c0-75362d945c56" providerId="ADAL" clId="{F18DD486-2A02-4708-9ECF-C7CDAC9E0043}" dt="2026-08-19T20:09:06.049" v="374" actId="164"/>
          <ac:spMkLst>
            <pc:docMk/>
            <pc:sldMk cId="1325070445" sldId="1331"/>
            <ac:spMk id="45" creationId="{F9990EBE-C1AA-48D8-4D5C-6203292D1F5B}"/>
          </ac:spMkLst>
        </pc:spChg>
        <pc:spChg chg="add mod topLvl">
          <ac:chgData name="Bharadwaj, Anirudh Ganesh" userId="dd0e3317-5b21-41a3-a1c0-75362d945c56" providerId="ADAL" clId="{F18DD486-2A02-4708-9ECF-C7CDAC9E0043}" dt="2026-08-19T20:09:06.049" v="374" actId="164"/>
          <ac:spMkLst>
            <pc:docMk/>
            <pc:sldMk cId="1325070445" sldId="1331"/>
            <ac:spMk id="47" creationId="{CD7073BE-2FC4-4E25-9CAD-405B9DF0A550}"/>
          </ac:spMkLst>
        </pc:spChg>
        <pc:spChg chg="add mod topLvl">
          <ac:chgData name="Bharadwaj, Anirudh Ganesh" userId="dd0e3317-5b21-41a3-a1c0-75362d945c56" providerId="ADAL" clId="{F18DD486-2A02-4708-9ECF-C7CDAC9E0043}" dt="2026-08-19T20:08:27.264" v="371" actId="165"/>
          <ac:spMkLst>
            <pc:docMk/>
            <pc:sldMk cId="1325070445" sldId="1331"/>
            <ac:spMk id="49" creationId="{E31360D0-5707-2F62-0597-9AC5FC517834}"/>
          </ac:spMkLst>
        </pc:spChg>
        <pc:spChg chg="add mod topLvl">
          <ac:chgData name="Bharadwaj, Anirudh Ganesh" userId="dd0e3317-5b21-41a3-a1c0-75362d945c56" providerId="ADAL" clId="{F18DD486-2A02-4708-9ECF-C7CDAC9E0043}" dt="2026-08-19T20:09:06.049" v="374" actId="164"/>
          <ac:spMkLst>
            <pc:docMk/>
            <pc:sldMk cId="1325070445" sldId="1331"/>
            <ac:spMk id="51" creationId="{71628EF2-7151-5E56-6DF6-0123E6C67325}"/>
          </ac:spMkLst>
        </pc:spChg>
        <pc:spChg chg="add mod">
          <ac:chgData name="Bharadwaj, Anirudh Ganesh" userId="dd0e3317-5b21-41a3-a1c0-75362d945c56" providerId="ADAL" clId="{F18DD486-2A02-4708-9ECF-C7CDAC9E0043}" dt="2026-08-19T20:09:06.049" v="374" actId="164"/>
          <ac:spMkLst>
            <pc:docMk/>
            <pc:sldMk cId="1325070445" sldId="1331"/>
            <ac:spMk id="56" creationId="{35F95B69-8234-0154-ABE1-B4C84B17F6D4}"/>
          </ac:spMkLst>
        </pc:spChg>
        <pc:spChg chg="add mod">
          <ac:chgData name="Bharadwaj, Anirudh Ganesh" userId="dd0e3317-5b21-41a3-a1c0-75362d945c56" providerId="ADAL" clId="{F18DD486-2A02-4708-9ECF-C7CDAC9E0043}" dt="2026-08-19T20:09:06.049" v="374" actId="164"/>
          <ac:spMkLst>
            <pc:docMk/>
            <pc:sldMk cId="1325070445" sldId="1331"/>
            <ac:spMk id="58" creationId="{907FBA4D-C2E9-1638-E44C-57E60919C0E7}"/>
          </ac:spMkLst>
        </pc:spChg>
        <pc:spChg chg="add mod">
          <ac:chgData name="Bharadwaj, Anirudh Ganesh" userId="dd0e3317-5b21-41a3-a1c0-75362d945c56" providerId="ADAL" clId="{F18DD486-2A02-4708-9ECF-C7CDAC9E0043}" dt="2026-08-19T20:19:43.095" v="589" actId="164"/>
          <ac:spMkLst>
            <pc:docMk/>
            <pc:sldMk cId="1325070445" sldId="1331"/>
            <ac:spMk id="61" creationId="{1520CEBF-8596-9DE8-E226-4A85AF6D39F9}"/>
          </ac:spMkLst>
        </pc:spChg>
        <pc:spChg chg="add mod">
          <ac:chgData name="Bharadwaj, Anirudh Ganesh" userId="dd0e3317-5b21-41a3-a1c0-75362d945c56" providerId="ADAL" clId="{F18DD486-2A02-4708-9ECF-C7CDAC9E0043}" dt="2026-08-19T20:29:25.779" v="773" actId="1076"/>
          <ac:spMkLst>
            <pc:docMk/>
            <pc:sldMk cId="1325070445" sldId="1331"/>
            <ac:spMk id="63" creationId="{2641A576-3B16-A594-201C-E34BC0F90010}"/>
          </ac:spMkLst>
        </pc:spChg>
        <pc:spChg chg="add mod">
          <ac:chgData name="Bharadwaj, Anirudh Ganesh" userId="dd0e3317-5b21-41a3-a1c0-75362d945c56" providerId="ADAL" clId="{F18DD486-2A02-4708-9ECF-C7CDAC9E0043}" dt="2026-08-19T20:19:43.095" v="589" actId="164"/>
          <ac:spMkLst>
            <pc:docMk/>
            <pc:sldMk cId="1325070445" sldId="1331"/>
            <ac:spMk id="65" creationId="{02DAE7C4-F4EA-E88F-E9C4-30355679E62C}"/>
          </ac:spMkLst>
        </pc:spChg>
        <pc:spChg chg="add mod">
          <ac:chgData name="Bharadwaj, Anirudh Ganesh" userId="dd0e3317-5b21-41a3-a1c0-75362d945c56" providerId="ADAL" clId="{F18DD486-2A02-4708-9ECF-C7CDAC9E0043}" dt="2026-08-19T20:20:16.038" v="593" actId="14100"/>
          <ac:spMkLst>
            <pc:docMk/>
            <pc:sldMk cId="1325070445" sldId="1331"/>
            <ac:spMk id="67" creationId="{C952D81F-E997-A364-5173-429FE951A95B}"/>
          </ac:spMkLst>
        </pc:spChg>
        <pc:spChg chg="add mod">
          <ac:chgData name="Bharadwaj, Anirudh Ganesh" userId="dd0e3317-5b21-41a3-a1c0-75362d945c56" providerId="ADAL" clId="{F18DD486-2A02-4708-9ECF-C7CDAC9E0043}" dt="2026-08-19T20:19:43.095" v="589" actId="164"/>
          <ac:spMkLst>
            <pc:docMk/>
            <pc:sldMk cId="1325070445" sldId="1331"/>
            <ac:spMk id="69" creationId="{560C5AF8-176C-ADE7-A6FE-725619B28F1C}"/>
          </ac:spMkLst>
        </pc:spChg>
        <pc:spChg chg="add del mod">
          <ac:chgData name="Bharadwaj, Anirudh Ganesh" userId="dd0e3317-5b21-41a3-a1c0-75362d945c56" providerId="ADAL" clId="{F18DD486-2A02-4708-9ECF-C7CDAC9E0043}" dt="2026-08-19T20:16:21.583" v="541" actId="478"/>
          <ac:spMkLst>
            <pc:docMk/>
            <pc:sldMk cId="1325070445" sldId="1331"/>
            <ac:spMk id="71" creationId="{73C1148F-C044-7178-5844-399542BFDA6A}"/>
          </ac:spMkLst>
        </pc:spChg>
        <pc:spChg chg="add mod">
          <ac:chgData name="Bharadwaj, Anirudh Ganesh" userId="dd0e3317-5b21-41a3-a1c0-75362d945c56" providerId="ADAL" clId="{F18DD486-2A02-4708-9ECF-C7CDAC9E0043}" dt="2026-08-19T20:21:01.850" v="598" actId="1076"/>
          <ac:spMkLst>
            <pc:docMk/>
            <pc:sldMk cId="1325070445" sldId="1331"/>
            <ac:spMk id="73" creationId="{D4AC34A1-1265-712D-921D-02B482E629F4}"/>
          </ac:spMkLst>
        </pc:spChg>
        <pc:grpChg chg="add mod">
          <ac:chgData name="Bharadwaj, Anirudh Ganesh" userId="dd0e3317-5b21-41a3-a1c0-75362d945c56" providerId="ADAL" clId="{F18DD486-2A02-4708-9ECF-C7CDAC9E0043}" dt="2026-08-19T20:05:11.856" v="332" actId="164"/>
          <ac:grpSpMkLst>
            <pc:docMk/>
            <pc:sldMk cId="1325070445" sldId="1331"/>
            <ac:grpSpMk id="5" creationId="{2B1DED90-F5C4-F478-B243-E651957FE803}"/>
          </ac:grpSpMkLst>
        </pc:grpChg>
        <pc:grpChg chg="mod">
          <ac:chgData name="Bharadwaj, Anirudh Ganesh" userId="dd0e3317-5b21-41a3-a1c0-75362d945c56" providerId="ADAL" clId="{F18DD486-2A02-4708-9ECF-C7CDAC9E0043}" dt="2026-08-19T20:00:56.094" v="249"/>
          <ac:grpSpMkLst>
            <pc:docMk/>
            <pc:sldMk cId="1325070445" sldId="1331"/>
            <ac:grpSpMk id="12" creationId="{9908F322-3D4C-E41B-9E1B-5DBE6CA2B2E5}"/>
          </ac:grpSpMkLst>
        </pc:grpChg>
        <pc:grpChg chg="add mod">
          <ac:chgData name="Bharadwaj, Anirudh Ganesh" userId="dd0e3317-5b21-41a3-a1c0-75362d945c56" providerId="ADAL" clId="{F18DD486-2A02-4708-9ECF-C7CDAC9E0043}" dt="2026-08-19T20:04:48.879" v="329" actId="164"/>
          <ac:grpSpMkLst>
            <pc:docMk/>
            <pc:sldMk cId="1325070445" sldId="1331"/>
            <ac:grpSpMk id="16" creationId="{77CA10DB-5448-C1E5-5801-1590539921C8}"/>
          </ac:grpSpMkLst>
        </pc:grpChg>
        <pc:grpChg chg="mod">
          <ac:chgData name="Bharadwaj, Anirudh Ganesh" userId="dd0e3317-5b21-41a3-a1c0-75362d945c56" providerId="ADAL" clId="{F18DD486-2A02-4708-9ECF-C7CDAC9E0043}" dt="2026-08-19T20:01:19.395" v="252"/>
          <ac:grpSpMkLst>
            <pc:docMk/>
            <pc:sldMk cId="1325070445" sldId="1331"/>
            <ac:grpSpMk id="18" creationId="{AEDCAED6-470C-9C43-A3A2-EAE97B4A11A9}"/>
          </ac:grpSpMkLst>
        </pc:grpChg>
        <pc:grpChg chg="add del mod">
          <ac:chgData name="Bharadwaj, Anirudh Ganesh" userId="dd0e3317-5b21-41a3-a1c0-75362d945c56" providerId="ADAL" clId="{F18DD486-2A02-4708-9ECF-C7CDAC9E0043}" dt="2026-08-19T20:03:38.057" v="315" actId="478"/>
          <ac:grpSpMkLst>
            <pc:docMk/>
            <pc:sldMk cId="1325070445" sldId="1331"/>
            <ac:grpSpMk id="21" creationId="{E71A4983-CD76-BA4B-E42B-A8B3C30AD160}"/>
          </ac:grpSpMkLst>
        </pc:grpChg>
        <pc:grpChg chg="mod">
          <ac:chgData name="Bharadwaj, Anirudh Ganesh" userId="dd0e3317-5b21-41a3-a1c0-75362d945c56" providerId="ADAL" clId="{F18DD486-2A02-4708-9ECF-C7CDAC9E0043}" dt="2026-08-19T20:01:24.931" v="253"/>
          <ac:grpSpMkLst>
            <pc:docMk/>
            <pc:sldMk cId="1325070445" sldId="1331"/>
            <ac:grpSpMk id="23" creationId="{8809C61B-E0EE-6A76-6E13-720C5E23AB41}"/>
          </ac:grpSpMkLst>
        </pc:grpChg>
        <pc:grpChg chg="add mod">
          <ac:chgData name="Bharadwaj, Anirudh Ganesh" userId="dd0e3317-5b21-41a3-a1c0-75362d945c56" providerId="ADAL" clId="{F18DD486-2A02-4708-9ECF-C7CDAC9E0043}" dt="2026-08-19T20:04:58.816" v="330" actId="1076"/>
          <ac:grpSpMkLst>
            <pc:docMk/>
            <pc:sldMk cId="1325070445" sldId="1331"/>
            <ac:grpSpMk id="32" creationId="{F8F653B1-BA8E-900C-6D87-D054BE07AB71}"/>
          </ac:grpSpMkLst>
        </pc:grpChg>
        <pc:grpChg chg="add mod">
          <ac:chgData name="Bharadwaj, Anirudh Ganesh" userId="dd0e3317-5b21-41a3-a1c0-75362d945c56" providerId="ADAL" clId="{F18DD486-2A02-4708-9ECF-C7CDAC9E0043}" dt="2026-08-19T20:05:18.509" v="333" actId="1076"/>
          <ac:grpSpMkLst>
            <pc:docMk/>
            <pc:sldMk cId="1325070445" sldId="1331"/>
            <ac:grpSpMk id="33" creationId="{DBF07331-F050-8CEA-CB00-4E693BBBDDF2}"/>
          </ac:grpSpMkLst>
        </pc:grpChg>
        <pc:grpChg chg="add del mod">
          <ac:chgData name="Bharadwaj, Anirudh Ganesh" userId="dd0e3317-5b21-41a3-a1c0-75362d945c56" providerId="ADAL" clId="{F18DD486-2A02-4708-9ECF-C7CDAC9E0043}" dt="2026-08-19T20:06:54.156" v="352" actId="164"/>
          <ac:grpSpMkLst>
            <pc:docMk/>
            <pc:sldMk cId="1325070445" sldId="1331"/>
            <ac:grpSpMk id="52" creationId="{2612008F-D381-150E-C7F2-FA328DB9263A}"/>
          </ac:grpSpMkLst>
        </pc:grpChg>
        <pc:grpChg chg="add del mod">
          <ac:chgData name="Bharadwaj, Anirudh Ganesh" userId="dd0e3317-5b21-41a3-a1c0-75362d945c56" providerId="ADAL" clId="{F18DD486-2A02-4708-9ECF-C7CDAC9E0043}" dt="2026-08-19T20:07:13.340" v="356" actId="165"/>
          <ac:grpSpMkLst>
            <pc:docMk/>
            <pc:sldMk cId="1325070445" sldId="1331"/>
            <ac:grpSpMk id="53" creationId="{78322F44-9E4D-E1E6-F2B1-C9C073761D3B}"/>
          </ac:grpSpMkLst>
        </pc:grpChg>
        <pc:grpChg chg="add del mod">
          <ac:chgData name="Bharadwaj, Anirudh Ganesh" userId="dd0e3317-5b21-41a3-a1c0-75362d945c56" providerId="ADAL" clId="{F18DD486-2A02-4708-9ECF-C7CDAC9E0043}" dt="2026-08-19T20:08:27.264" v="371" actId="165"/>
          <ac:grpSpMkLst>
            <pc:docMk/>
            <pc:sldMk cId="1325070445" sldId="1331"/>
            <ac:grpSpMk id="54" creationId="{67D0779F-72FA-02E0-19B9-64B166A7C413}"/>
          </ac:grpSpMkLst>
        </pc:grpChg>
        <pc:grpChg chg="mod">
          <ac:chgData name="Bharadwaj, Anirudh Ganesh" userId="dd0e3317-5b21-41a3-a1c0-75362d945c56" providerId="ADAL" clId="{F18DD486-2A02-4708-9ECF-C7CDAC9E0043}" dt="2026-08-19T20:19:43.095" v="589" actId="164"/>
          <ac:grpSpMkLst>
            <pc:docMk/>
            <pc:sldMk cId="1325070445" sldId="1331"/>
            <ac:grpSpMk id="59" creationId="{F6DA8072-8C21-6958-EF3D-E81757D70163}"/>
          </ac:grpSpMkLst>
        </pc:grpChg>
        <pc:grpChg chg="add mod">
          <ac:chgData name="Bharadwaj, Anirudh Ganesh" userId="dd0e3317-5b21-41a3-a1c0-75362d945c56" providerId="ADAL" clId="{F18DD486-2A02-4708-9ECF-C7CDAC9E0043}" dt="2026-08-19T20:21:37.562" v="600" actId="1076"/>
          <ac:grpSpMkLst>
            <pc:docMk/>
            <pc:sldMk cId="1325070445" sldId="1331"/>
            <ac:grpSpMk id="74" creationId="{52FAB6A5-8D51-38E3-7022-635020046ADC}"/>
          </ac:grpSpMkLst>
        </pc:grpChg>
      </pc:sldChg>
      <pc:sldChg chg="addSp delSp modSp mod">
        <pc:chgData name="Bharadwaj, Anirudh Ganesh" userId="dd0e3317-5b21-41a3-a1c0-75362d945c56" providerId="ADAL" clId="{F18DD486-2A02-4708-9ECF-C7CDAC9E0043}" dt="2026-08-19T20:26:43.107" v="771" actId="478"/>
        <pc:sldMkLst>
          <pc:docMk/>
          <pc:sldMk cId="3681543910" sldId="1332"/>
        </pc:sldMkLst>
        <pc:spChg chg="del mod">
          <ac:chgData name="Bharadwaj, Anirudh Ganesh" userId="dd0e3317-5b21-41a3-a1c0-75362d945c56" providerId="ADAL" clId="{F18DD486-2A02-4708-9ECF-C7CDAC9E0043}" dt="2026-08-19T20:24:34.484" v="672" actId="478"/>
          <ac:spMkLst>
            <pc:docMk/>
            <pc:sldMk cId="3681543910" sldId="1332"/>
            <ac:spMk id="7" creationId="{C56BDD50-741B-2B4C-E585-4C280022B8BA}"/>
          </ac:spMkLst>
        </pc:spChg>
        <pc:spChg chg="del mod">
          <ac:chgData name="Bharadwaj, Anirudh Ganesh" userId="dd0e3317-5b21-41a3-a1c0-75362d945c56" providerId="ADAL" clId="{F18DD486-2A02-4708-9ECF-C7CDAC9E0043}" dt="2026-08-19T20:26:43.107" v="771" actId="478"/>
          <ac:spMkLst>
            <pc:docMk/>
            <pc:sldMk cId="3681543910" sldId="1332"/>
            <ac:spMk id="11" creationId="{2683DD3F-ADC9-4663-4B99-7DCB04F560B5}"/>
          </ac:spMkLst>
        </pc:spChg>
        <pc:spChg chg="del mod topLvl">
          <ac:chgData name="Bharadwaj, Anirudh Ganesh" userId="dd0e3317-5b21-41a3-a1c0-75362d945c56" providerId="ADAL" clId="{F18DD486-2A02-4708-9ECF-C7CDAC9E0043}" dt="2026-08-19T20:25:00.868" v="677" actId="478"/>
          <ac:spMkLst>
            <pc:docMk/>
            <pc:sldMk cId="3681543910" sldId="1332"/>
            <ac:spMk id="12" creationId="{1A1050F4-3393-40B9-211B-B1C1DC57C842}"/>
          </ac:spMkLst>
        </pc:spChg>
        <pc:spChg chg="del mod">
          <ac:chgData name="Bharadwaj, Anirudh Ganesh" userId="dd0e3317-5b21-41a3-a1c0-75362d945c56" providerId="ADAL" clId="{F18DD486-2A02-4708-9ECF-C7CDAC9E0043}" dt="2026-08-19T20:24:57.044" v="676" actId="478"/>
          <ac:spMkLst>
            <pc:docMk/>
            <pc:sldMk cId="3681543910" sldId="1332"/>
            <ac:spMk id="13" creationId="{C8E00581-7968-07E3-2E45-483699F876EB}"/>
          </ac:spMkLst>
        </pc:spChg>
        <pc:spChg chg="mod">
          <ac:chgData name="Bharadwaj, Anirudh Ganesh" userId="dd0e3317-5b21-41a3-a1c0-75362d945c56" providerId="ADAL" clId="{F18DD486-2A02-4708-9ECF-C7CDAC9E0043}" dt="2026-08-19T20:22:21.766" v="601"/>
          <ac:spMkLst>
            <pc:docMk/>
            <pc:sldMk cId="3681543910" sldId="1332"/>
            <ac:spMk id="15" creationId="{7589BE88-F8C5-832C-EDBE-DD6451DBFBD3}"/>
          </ac:spMkLst>
        </pc:spChg>
        <pc:spChg chg="mod">
          <ac:chgData name="Bharadwaj, Anirudh Ganesh" userId="dd0e3317-5b21-41a3-a1c0-75362d945c56" providerId="ADAL" clId="{F18DD486-2A02-4708-9ECF-C7CDAC9E0043}" dt="2026-08-19T20:23:01.501" v="626" actId="20577"/>
          <ac:spMkLst>
            <pc:docMk/>
            <pc:sldMk cId="3681543910" sldId="1332"/>
            <ac:spMk id="16" creationId="{0D83CA39-E9B2-919D-4DB9-A501DAA913B4}"/>
          </ac:spMkLst>
        </pc:spChg>
        <pc:spChg chg="mod">
          <ac:chgData name="Bharadwaj, Anirudh Ganesh" userId="dd0e3317-5b21-41a3-a1c0-75362d945c56" providerId="ADAL" clId="{F18DD486-2A02-4708-9ECF-C7CDAC9E0043}" dt="2026-08-19T20:22:21.766" v="601"/>
          <ac:spMkLst>
            <pc:docMk/>
            <pc:sldMk cId="3681543910" sldId="1332"/>
            <ac:spMk id="19" creationId="{F574E34D-B0C3-42BF-F443-A006C7942A89}"/>
          </ac:spMkLst>
        </pc:spChg>
        <pc:spChg chg="mod">
          <ac:chgData name="Bharadwaj, Anirudh Ganesh" userId="dd0e3317-5b21-41a3-a1c0-75362d945c56" providerId="ADAL" clId="{F18DD486-2A02-4708-9ECF-C7CDAC9E0043}" dt="2026-08-19T20:22:21.766" v="601"/>
          <ac:spMkLst>
            <pc:docMk/>
            <pc:sldMk cId="3681543910" sldId="1332"/>
            <ac:spMk id="20" creationId="{131439C2-01A1-4D67-8AB0-38BEBA29DA42}"/>
          </ac:spMkLst>
        </pc:spChg>
        <pc:spChg chg="mod">
          <ac:chgData name="Bharadwaj, Anirudh Ganesh" userId="dd0e3317-5b21-41a3-a1c0-75362d945c56" providerId="ADAL" clId="{F18DD486-2A02-4708-9ECF-C7CDAC9E0043}" dt="2026-08-19T20:22:21.766" v="601"/>
          <ac:spMkLst>
            <pc:docMk/>
            <pc:sldMk cId="3681543910" sldId="1332"/>
            <ac:spMk id="22" creationId="{29BAE9A6-7B54-6FFA-A107-B3A9BF6AC395}"/>
          </ac:spMkLst>
        </pc:spChg>
        <pc:spChg chg="mod">
          <ac:chgData name="Bharadwaj, Anirudh Ganesh" userId="dd0e3317-5b21-41a3-a1c0-75362d945c56" providerId="ADAL" clId="{F18DD486-2A02-4708-9ECF-C7CDAC9E0043}" dt="2026-08-19T20:22:21.766" v="601"/>
          <ac:spMkLst>
            <pc:docMk/>
            <pc:sldMk cId="3681543910" sldId="1332"/>
            <ac:spMk id="23" creationId="{BBA95146-F4CC-D2FE-69B4-0B468F0DAA6A}"/>
          </ac:spMkLst>
        </pc:spChg>
        <pc:spChg chg="mod">
          <ac:chgData name="Bharadwaj, Anirudh Ganesh" userId="dd0e3317-5b21-41a3-a1c0-75362d945c56" providerId="ADAL" clId="{F18DD486-2A02-4708-9ECF-C7CDAC9E0043}" dt="2026-08-19T20:23:56.905" v="632"/>
          <ac:spMkLst>
            <pc:docMk/>
            <pc:sldMk cId="3681543910" sldId="1332"/>
            <ac:spMk id="26" creationId="{1F92A576-5115-489E-8FCC-29CDD705FA77}"/>
          </ac:spMkLst>
        </pc:spChg>
        <pc:spChg chg="mod">
          <ac:chgData name="Bharadwaj, Anirudh Ganesh" userId="dd0e3317-5b21-41a3-a1c0-75362d945c56" providerId="ADAL" clId="{F18DD486-2A02-4708-9ECF-C7CDAC9E0043}" dt="2026-08-19T20:24:48.823" v="674" actId="1076"/>
          <ac:spMkLst>
            <pc:docMk/>
            <pc:sldMk cId="3681543910" sldId="1332"/>
            <ac:spMk id="27" creationId="{B6C333C6-3856-4505-2A52-2A0AEEC45779}"/>
          </ac:spMkLst>
        </pc:spChg>
        <pc:spChg chg="mod">
          <ac:chgData name="Bharadwaj, Anirudh Ganesh" userId="dd0e3317-5b21-41a3-a1c0-75362d945c56" providerId="ADAL" clId="{F18DD486-2A02-4708-9ECF-C7CDAC9E0043}" dt="2026-08-19T20:23:19.396" v="629"/>
          <ac:spMkLst>
            <pc:docMk/>
            <pc:sldMk cId="3681543910" sldId="1332"/>
            <ac:spMk id="29" creationId="{B1BD3A0F-4C41-6881-87C1-C1B4C001115F}"/>
          </ac:spMkLst>
        </pc:spChg>
        <pc:spChg chg="mod">
          <ac:chgData name="Bharadwaj, Anirudh Ganesh" userId="dd0e3317-5b21-41a3-a1c0-75362d945c56" providerId="ADAL" clId="{F18DD486-2A02-4708-9ECF-C7CDAC9E0043}" dt="2026-08-19T20:24:08.557" v="651" actId="20577"/>
          <ac:spMkLst>
            <pc:docMk/>
            <pc:sldMk cId="3681543910" sldId="1332"/>
            <ac:spMk id="30" creationId="{A0993DE6-B15B-7E50-EA11-DB13CE63D1C2}"/>
          </ac:spMkLst>
        </pc:spChg>
        <pc:spChg chg="mod">
          <ac:chgData name="Bharadwaj, Anirudh Ganesh" userId="dd0e3317-5b21-41a3-a1c0-75362d945c56" providerId="ADAL" clId="{F18DD486-2A02-4708-9ECF-C7CDAC9E0043}" dt="2026-08-19T20:24:28.559" v="671"/>
          <ac:spMkLst>
            <pc:docMk/>
            <pc:sldMk cId="3681543910" sldId="1332"/>
            <ac:spMk id="33" creationId="{38B5CBB5-A601-140F-C774-7DD5DD5628B7}"/>
          </ac:spMkLst>
        </pc:spChg>
        <pc:spChg chg="mod">
          <ac:chgData name="Bharadwaj, Anirudh Ganesh" userId="dd0e3317-5b21-41a3-a1c0-75362d945c56" providerId="ADAL" clId="{F18DD486-2A02-4708-9ECF-C7CDAC9E0043}" dt="2026-08-19T20:23:19.396" v="629"/>
          <ac:spMkLst>
            <pc:docMk/>
            <pc:sldMk cId="3681543910" sldId="1332"/>
            <ac:spMk id="34" creationId="{9AD96292-C983-86A8-ACE4-1BF6B0C120DE}"/>
          </ac:spMkLst>
        </pc:spChg>
        <pc:spChg chg="mod">
          <ac:chgData name="Bharadwaj, Anirudh Ganesh" userId="dd0e3317-5b21-41a3-a1c0-75362d945c56" providerId="ADAL" clId="{F18DD486-2A02-4708-9ECF-C7CDAC9E0043}" dt="2026-08-19T20:23:19.396" v="629"/>
          <ac:spMkLst>
            <pc:docMk/>
            <pc:sldMk cId="3681543910" sldId="1332"/>
            <ac:spMk id="36" creationId="{1825623B-116C-8E59-AE7C-6761EA7B573D}"/>
          </ac:spMkLst>
        </pc:spChg>
        <pc:spChg chg="mod">
          <ac:chgData name="Bharadwaj, Anirudh Ganesh" userId="dd0e3317-5b21-41a3-a1c0-75362d945c56" providerId="ADAL" clId="{F18DD486-2A02-4708-9ECF-C7CDAC9E0043}" dt="2026-08-19T20:24:20.955" v="670" actId="20577"/>
          <ac:spMkLst>
            <pc:docMk/>
            <pc:sldMk cId="3681543910" sldId="1332"/>
            <ac:spMk id="37" creationId="{60922C1A-2490-C211-62B7-BAFC94AD6995}"/>
          </ac:spMkLst>
        </pc:spChg>
        <pc:spChg chg="add mod">
          <ac:chgData name="Bharadwaj, Anirudh Ganesh" userId="dd0e3317-5b21-41a3-a1c0-75362d945c56" providerId="ADAL" clId="{F18DD486-2A02-4708-9ECF-C7CDAC9E0043}" dt="2026-08-19T20:25:49.155" v="683" actId="164"/>
          <ac:spMkLst>
            <pc:docMk/>
            <pc:sldMk cId="3681543910" sldId="1332"/>
            <ac:spMk id="39" creationId="{F61D678D-4E16-3E5F-6081-7049BAFC0C71}"/>
          </ac:spMkLst>
        </pc:spChg>
        <pc:spChg chg="add mod">
          <ac:chgData name="Bharadwaj, Anirudh Ganesh" userId="dd0e3317-5b21-41a3-a1c0-75362d945c56" providerId="ADAL" clId="{F18DD486-2A02-4708-9ECF-C7CDAC9E0043}" dt="2026-08-19T20:26:03.051" v="702" actId="20577"/>
          <ac:spMkLst>
            <pc:docMk/>
            <pc:sldMk cId="3681543910" sldId="1332"/>
            <ac:spMk id="41" creationId="{1AE8AC39-5C0C-F9CC-1A22-4F92DFE99D91}"/>
          </ac:spMkLst>
        </pc:spChg>
        <pc:spChg chg="add mod">
          <ac:chgData name="Bharadwaj, Anirudh Ganesh" userId="dd0e3317-5b21-41a3-a1c0-75362d945c56" providerId="ADAL" clId="{F18DD486-2A02-4708-9ECF-C7CDAC9E0043}" dt="2026-08-19T20:25:49.155" v="683" actId="164"/>
          <ac:spMkLst>
            <pc:docMk/>
            <pc:sldMk cId="3681543910" sldId="1332"/>
            <ac:spMk id="43" creationId="{FE1C0E3B-80C8-296F-F980-E9DBF83F3562}"/>
          </ac:spMkLst>
        </pc:spChg>
        <pc:spChg chg="add mod">
          <ac:chgData name="Bharadwaj, Anirudh Ganesh" userId="dd0e3317-5b21-41a3-a1c0-75362d945c56" providerId="ADAL" clId="{F18DD486-2A02-4708-9ECF-C7CDAC9E0043}" dt="2026-08-19T20:26:11.269" v="727" actId="20577"/>
          <ac:spMkLst>
            <pc:docMk/>
            <pc:sldMk cId="3681543910" sldId="1332"/>
            <ac:spMk id="45" creationId="{6C47340C-F1A8-0409-B11B-8E5078DC3367}"/>
          </ac:spMkLst>
        </pc:spChg>
        <pc:spChg chg="add mod">
          <ac:chgData name="Bharadwaj, Anirudh Ganesh" userId="dd0e3317-5b21-41a3-a1c0-75362d945c56" providerId="ADAL" clId="{F18DD486-2A02-4708-9ECF-C7CDAC9E0043}" dt="2026-08-19T20:25:49.155" v="683" actId="164"/>
          <ac:spMkLst>
            <pc:docMk/>
            <pc:sldMk cId="3681543910" sldId="1332"/>
            <ac:spMk id="47" creationId="{C1BE607D-7E19-92A5-86B5-12F472ACD63B}"/>
          </ac:spMkLst>
        </pc:spChg>
        <pc:spChg chg="add mod">
          <ac:chgData name="Bharadwaj, Anirudh Ganesh" userId="dd0e3317-5b21-41a3-a1c0-75362d945c56" providerId="ADAL" clId="{F18DD486-2A02-4708-9ECF-C7CDAC9E0043}" dt="2026-08-19T20:26:23.837" v="766" actId="20577"/>
          <ac:spMkLst>
            <pc:docMk/>
            <pc:sldMk cId="3681543910" sldId="1332"/>
            <ac:spMk id="49" creationId="{CED2F2B5-91AE-9373-1212-DFBDF5F4ECAD}"/>
          </ac:spMkLst>
        </pc:spChg>
        <pc:grpChg chg="del">
          <ac:chgData name="Bharadwaj, Anirudh Ganesh" userId="dd0e3317-5b21-41a3-a1c0-75362d945c56" providerId="ADAL" clId="{F18DD486-2A02-4708-9ECF-C7CDAC9E0043}" dt="2026-08-19T20:25:00.868" v="677" actId="478"/>
          <ac:grpSpMkLst>
            <pc:docMk/>
            <pc:sldMk cId="3681543910" sldId="1332"/>
            <ac:grpSpMk id="5" creationId="{1AE98AD5-4CD3-9A17-82EF-73030A7ED4C4}"/>
          </ac:grpSpMkLst>
        </pc:grpChg>
        <pc:grpChg chg="del">
          <ac:chgData name="Bharadwaj, Anirudh Ganesh" userId="dd0e3317-5b21-41a3-a1c0-75362d945c56" providerId="ADAL" clId="{F18DD486-2A02-4708-9ECF-C7CDAC9E0043}" dt="2026-08-19T20:24:57.044" v="676" actId="478"/>
          <ac:grpSpMkLst>
            <pc:docMk/>
            <pc:sldMk cId="3681543910" sldId="1332"/>
            <ac:grpSpMk id="8" creationId="{AF43B586-A33A-D4B5-101E-C3D832A3F026}"/>
          </ac:grpSpMkLst>
        </pc:grpChg>
        <pc:grpChg chg="del mod topLvl">
          <ac:chgData name="Bharadwaj, Anirudh Ganesh" userId="dd0e3317-5b21-41a3-a1c0-75362d945c56" providerId="ADAL" clId="{F18DD486-2A02-4708-9ECF-C7CDAC9E0043}" dt="2026-08-19T20:25:02.115" v="678" actId="478"/>
          <ac:grpSpMkLst>
            <pc:docMk/>
            <pc:sldMk cId="3681543910" sldId="1332"/>
            <ac:grpSpMk id="14" creationId="{3BDD9499-AFF4-DE63-5264-9563FAD84427}"/>
          </ac:grpSpMkLst>
        </pc:grpChg>
        <pc:grpChg chg="del mod">
          <ac:chgData name="Bharadwaj, Anirudh Ganesh" userId="dd0e3317-5b21-41a3-a1c0-75362d945c56" providerId="ADAL" clId="{F18DD486-2A02-4708-9ECF-C7CDAC9E0043}" dt="2026-08-19T20:23:47.180" v="631" actId="478"/>
          <ac:grpSpMkLst>
            <pc:docMk/>
            <pc:sldMk cId="3681543910" sldId="1332"/>
            <ac:grpSpMk id="17" creationId="{B2D575BB-1828-4D6D-A9B2-F86A08CBEAA8}"/>
          </ac:grpSpMkLst>
        </pc:grpChg>
        <pc:grpChg chg="mod">
          <ac:chgData name="Bharadwaj, Anirudh Ganesh" userId="dd0e3317-5b21-41a3-a1c0-75362d945c56" providerId="ADAL" clId="{F18DD486-2A02-4708-9ECF-C7CDAC9E0043}" dt="2026-08-19T20:22:21.766" v="601"/>
          <ac:grpSpMkLst>
            <pc:docMk/>
            <pc:sldMk cId="3681543910" sldId="1332"/>
            <ac:grpSpMk id="21" creationId="{2AC45B76-10AE-64C9-2252-C90D2101F6B7}"/>
          </ac:grpSpMkLst>
        </pc:grpChg>
        <pc:grpChg chg="add mod">
          <ac:chgData name="Bharadwaj, Anirudh Ganesh" userId="dd0e3317-5b21-41a3-a1c0-75362d945c56" providerId="ADAL" clId="{F18DD486-2A02-4708-9ECF-C7CDAC9E0043}" dt="2026-08-19T20:25:17.357" v="681" actId="1076"/>
          <ac:grpSpMkLst>
            <pc:docMk/>
            <pc:sldMk cId="3681543910" sldId="1332"/>
            <ac:grpSpMk id="24" creationId="{2D6472BD-2BBE-25D1-18D5-AD8D41C90A45}"/>
          </ac:grpSpMkLst>
        </pc:grpChg>
        <pc:grpChg chg="add mod">
          <ac:chgData name="Bharadwaj, Anirudh Ganesh" userId="dd0e3317-5b21-41a3-a1c0-75362d945c56" providerId="ADAL" clId="{F18DD486-2A02-4708-9ECF-C7CDAC9E0043}" dt="2026-08-19T20:25:15.432" v="680" actId="1076"/>
          <ac:grpSpMkLst>
            <pc:docMk/>
            <pc:sldMk cId="3681543910" sldId="1332"/>
            <ac:grpSpMk id="31" creationId="{F76AB800-64ED-9CFB-4342-112F0A2CE30E}"/>
          </ac:grpSpMkLst>
        </pc:grpChg>
        <pc:grpChg chg="add mod">
          <ac:chgData name="Bharadwaj, Anirudh Ganesh" userId="dd0e3317-5b21-41a3-a1c0-75362d945c56" providerId="ADAL" clId="{F18DD486-2A02-4708-9ECF-C7CDAC9E0043}" dt="2026-08-19T20:26:40.170" v="770" actId="1076"/>
          <ac:grpSpMkLst>
            <pc:docMk/>
            <pc:sldMk cId="3681543910" sldId="1332"/>
            <ac:grpSpMk id="50" creationId="{BE72CF39-1131-FC7A-57A6-80D369FBF266}"/>
          </ac:grpSpMkLst>
        </pc:grpChg>
      </pc:sldChg>
      <pc:sldChg chg="addSp delSp modSp mod">
        <pc:chgData name="Bharadwaj, Anirudh Ganesh" userId="dd0e3317-5b21-41a3-a1c0-75362d945c56" providerId="ADAL" clId="{F18DD486-2A02-4708-9ECF-C7CDAC9E0043}" dt="2026-08-19T20:44:33.384" v="990" actId="1076"/>
        <pc:sldMkLst>
          <pc:docMk/>
          <pc:sldMk cId="1856302770" sldId="1333"/>
        </pc:sldMkLst>
        <pc:spChg chg="mod topLvl">
          <ac:chgData name="Bharadwaj, Anirudh Ganesh" userId="dd0e3317-5b21-41a3-a1c0-75362d945c56" providerId="ADAL" clId="{F18DD486-2A02-4708-9ECF-C7CDAC9E0043}" dt="2026-08-19T20:42:56.463" v="980" actId="164"/>
          <ac:spMkLst>
            <pc:docMk/>
            <pc:sldMk cId="1856302770" sldId="1333"/>
            <ac:spMk id="5" creationId="{32D6CD01-5DB6-1F58-9F4B-A62C5D430094}"/>
          </ac:spMkLst>
        </pc:spChg>
        <pc:spChg chg="del mod">
          <ac:chgData name="Bharadwaj, Anirudh Ganesh" userId="dd0e3317-5b21-41a3-a1c0-75362d945c56" providerId="ADAL" clId="{F18DD486-2A02-4708-9ECF-C7CDAC9E0043}" dt="2026-08-19T20:38:31.351" v="846" actId="21"/>
          <ac:spMkLst>
            <pc:docMk/>
            <pc:sldMk cId="1856302770" sldId="1333"/>
            <ac:spMk id="6" creationId="{15804F43-6CB1-C25F-F4F3-85731C1C52CF}"/>
          </ac:spMkLst>
        </pc:spChg>
        <pc:spChg chg="mod">
          <ac:chgData name="Bharadwaj, Anirudh Ganesh" userId="dd0e3317-5b21-41a3-a1c0-75362d945c56" providerId="ADAL" clId="{F18DD486-2A02-4708-9ECF-C7CDAC9E0043}" dt="2026-08-19T20:39:45.501" v="862" actId="165"/>
          <ac:spMkLst>
            <pc:docMk/>
            <pc:sldMk cId="1856302770" sldId="1333"/>
            <ac:spMk id="9" creationId="{ACD9919A-7A9D-548D-8D3F-832F695A0868}"/>
          </ac:spMkLst>
        </pc:spChg>
        <pc:spChg chg="mod">
          <ac:chgData name="Bharadwaj, Anirudh Ganesh" userId="dd0e3317-5b21-41a3-a1c0-75362d945c56" providerId="ADAL" clId="{F18DD486-2A02-4708-9ECF-C7CDAC9E0043}" dt="2026-08-19T20:41:21.938" v="913" actId="20577"/>
          <ac:spMkLst>
            <pc:docMk/>
            <pc:sldMk cId="1856302770" sldId="1333"/>
            <ac:spMk id="13" creationId="{EC480AFD-DC36-FF9E-E20B-793AF7B88603}"/>
          </ac:spMkLst>
        </pc:spChg>
        <pc:spChg chg="add del mod topLvl">
          <ac:chgData name="Bharadwaj, Anirudh Ganesh" userId="dd0e3317-5b21-41a3-a1c0-75362d945c56" providerId="ADAL" clId="{F18DD486-2A02-4708-9ECF-C7CDAC9E0043}" dt="2026-08-19T20:39:01.683" v="854" actId="478"/>
          <ac:spMkLst>
            <pc:docMk/>
            <pc:sldMk cId="1856302770" sldId="1333"/>
            <ac:spMk id="14" creationId="{196269EE-300C-209B-61E0-87CBDA2F6186}"/>
          </ac:spMkLst>
        </pc:spChg>
        <pc:spChg chg="mod topLvl">
          <ac:chgData name="Bharadwaj, Anirudh Ganesh" userId="dd0e3317-5b21-41a3-a1c0-75362d945c56" providerId="ADAL" clId="{F18DD486-2A02-4708-9ECF-C7CDAC9E0043}" dt="2026-08-19T20:42:56.463" v="980" actId="164"/>
          <ac:spMkLst>
            <pc:docMk/>
            <pc:sldMk cId="1856302770" sldId="1333"/>
            <ac:spMk id="16" creationId="{93A19DF8-695F-7E3C-9CA7-0DBBB8B4FAE9}"/>
          </ac:spMkLst>
        </pc:spChg>
        <pc:spChg chg="mod">
          <ac:chgData name="Bharadwaj, Anirudh Ganesh" userId="dd0e3317-5b21-41a3-a1c0-75362d945c56" providerId="ADAL" clId="{F18DD486-2A02-4708-9ECF-C7CDAC9E0043}" dt="2026-08-19T20:39:45.501" v="862" actId="165"/>
          <ac:spMkLst>
            <pc:docMk/>
            <pc:sldMk cId="1856302770" sldId="1333"/>
            <ac:spMk id="18" creationId="{15F4DAE9-2041-9817-8FD0-D9EFF824ED75}"/>
          </ac:spMkLst>
        </pc:spChg>
        <pc:spChg chg="mod">
          <ac:chgData name="Bharadwaj, Anirudh Ganesh" userId="dd0e3317-5b21-41a3-a1c0-75362d945c56" providerId="ADAL" clId="{F18DD486-2A02-4708-9ECF-C7CDAC9E0043}" dt="2026-08-19T20:41:44.120" v="945" actId="20577"/>
          <ac:spMkLst>
            <pc:docMk/>
            <pc:sldMk cId="1856302770" sldId="1333"/>
            <ac:spMk id="19" creationId="{3DE2F5C7-1609-E2E4-17BC-157DF70B4106}"/>
          </ac:spMkLst>
        </pc:spChg>
        <pc:spChg chg="del mod">
          <ac:chgData name="Bharadwaj, Anirudh Ganesh" userId="dd0e3317-5b21-41a3-a1c0-75362d945c56" providerId="ADAL" clId="{F18DD486-2A02-4708-9ECF-C7CDAC9E0043}" dt="2026-08-19T20:37:30.351" v="831" actId="478"/>
          <ac:spMkLst>
            <pc:docMk/>
            <pc:sldMk cId="1856302770" sldId="1333"/>
            <ac:spMk id="20" creationId="{720F5958-F12B-E1A6-1B32-16D89140C9AF}"/>
          </ac:spMkLst>
        </pc:spChg>
        <pc:spChg chg="mod topLvl">
          <ac:chgData name="Bharadwaj, Anirudh Ganesh" userId="dd0e3317-5b21-41a3-a1c0-75362d945c56" providerId="ADAL" clId="{F18DD486-2A02-4708-9ECF-C7CDAC9E0043}" dt="2026-08-19T20:42:56.463" v="980" actId="164"/>
          <ac:spMkLst>
            <pc:docMk/>
            <pc:sldMk cId="1856302770" sldId="1333"/>
            <ac:spMk id="22" creationId="{4DDF331B-CC2E-D1CB-DCBA-5ACFBADED24B}"/>
          </ac:spMkLst>
        </pc:spChg>
        <pc:spChg chg="mod">
          <ac:chgData name="Bharadwaj, Anirudh Ganesh" userId="dd0e3317-5b21-41a3-a1c0-75362d945c56" providerId="ADAL" clId="{F18DD486-2A02-4708-9ECF-C7CDAC9E0043}" dt="2026-08-19T20:39:45.501" v="862" actId="165"/>
          <ac:spMkLst>
            <pc:docMk/>
            <pc:sldMk cId="1856302770" sldId="1333"/>
            <ac:spMk id="24" creationId="{1F38A33C-8345-9724-E2A0-AE1BE9762AF7}"/>
          </ac:spMkLst>
        </pc:spChg>
        <pc:spChg chg="mod">
          <ac:chgData name="Bharadwaj, Anirudh Ganesh" userId="dd0e3317-5b21-41a3-a1c0-75362d945c56" providerId="ADAL" clId="{F18DD486-2A02-4708-9ECF-C7CDAC9E0043}" dt="2026-08-19T20:42:04.126" v="974" actId="20577"/>
          <ac:spMkLst>
            <pc:docMk/>
            <pc:sldMk cId="1856302770" sldId="1333"/>
            <ac:spMk id="25" creationId="{576A8766-9AC0-9F3F-43F2-BE3D409116E6}"/>
          </ac:spMkLst>
        </pc:spChg>
        <pc:spChg chg="add del mod topLvl">
          <ac:chgData name="Bharadwaj, Anirudh Ganesh" userId="dd0e3317-5b21-41a3-a1c0-75362d945c56" providerId="ADAL" clId="{F18DD486-2A02-4708-9ECF-C7CDAC9E0043}" dt="2026-08-19T20:37:32.273" v="832" actId="478"/>
          <ac:spMkLst>
            <pc:docMk/>
            <pc:sldMk cId="1856302770" sldId="1333"/>
            <ac:spMk id="26" creationId="{E958BA0C-AAC2-13BC-3B5A-0C10F7CD74C3}"/>
          </ac:spMkLst>
        </pc:spChg>
        <pc:spChg chg="add mod">
          <ac:chgData name="Bharadwaj, Anirudh Ganesh" userId="dd0e3317-5b21-41a3-a1c0-75362d945c56" providerId="ADAL" clId="{F18DD486-2A02-4708-9ECF-C7CDAC9E0043}" dt="2026-08-19T20:44:33.384" v="990" actId="1076"/>
          <ac:spMkLst>
            <pc:docMk/>
            <pc:sldMk cId="1856302770" sldId="1333"/>
            <ac:spMk id="34" creationId="{9EE10FCC-AEAD-20A0-302C-16D7FB9A6FA6}"/>
          </ac:spMkLst>
        </pc:spChg>
        <pc:spChg chg="add mod">
          <ac:chgData name="Bharadwaj, Anirudh Ganesh" userId="dd0e3317-5b21-41a3-a1c0-75362d945c56" providerId="ADAL" clId="{F18DD486-2A02-4708-9ECF-C7CDAC9E0043}" dt="2026-08-19T20:43:42.141" v="986" actId="164"/>
          <ac:spMkLst>
            <pc:docMk/>
            <pc:sldMk cId="1856302770" sldId="1333"/>
            <ac:spMk id="36" creationId="{1A659D06-1E4A-DEEA-9107-D36214029267}"/>
          </ac:spMkLst>
        </pc:spChg>
        <pc:spChg chg="add mod">
          <ac:chgData name="Bharadwaj, Anirudh Ganesh" userId="dd0e3317-5b21-41a3-a1c0-75362d945c56" providerId="ADAL" clId="{F18DD486-2A02-4708-9ECF-C7CDAC9E0043}" dt="2026-08-19T20:43:42.141" v="986" actId="164"/>
          <ac:spMkLst>
            <pc:docMk/>
            <pc:sldMk cId="1856302770" sldId="1333"/>
            <ac:spMk id="38" creationId="{DFC932A7-F743-AE50-05B2-80B300856CF7}"/>
          </ac:spMkLst>
        </pc:spChg>
        <pc:grpChg chg="del mod">
          <ac:chgData name="Bharadwaj, Anirudh Ganesh" userId="dd0e3317-5b21-41a3-a1c0-75362d945c56" providerId="ADAL" clId="{F18DD486-2A02-4708-9ECF-C7CDAC9E0043}" dt="2026-08-19T20:34:01.626" v="781" actId="165"/>
          <ac:grpSpMkLst>
            <pc:docMk/>
            <pc:sldMk cId="1856302770" sldId="1333"/>
            <ac:grpSpMk id="2" creationId="{1A88324D-C754-610C-8CEE-1BB882FE7303}"/>
          </ac:grpSpMkLst>
        </pc:grpChg>
        <pc:grpChg chg="mod topLvl">
          <ac:chgData name="Bharadwaj, Anirudh Ganesh" userId="dd0e3317-5b21-41a3-a1c0-75362d945c56" providerId="ADAL" clId="{F18DD486-2A02-4708-9ECF-C7CDAC9E0043}" dt="2026-08-19T20:34:15.031" v="784" actId="164"/>
          <ac:grpSpMkLst>
            <pc:docMk/>
            <pc:sldMk cId="1856302770" sldId="1333"/>
            <ac:grpSpMk id="8" creationId="{A20BFB62-62CB-2251-C467-4C881DA6A5B4}"/>
          </ac:grpSpMkLst>
        </pc:grpChg>
        <pc:grpChg chg="del mod">
          <ac:chgData name="Bharadwaj, Anirudh Ganesh" userId="dd0e3317-5b21-41a3-a1c0-75362d945c56" providerId="ADAL" clId="{F18DD486-2A02-4708-9ECF-C7CDAC9E0043}" dt="2026-08-19T20:34:05.729" v="782" actId="165"/>
          <ac:grpSpMkLst>
            <pc:docMk/>
            <pc:sldMk cId="1856302770" sldId="1333"/>
            <ac:grpSpMk id="15" creationId="{AB6044DC-4A54-A8D4-EC0F-ED5C2D142597}"/>
          </ac:grpSpMkLst>
        </pc:grpChg>
        <pc:grpChg chg="mod topLvl">
          <ac:chgData name="Bharadwaj, Anirudh Ganesh" userId="dd0e3317-5b21-41a3-a1c0-75362d945c56" providerId="ADAL" clId="{F18DD486-2A02-4708-9ECF-C7CDAC9E0043}" dt="2026-08-19T20:34:15.031" v="784" actId="164"/>
          <ac:grpSpMkLst>
            <pc:docMk/>
            <pc:sldMk cId="1856302770" sldId="1333"/>
            <ac:grpSpMk id="17" creationId="{4FA92977-8C8E-F57F-4FF5-2ADEA5A7088A}"/>
          </ac:grpSpMkLst>
        </pc:grpChg>
        <pc:grpChg chg="del mod">
          <ac:chgData name="Bharadwaj, Anirudh Ganesh" userId="dd0e3317-5b21-41a3-a1c0-75362d945c56" providerId="ADAL" clId="{F18DD486-2A02-4708-9ECF-C7CDAC9E0043}" dt="2026-08-19T20:34:09.149" v="783" actId="165"/>
          <ac:grpSpMkLst>
            <pc:docMk/>
            <pc:sldMk cId="1856302770" sldId="1333"/>
            <ac:grpSpMk id="21" creationId="{0A3FF28E-4A0E-C34C-146A-09ECF253AD51}"/>
          </ac:grpSpMkLst>
        </pc:grpChg>
        <pc:grpChg chg="mod topLvl">
          <ac:chgData name="Bharadwaj, Anirudh Ganesh" userId="dd0e3317-5b21-41a3-a1c0-75362d945c56" providerId="ADAL" clId="{F18DD486-2A02-4708-9ECF-C7CDAC9E0043}" dt="2026-08-19T20:34:15.031" v="784" actId="164"/>
          <ac:grpSpMkLst>
            <pc:docMk/>
            <pc:sldMk cId="1856302770" sldId="1333"/>
            <ac:grpSpMk id="23" creationId="{F1A03A67-83EE-C140-6B3C-829C6EEC6327}"/>
          </ac:grpSpMkLst>
        </pc:grpChg>
        <pc:grpChg chg="add mod">
          <ac:chgData name="Bharadwaj, Anirudh Ganesh" userId="dd0e3317-5b21-41a3-a1c0-75362d945c56" providerId="ADAL" clId="{F18DD486-2A02-4708-9ECF-C7CDAC9E0043}" dt="2026-08-19T20:33:37.745" v="779" actId="14100"/>
          <ac:grpSpMkLst>
            <pc:docMk/>
            <pc:sldMk cId="1856302770" sldId="1333"/>
            <ac:grpSpMk id="27" creationId="{2EE8564B-34EF-2190-5789-62351A952DDE}"/>
          </ac:grpSpMkLst>
        </pc:grpChg>
        <pc:grpChg chg="add mod">
          <ac:chgData name="Bharadwaj, Anirudh Ganesh" userId="dd0e3317-5b21-41a3-a1c0-75362d945c56" providerId="ADAL" clId="{F18DD486-2A02-4708-9ECF-C7CDAC9E0043}" dt="2026-08-19T20:43:57.002" v="988" actId="1076"/>
          <ac:grpSpMkLst>
            <pc:docMk/>
            <pc:sldMk cId="1856302770" sldId="1333"/>
            <ac:grpSpMk id="28" creationId="{B91FC06F-F3A6-D0FD-653D-E61D2B1D051D}"/>
          </ac:grpSpMkLst>
        </pc:grpChg>
        <pc:grpChg chg="add del mod">
          <ac:chgData name="Bharadwaj, Anirudh Ganesh" userId="dd0e3317-5b21-41a3-a1c0-75362d945c56" providerId="ADAL" clId="{F18DD486-2A02-4708-9ECF-C7CDAC9E0043}" dt="2026-08-19T20:35:06.476" v="794" actId="165"/>
          <ac:grpSpMkLst>
            <pc:docMk/>
            <pc:sldMk cId="1856302770" sldId="1333"/>
            <ac:grpSpMk id="29" creationId="{D1DF6879-354A-F1D3-7789-269A4683CC4A}"/>
          </ac:grpSpMkLst>
        </pc:grpChg>
        <pc:grpChg chg="add del mod">
          <ac:chgData name="Bharadwaj, Anirudh Ganesh" userId="dd0e3317-5b21-41a3-a1c0-75362d945c56" providerId="ADAL" clId="{F18DD486-2A02-4708-9ECF-C7CDAC9E0043}" dt="2026-08-19T20:36:48.371" v="825" actId="165"/>
          <ac:grpSpMkLst>
            <pc:docMk/>
            <pc:sldMk cId="1856302770" sldId="1333"/>
            <ac:grpSpMk id="30" creationId="{A0C00125-CEA5-FC00-8510-902ED18D65F7}"/>
          </ac:grpSpMkLst>
        </pc:grpChg>
        <pc:grpChg chg="add mod topLvl">
          <ac:chgData name="Bharadwaj, Anirudh Ganesh" userId="dd0e3317-5b21-41a3-a1c0-75362d945c56" providerId="ADAL" clId="{F18DD486-2A02-4708-9ECF-C7CDAC9E0043}" dt="2026-08-19T20:43:23.687" v="985" actId="1076"/>
          <ac:grpSpMkLst>
            <pc:docMk/>
            <pc:sldMk cId="1856302770" sldId="1333"/>
            <ac:grpSpMk id="31" creationId="{458595EA-B2BF-03BE-F663-A58F14419679}"/>
          </ac:grpSpMkLst>
        </pc:grpChg>
        <pc:grpChg chg="add mod">
          <ac:chgData name="Bharadwaj, Anirudh Ganesh" userId="dd0e3317-5b21-41a3-a1c0-75362d945c56" providerId="ADAL" clId="{F18DD486-2A02-4708-9ECF-C7CDAC9E0043}" dt="2026-08-19T20:37:56.609" v="839" actId="14100"/>
          <ac:grpSpMkLst>
            <pc:docMk/>
            <pc:sldMk cId="1856302770" sldId="1333"/>
            <ac:grpSpMk id="32" creationId="{C7008DAB-5D59-8FDC-035B-05D62A1AEF07}"/>
          </ac:grpSpMkLst>
        </pc:grpChg>
        <pc:grpChg chg="add mod">
          <ac:chgData name="Bharadwaj, Anirudh Ganesh" userId="dd0e3317-5b21-41a3-a1c0-75362d945c56" providerId="ADAL" clId="{F18DD486-2A02-4708-9ECF-C7CDAC9E0043}" dt="2026-08-19T20:39:34.878" v="861" actId="14100"/>
          <ac:grpSpMkLst>
            <pc:docMk/>
            <pc:sldMk cId="1856302770" sldId="1333"/>
            <ac:grpSpMk id="33" creationId="{F81850D4-5CD4-6886-089D-65578002E7CA}"/>
          </ac:grpSpMkLst>
        </pc:grpChg>
        <pc:grpChg chg="add mod">
          <ac:chgData name="Bharadwaj, Anirudh Ganesh" userId="dd0e3317-5b21-41a3-a1c0-75362d945c56" providerId="ADAL" clId="{F18DD486-2A02-4708-9ECF-C7CDAC9E0043}" dt="2026-08-19T20:42:56.463" v="980" actId="164"/>
          <ac:grpSpMkLst>
            <pc:docMk/>
            <pc:sldMk cId="1856302770" sldId="1333"/>
            <ac:grpSpMk id="39" creationId="{1C0E9A3E-F685-333A-7E8B-B96518E638CF}"/>
          </ac:grpSpMkLst>
        </pc:grpChg>
        <pc:grpChg chg="add mod">
          <ac:chgData name="Bharadwaj, Anirudh Ganesh" userId="dd0e3317-5b21-41a3-a1c0-75362d945c56" providerId="ADAL" clId="{F18DD486-2A02-4708-9ECF-C7CDAC9E0043}" dt="2026-08-19T20:43:50.167" v="987" actId="1076"/>
          <ac:grpSpMkLst>
            <pc:docMk/>
            <pc:sldMk cId="1856302770" sldId="1333"/>
            <ac:grpSpMk id="40" creationId="{3AFD9BC9-370C-F70B-41E1-B265B20D012E}"/>
          </ac:grpSpMkLst>
        </pc:grpChg>
        <pc:picChg chg="mod">
          <ac:chgData name="Bharadwaj, Anirudh Ganesh" userId="dd0e3317-5b21-41a3-a1c0-75362d945c56" providerId="ADAL" clId="{F18DD486-2A02-4708-9ECF-C7CDAC9E0043}" dt="2026-08-19T20:43:59.845" v="989" actId="1076"/>
          <ac:picMkLst>
            <pc:docMk/>
            <pc:sldMk cId="1856302770" sldId="1333"/>
            <ac:picMk id="12" creationId="{5A98A68D-1D3C-D0A8-2051-8D5AFAD3CE32}"/>
          </ac:picMkLst>
        </pc:picChg>
      </pc:sldChg>
      <pc:sldChg chg="addSp delSp modSp mod">
        <pc:chgData name="Bharadwaj, Anirudh Ganesh" userId="dd0e3317-5b21-41a3-a1c0-75362d945c56" providerId="ADAL" clId="{F18DD486-2A02-4708-9ECF-C7CDAC9E0043}" dt="2026-08-19T21:29:23.274" v="1462" actId="108"/>
        <pc:sldMkLst>
          <pc:docMk/>
          <pc:sldMk cId="3485251050" sldId="1334"/>
        </pc:sldMkLst>
        <pc:spChg chg="add mod">
          <ac:chgData name="Bharadwaj, Anirudh Ganesh" userId="dd0e3317-5b21-41a3-a1c0-75362d945c56" providerId="ADAL" clId="{F18DD486-2A02-4708-9ECF-C7CDAC9E0043}" dt="2026-08-19T21:24:48.805" v="1352" actId="164"/>
          <ac:spMkLst>
            <pc:docMk/>
            <pc:sldMk cId="3485251050" sldId="1334"/>
            <ac:spMk id="2" creationId="{D1F67841-6FCC-5E23-8320-8811445F3676}"/>
          </ac:spMkLst>
        </pc:spChg>
        <pc:spChg chg="del">
          <ac:chgData name="Bharadwaj, Anirudh Ganesh" userId="dd0e3317-5b21-41a3-a1c0-75362d945c56" providerId="ADAL" clId="{F18DD486-2A02-4708-9ECF-C7CDAC9E0043}" dt="2026-08-19T21:21:02.541" v="1251" actId="478"/>
          <ac:spMkLst>
            <pc:docMk/>
            <pc:sldMk cId="3485251050" sldId="1334"/>
            <ac:spMk id="5" creationId="{B032D03A-88AE-2D3F-1512-36FCD48547E6}"/>
          </ac:spMkLst>
        </pc:spChg>
        <pc:spChg chg="del mod">
          <ac:chgData name="Bharadwaj, Anirudh Ganesh" userId="dd0e3317-5b21-41a3-a1c0-75362d945c56" providerId="ADAL" clId="{F18DD486-2A02-4708-9ECF-C7CDAC9E0043}" dt="2026-08-19T21:21:05.084" v="1253" actId="478"/>
          <ac:spMkLst>
            <pc:docMk/>
            <pc:sldMk cId="3485251050" sldId="1334"/>
            <ac:spMk id="8" creationId="{4C994207-B5F0-473E-46DC-E628C85A4FA2}"/>
          </ac:spMkLst>
        </pc:spChg>
        <pc:spChg chg="del">
          <ac:chgData name="Bharadwaj, Anirudh Ganesh" userId="dd0e3317-5b21-41a3-a1c0-75362d945c56" providerId="ADAL" clId="{F18DD486-2A02-4708-9ECF-C7CDAC9E0043}" dt="2026-08-19T21:21:06.752" v="1254" actId="478"/>
          <ac:spMkLst>
            <pc:docMk/>
            <pc:sldMk cId="3485251050" sldId="1334"/>
            <ac:spMk id="11" creationId="{5B6EC219-063D-B19E-53A2-BB646BC7F609}"/>
          </ac:spMkLst>
        </pc:spChg>
        <pc:spChg chg="add del mod">
          <ac:chgData name="Bharadwaj, Anirudh Ganesh" userId="dd0e3317-5b21-41a3-a1c0-75362d945c56" providerId="ADAL" clId="{F18DD486-2A02-4708-9ECF-C7CDAC9E0043}" dt="2026-08-19T21:22:32.849" v="1276" actId="478"/>
          <ac:spMkLst>
            <pc:docMk/>
            <pc:sldMk cId="3485251050" sldId="1334"/>
            <ac:spMk id="13" creationId="{BCCE126D-33D9-49C1-AAC3-1093B51A1670}"/>
          </ac:spMkLst>
        </pc:spChg>
        <pc:spChg chg="del mod">
          <ac:chgData name="Bharadwaj, Anirudh Ganesh" userId="dd0e3317-5b21-41a3-a1c0-75362d945c56" providerId="ADAL" clId="{F18DD486-2A02-4708-9ECF-C7CDAC9E0043}" dt="2026-08-19T21:21:18.969" v="1256" actId="478"/>
          <ac:spMkLst>
            <pc:docMk/>
            <pc:sldMk cId="3485251050" sldId="1334"/>
            <ac:spMk id="14" creationId="{2C64ACA9-EF2E-A957-35BB-EE5A8419114F}"/>
          </ac:spMkLst>
        </pc:spChg>
        <pc:spChg chg="mod">
          <ac:chgData name="Bharadwaj, Anirudh Ganesh" userId="dd0e3317-5b21-41a3-a1c0-75362d945c56" providerId="ADAL" clId="{F18DD486-2A02-4708-9ECF-C7CDAC9E0043}" dt="2026-08-19T21:21:15.832" v="1255"/>
          <ac:spMkLst>
            <pc:docMk/>
            <pc:sldMk cId="3485251050" sldId="1334"/>
            <ac:spMk id="15" creationId="{512DB458-05F1-6328-2908-CEB73D3DEB3A}"/>
          </ac:spMkLst>
        </pc:spChg>
        <pc:spChg chg="mod">
          <ac:chgData name="Bharadwaj, Anirudh Ganesh" userId="dd0e3317-5b21-41a3-a1c0-75362d945c56" providerId="ADAL" clId="{F18DD486-2A02-4708-9ECF-C7CDAC9E0043}" dt="2026-08-19T21:24:36.093" v="1351" actId="20577"/>
          <ac:spMkLst>
            <pc:docMk/>
            <pc:sldMk cId="3485251050" sldId="1334"/>
            <ac:spMk id="16" creationId="{CD0329FE-2CCF-43CB-A9A6-5CFCA8711F96}"/>
          </ac:spMkLst>
        </pc:spChg>
        <pc:spChg chg="add del mod topLvl">
          <ac:chgData name="Bharadwaj, Anirudh Ganesh" userId="dd0e3317-5b21-41a3-a1c0-75362d945c56" providerId="ADAL" clId="{F18DD486-2A02-4708-9ECF-C7CDAC9E0043}" dt="2026-08-19T21:22:29.802" v="1275" actId="478"/>
          <ac:spMkLst>
            <pc:docMk/>
            <pc:sldMk cId="3485251050" sldId="1334"/>
            <ac:spMk id="17" creationId="{1EAA365D-3DAA-BAA1-C5E8-4B4A0F41F609}"/>
          </ac:spMkLst>
        </pc:spChg>
        <pc:spChg chg="add del mod topLvl">
          <ac:chgData name="Bharadwaj, Anirudh Ganesh" userId="dd0e3317-5b21-41a3-a1c0-75362d945c56" providerId="ADAL" clId="{F18DD486-2A02-4708-9ECF-C7CDAC9E0043}" dt="2026-08-19T21:23:21.193" v="1330" actId="478"/>
          <ac:spMkLst>
            <pc:docMk/>
            <pc:sldMk cId="3485251050" sldId="1334"/>
            <ac:spMk id="18" creationId="{362A202E-8600-4B61-B0DE-49A23C3F9145}"/>
          </ac:spMkLst>
        </pc:spChg>
        <pc:spChg chg="add mod">
          <ac:chgData name="Bharadwaj, Anirudh Ganesh" userId="dd0e3317-5b21-41a3-a1c0-75362d945c56" providerId="ADAL" clId="{F18DD486-2A02-4708-9ECF-C7CDAC9E0043}" dt="2026-08-19T21:24:48.805" v="1352" actId="164"/>
          <ac:spMkLst>
            <pc:docMk/>
            <pc:sldMk cId="3485251050" sldId="1334"/>
            <ac:spMk id="20" creationId="{21581F24-A5E5-A472-F452-031B6FE036C1}"/>
          </ac:spMkLst>
        </pc:spChg>
        <pc:spChg chg="mod">
          <ac:chgData name="Bharadwaj, Anirudh Ganesh" userId="dd0e3317-5b21-41a3-a1c0-75362d945c56" providerId="ADAL" clId="{F18DD486-2A02-4708-9ECF-C7CDAC9E0043}" dt="2026-08-19T21:24:52.039" v="1353"/>
          <ac:spMkLst>
            <pc:docMk/>
            <pc:sldMk cId="3485251050" sldId="1334"/>
            <ac:spMk id="23" creationId="{2DA2F977-1C65-7308-CA9F-AB5D4194E48C}"/>
          </ac:spMkLst>
        </pc:spChg>
        <pc:spChg chg="mod">
          <ac:chgData name="Bharadwaj, Anirudh Ganesh" userId="dd0e3317-5b21-41a3-a1c0-75362d945c56" providerId="ADAL" clId="{F18DD486-2A02-4708-9ECF-C7CDAC9E0043}" dt="2026-08-19T21:24:52.039" v="1353"/>
          <ac:spMkLst>
            <pc:docMk/>
            <pc:sldMk cId="3485251050" sldId="1334"/>
            <ac:spMk id="25" creationId="{29D5E69F-9B95-D6F9-600E-72218E3885CE}"/>
          </ac:spMkLst>
        </pc:spChg>
        <pc:spChg chg="mod">
          <ac:chgData name="Bharadwaj, Anirudh Ganesh" userId="dd0e3317-5b21-41a3-a1c0-75362d945c56" providerId="ADAL" clId="{F18DD486-2A02-4708-9ECF-C7CDAC9E0043}" dt="2026-08-19T21:26:29.551" v="1414" actId="14100"/>
          <ac:spMkLst>
            <pc:docMk/>
            <pc:sldMk cId="3485251050" sldId="1334"/>
            <ac:spMk id="26" creationId="{036C8A01-82F9-F842-67EC-79B5FBFCA5E5}"/>
          </ac:spMkLst>
        </pc:spChg>
        <pc:spChg chg="mod">
          <ac:chgData name="Bharadwaj, Anirudh Ganesh" userId="dd0e3317-5b21-41a3-a1c0-75362d945c56" providerId="ADAL" clId="{F18DD486-2A02-4708-9ECF-C7CDAC9E0043}" dt="2026-08-19T21:26:31.703" v="1416" actId="27636"/>
          <ac:spMkLst>
            <pc:docMk/>
            <pc:sldMk cId="3485251050" sldId="1334"/>
            <ac:spMk id="27" creationId="{94BC8F84-1308-DBA6-587E-7C12117F79F0}"/>
          </ac:spMkLst>
        </pc:spChg>
        <pc:spChg chg="add del">
          <ac:chgData name="Bharadwaj, Anirudh Ganesh" userId="dd0e3317-5b21-41a3-a1c0-75362d945c56" providerId="ADAL" clId="{F18DD486-2A02-4708-9ECF-C7CDAC9E0043}" dt="2026-08-19T21:27:31.525" v="1423" actId="22"/>
          <ac:spMkLst>
            <pc:docMk/>
            <pc:sldMk cId="3485251050" sldId="1334"/>
            <ac:spMk id="29" creationId="{18BAA255-15BC-D30D-792B-33C6BFB7D014}"/>
          </ac:spMkLst>
        </pc:spChg>
        <pc:spChg chg="mod">
          <ac:chgData name="Bharadwaj, Anirudh Ganesh" userId="dd0e3317-5b21-41a3-a1c0-75362d945c56" providerId="ADAL" clId="{F18DD486-2A02-4708-9ECF-C7CDAC9E0043}" dt="2026-08-19T21:27:34.368" v="1424"/>
          <ac:spMkLst>
            <pc:docMk/>
            <pc:sldMk cId="3485251050" sldId="1334"/>
            <ac:spMk id="31" creationId="{7DAFB7BC-0471-0438-D4E0-C547E37BA7DE}"/>
          </ac:spMkLst>
        </pc:spChg>
        <pc:spChg chg="mod">
          <ac:chgData name="Bharadwaj, Anirudh Ganesh" userId="dd0e3317-5b21-41a3-a1c0-75362d945c56" providerId="ADAL" clId="{F18DD486-2A02-4708-9ECF-C7CDAC9E0043}" dt="2026-08-19T21:29:23.274" v="1462" actId="108"/>
          <ac:spMkLst>
            <pc:docMk/>
            <pc:sldMk cId="3485251050" sldId="1334"/>
            <ac:spMk id="33" creationId="{6348B94D-8920-0AD7-B8AB-4CE528F467D4}"/>
          </ac:spMkLst>
        </pc:spChg>
        <pc:spChg chg="mod">
          <ac:chgData name="Bharadwaj, Anirudh Ganesh" userId="dd0e3317-5b21-41a3-a1c0-75362d945c56" providerId="ADAL" clId="{F18DD486-2A02-4708-9ECF-C7CDAC9E0043}" dt="2026-08-19T21:28:03.878" v="1432" actId="14100"/>
          <ac:spMkLst>
            <pc:docMk/>
            <pc:sldMk cId="3485251050" sldId="1334"/>
            <ac:spMk id="34" creationId="{C66F7921-99D7-DF44-3C9E-B751CE984FB3}"/>
          </ac:spMkLst>
        </pc:spChg>
        <pc:spChg chg="mod">
          <ac:chgData name="Bharadwaj, Anirudh Ganesh" userId="dd0e3317-5b21-41a3-a1c0-75362d945c56" providerId="ADAL" clId="{F18DD486-2A02-4708-9ECF-C7CDAC9E0043}" dt="2026-08-19T21:28:25.571" v="1451" actId="1076"/>
          <ac:spMkLst>
            <pc:docMk/>
            <pc:sldMk cId="3485251050" sldId="1334"/>
            <ac:spMk id="35" creationId="{A65CE5D0-4CED-F143-F9E3-DF9841E6C3CF}"/>
          </ac:spMkLst>
        </pc:spChg>
        <pc:grpChg chg="add del mod">
          <ac:chgData name="Bharadwaj, Anirudh Ganesh" userId="dd0e3317-5b21-41a3-a1c0-75362d945c56" providerId="ADAL" clId="{F18DD486-2A02-4708-9ECF-C7CDAC9E0043}" dt="2026-08-19T21:23:21.193" v="1330" actId="478"/>
          <ac:grpSpMkLst>
            <pc:docMk/>
            <pc:sldMk cId="3485251050" sldId="1334"/>
            <ac:grpSpMk id="3" creationId="{BA5DC0C3-6503-AD75-F69D-2D39DCFB8204}"/>
          </ac:grpSpMkLst>
        </pc:grpChg>
        <pc:grpChg chg="add del mod">
          <ac:chgData name="Bharadwaj, Anirudh Ganesh" userId="dd0e3317-5b21-41a3-a1c0-75362d945c56" providerId="ADAL" clId="{F18DD486-2A02-4708-9ECF-C7CDAC9E0043}" dt="2026-08-19T21:22:29.802" v="1275" actId="478"/>
          <ac:grpSpMkLst>
            <pc:docMk/>
            <pc:sldMk cId="3485251050" sldId="1334"/>
            <ac:grpSpMk id="7" creationId="{CCCDCA74-E682-D2D8-B232-E5A323A25C3C}"/>
          </ac:grpSpMkLst>
        </pc:grpChg>
        <pc:grpChg chg="mod topLvl">
          <ac:chgData name="Bharadwaj, Anirudh Ganesh" userId="dd0e3317-5b21-41a3-a1c0-75362d945c56" providerId="ADAL" clId="{F18DD486-2A02-4708-9ECF-C7CDAC9E0043}" dt="2026-08-19T21:24:48.805" v="1352" actId="164"/>
          <ac:grpSpMkLst>
            <pc:docMk/>
            <pc:sldMk cId="3485251050" sldId="1334"/>
            <ac:grpSpMk id="9" creationId="{6275DC7C-C24E-C730-8586-E095FC78851E}"/>
          </ac:grpSpMkLst>
        </pc:grpChg>
        <pc:grpChg chg="del mod">
          <ac:chgData name="Bharadwaj, Anirudh Ganesh" userId="dd0e3317-5b21-41a3-a1c0-75362d945c56" providerId="ADAL" clId="{F18DD486-2A02-4708-9ECF-C7CDAC9E0043}" dt="2026-08-19T21:21:18.969" v="1256" actId="478"/>
          <ac:grpSpMkLst>
            <pc:docMk/>
            <pc:sldMk cId="3485251050" sldId="1334"/>
            <ac:grpSpMk id="12" creationId="{9CB721C4-3BB9-A622-083E-6C1A1F46540B}"/>
          </ac:grpSpMkLst>
        </pc:grpChg>
        <pc:grpChg chg="add mod">
          <ac:chgData name="Bharadwaj, Anirudh Ganesh" userId="dd0e3317-5b21-41a3-a1c0-75362d945c56" providerId="ADAL" clId="{F18DD486-2A02-4708-9ECF-C7CDAC9E0043}" dt="2026-08-19T21:27:22.364" v="1420" actId="1076"/>
          <ac:grpSpMkLst>
            <pc:docMk/>
            <pc:sldMk cId="3485251050" sldId="1334"/>
            <ac:grpSpMk id="21" creationId="{19617BE8-57C5-9577-A760-C02A5191002A}"/>
          </ac:grpSpMkLst>
        </pc:grpChg>
        <pc:grpChg chg="add mod">
          <ac:chgData name="Bharadwaj, Anirudh Ganesh" userId="dd0e3317-5b21-41a3-a1c0-75362d945c56" providerId="ADAL" clId="{F18DD486-2A02-4708-9ECF-C7CDAC9E0043}" dt="2026-08-19T21:27:26.343" v="1421" actId="1076"/>
          <ac:grpSpMkLst>
            <pc:docMk/>
            <pc:sldMk cId="3485251050" sldId="1334"/>
            <ac:grpSpMk id="22" creationId="{3AF464DA-8494-1AA0-CEB0-62C349DAFDD1}"/>
          </ac:grpSpMkLst>
        </pc:grpChg>
        <pc:grpChg chg="mod">
          <ac:chgData name="Bharadwaj, Anirudh Ganesh" userId="dd0e3317-5b21-41a3-a1c0-75362d945c56" providerId="ADAL" clId="{F18DD486-2A02-4708-9ECF-C7CDAC9E0043}" dt="2026-08-19T21:24:52.039" v="1353"/>
          <ac:grpSpMkLst>
            <pc:docMk/>
            <pc:sldMk cId="3485251050" sldId="1334"/>
            <ac:grpSpMk id="24" creationId="{E5750794-CF75-83E9-21AF-313EAB31170B}"/>
          </ac:grpSpMkLst>
        </pc:grpChg>
        <pc:grpChg chg="add mod">
          <ac:chgData name="Bharadwaj, Anirudh Ganesh" userId="dd0e3317-5b21-41a3-a1c0-75362d945c56" providerId="ADAL" clId="{F18DD486-2A02-4708-9ECF-C7CDAC9E0043}" dt="2026-08-19T21:27:58.799" v="1431" actId="14100"/>
          <ac:grpSpMkLst>
            <pc:docMk/>
            <pc:sldMk cId="3485251050" sldId="1334"/>
            <ac:grpSpMk id="30" creationId="{D3B5CDC4-E7C1-31F6-E6B8-BBAD0E48C16F}"/>
          </ac:grpSpMkLst>
        </pc:grpChg>
        <pc:grpChg chg="mod">
          <ac:chgData name="Bharadwaj, Anirudh Ganesh" userId="dd0e3317-5b21-41a3-a1c0-75362d945c56" providerId="ADAL" clId="{F18DD486-2A02-4708-9ECF-C7CDAC9E0043}" dt="2026-08-19T21:27:34.368" v="1424"/>
          <ac:grpSpMkLst>
            <pc:docMk/>
            <pc:sldMk cId="3485251050" sldId="1334"/>
            <ac:grpSpMk id="32" creationId="{E7309200-0197-3FE4-6A37-BC05F8E1063D}"/>
          </ac:grpSpMkLst>
        </pc:grpChg>
      </pc:sldChg>
      <pc:sldChg chg="addSp delSp modSp mod">
        <pc:chgData name="Bharadwaj, Anirudh Ganesh" userId="dd0e3317-5b21-41a3-a1c0-75362d945c56" providerId="ADAL" clId="{F18DD486-2A02-4708-9ECF-C7CDAC9E0043}" dt="2026-08-19T21:34:42.257" v="1567" actId="14100"/>
        <pc:sldMkLst>
          <pc:docMk/>
          <pc:sldMk cId="3146312581" sldId="1335"/>
        </pc:sldMkLst>
        <pc:spChg chg="del">
          <ac:chgData name="Bharadwaj, Anirudh Ganesh" userId="dd0e3317-5b21-41a3-a1c0-75362d945c56" providerId="ADAL" clId="{F18DD486-2A02-4708-9ECF-C7CDAC9E0043}" dt="2026-08-19T21:32:02.702" v="1466" actId="478"/>
          <ac:spMkLst>
            <pc:docMk/>
            <pc:sldMk cId="3146312581" sldId="1335"/>
            <ac:spMk id="5" creationId="{761E24F5-D8F5-4796-F2FC-2F38CC4B9481}"/>
          </ac:spMkLst>
        </pc:spChg>
        <pc:spChg chg="mod">
          <ac:chgData name="Bharadwaj, Anirudh Ganesh" userId="dd0e3317-5b21-41a3-a1c0-75362d945c56" providerId="ADAL" clId="{F18DD486-2A02-4708-9ECF-C7CDAC9E0043}" dt="2026-08-19T21:33:10.239" v="1493" actId="14100"/>
          <ac:spMkLst>
            <pc:docMk/>
            <pc:sldMk cId="3146312581" sldId="1335"/>
            <ac:spMk id="7" creationId="{8326778A-9946-2E77-3058-132E876F618F}"/>
          </ac:spMkLst>
        </pc:spChg>
        <pc:spChg chg="mod">
          <ac:chgData name="Bharadwaj, Anirudh Ganesh" userId="dd0e3317-5b21-41a3-a1c0-75362d945c56" providerId="ADAL" clId="{F18DD486-2A02-4708-9ECF-C7CDAC9E0043}" dt="2026-08-19T21:33:06.195" v="1492"/>
          <ac:spMkLst>
            <pc:docMk/>
            <pc:sldMk cId="3146312581" sldId="1335"/>
            <ac:spMk id="9" creationId="{492017E4-6533-DC9C-D7DA-8C42742E8B4B}"/>
          </ac:spMkLst>
        </pc:spChg>
        <pc:spChg chg="mod">
          <ac:chgData name="Bharadwaj, Anirudh Ganesh" userId="dd0e3317-5b21-41a3-a1c0-75362d945c56" providerId="ADAL" clId="{F18DD486-2A02-4708-9ECF-C7CDAC9E0043}" dt="2026-08-19T21:32:18.145" v="1470"/>
          <ac:spMkLst>
            <pc:docMk/>
            <pc:sldMk cId="3146312581" sldId="1335"/>
            <ac:spMk id="12" creationId="{B9594614-0227-51FA-CFE4-0994F20752FE}"/>
          </ac:spMkLst>
        </pc:spChg>
        <pc:spChg chg="mod">
          <ac:chgData name="Bharadwaj, Anirudh Ganesh" userId="dd0e3317-5b21-41a3-a1c0-75362d945c56" providerId="ADAL" clId="{F18DD486-2A02-4708-9ECF-C7CDAC9E0043}" dt="2026-08-19T21:32:57.730" v="1491" actId="20577"/>
          <ac:spMkLst>
            <pc:docMk/>
            <pc:sldMk cId="3146312581" sldId="1335"/>
            <ac:spMk id="13" creationId="{0A38F42D-E166-6AD4-CBA4-812DF3C97A67}"/>
          </ac:spMkLst>
        </pc:spChg>
        <pc:spChg chg="mod">
          <ac:chgData name="Bharadwaj, Anirudh Ganesh" userId="dd0e3317-5b21-41a3-a1c0-75362d945c56" providerId="ADAL" clId="{F18DD486-2A02-4708-9ECF-C7CDAC9E0043}" dt="2026-08-19T21:32:18.145" v="1470"/>
          <ac:spMkLst>
            <pc:docMk/>
            <pc:sldMk cId="3146312581" sldId="1335"/>
            <ac:spMk id="15" creationId="{2DE6C374-376D-E4E7-07A8-6D0A72A9A3DE}"/>
          </ac:spMkLst>
        </pc:spChg>
        <pc:spChg chg="mod">
          <ac:chgData name="Bharadwaj, Anirudh Ganesh" userId="dd0e3317-5b21-41a3-a1c0-75362d945c56" providerId="ADAL" clId="{F18DD486-2A02-4708-9ECF-C7CDAC9E0043}" dt="2026-08-19T21:33:22.746" v="1495"/>
          <ac:spMkLst>
            <pc:docMk/>
            <pc:sldMk cId="3146312581" sldId="1335"/>
            <ac:spMk id="17" creationId="{3B3B481D-52E2-AA6E-6D31-66C7FE98F303}"/>
          </ac:spMkLst>
        </pc:spChg>
        <pc:spChg chg="mod">
          <ac:chgData name="Bharadwaj, Anirudh Ganesh" userId="dd0e3317-5b21-41a3-a1c0-75362d945c56" providerId="ADAL" clId="{F18DD486-2A02-4708-9ECF-C7CDAC9E0043}" dt="2026-08-19T21:32:18.145" v="1470"/>
          <ac:spMkLst>
            <pc:docMk/>
            <pc:sldMk cId="3146312581" sldId="1335"/>
            <ac:spMk id="18" creationId="{6456629D-C0DC-DC2A-A672-0717588646E8}"/>
          </ac:spMkLst>
        </pc:spChg>
        <pc:spChg chg="mod">
          <ac:chgData name="Bharadwaj, Anirudh Ganesh" userId="dd0e3317-5b21-41a3-a1c0-75362d945c56" providerId="ADAL" clId="{F18DD486-2A02-4708-9ECF-C7CDAC9E0043}" dt="2026-08-19T21:34:01.863" v="1533" actId="27636"/>
          <ac:spMkLst>
            <pc:docMk/>
            <pc:sldMk cId="3146312581" sldId="1335"/>
            <ac:spMk id="19" creationId="{BA699C48-F4EE-4CAD-E9C0-3BA9E097E1F5}"/>
          </ac:spMkLst>
        </pc:spChg>
        <pc:spChg chg="mod">
          <ac:chgData name="Bharadwaj, Anirudh Ganesh" userId="dd0e3317-5b21-41a3-a1c0-75362d945c56" providerId="ADAL" clId="{F18DD486-2A02-4708-9ECF-C7CDAC9E0043}" dt="2026-08-19T21:32:18.145" v="1470"/>
          <ac:spMkLst>
            <pc:docMk/>
            <pc:sldMk cId="3146312581" sldId="1335"/>
            <ac:spMk id="21" creationId="{52F742DF-FF73-9637-8657-D52368ACACE8}"/>
          </ac:spMkLst>
        </pc:spChg>
        <pc:spChg chg="mod">
          <ac:chgData name="Bharadwaj, Anirudh Ganesh" userId="dd0e3317-5b21-41a3-a1c0-75362d945c56" providerId="ADAL" clId="{F18DD486-2A02-4708-9ECF-C7CDAC9E0043}" dt="2026-08-19T21:34:17.996" v="1558" actId="1076"/>
          <ac:spMkLst>
            <pc:docMk/>
            <pc:sldMk cId="3146312581" sldId="1335"/>
            <ac:spMk id="23" creationId="{CEF4BBE2-9E7B-EC95-CE2A-4B4D847D28D0}"/>
          </ac:spMkLst>
        </pc:spChg>
        <pc:spChg chg="mod">
          <ac:chgData name="Bharadwaj, Anirudh Ganesh" userId="dd0e3317-5b21-41a3-a1c0-75362d945c56" providerId="ADAL" clId="{F18DD486-2A02-4708-9ECF-C7CDAC9E0043}" dt="2026-08-19T21:34:13.651" v="1557" actId="20577"/>
          <ac:spMkLst>
            <pc:docMk/>
            <pc:sldMk cId="3146312581" sldId="1335"/>
            <ac:spMk id="25" creationId="{4C24FF79-6A13-13D8-C635-88258F520A33}"/>
          </ac:spMkLst>
        </pc:spChg>
        <pc:grpChg chg="mod">
          <ac:chgData name="Bharadwaj, Anirudh Ganesh" userId="dd0e3317-5b21-41a3-a1c0-75362d945c56" providerId="ADAL" clId="{F18DD486-2A02-4708-9ECF-C7CDAC9E0043}" dt="2026-08-19T21:33:43.581" v="1530" actId="14100"/>
          <ac:grpSpMkLst>
            <pc:docMk/>
            <pc:sldMk cId="3146312581" sldId="1335"/>
            <ac:grpSpMk id="14" creationId="{F25E8DE6-A45B-C972-99B3-38824CDAB51A}"/>
          </ac:grpSpMkLst>
        </pc:grpChg>
        <pc:grpChg chg="mod">
          <ac:chgData name="Bharadwaj, Anirudh Ganesh" userId="dd0e3317-5b21-41a3-a1c0-75362d945c56" providerId="ADAL" clId="{F18DD486-2A02-4708-9ECF-C7CDAC9E0043}" dt="2026-08-19T21:34:21.134" v="1559" actId="14100"/>
          <ac:grpSpMkLst>
            <pc:docMk/>
            <pc:sldMk cId="3146312581" sldId="1335"/>
            <ac:grpSpMk id="20" creationId="{D80565AC-28CA-C6E6-E70C-6BEC2F2B0CD8}"/>
          </ac:grpSpMkLst>
        </pc:grpChg>
        <pc:picChg chg="del mod">
          <ac:chgData name="Bharadwaj, Anirudh Ganesh" userId="dd0e3317-5b21-41a3-a1c0-75362d945c56" providerId="ADAL" clId="{F18DD486-2A02-4708-9ECF-C7CDAC9E0043}" dt="2026-08-19T21:32:09.362" v="1469" actId="478"/>
          <ac:picMkLst>
            <pc:docMk/>
            <pc:sldMk cId="3146312581" sldId="1335"/>
            <ac:picMk id="11" creationId="{0AFE69DE-BC22-CF21-719B-C726AA14892D}"/>
          </ac:picMkLst>
        </pc:picChg>
        <pc:picChg chg="add mod">
          <ac:chgData name="Bharadwaj, Anirudh Ganesh" userId="dd0e3317-5b21-41a3-a1c0-75362d945c56" providerId="ADAL" clId="{F18DD486-2A02-4708-9ECF-C7CDAC9E0043}" dt="2026-08-19T21:34:42.257" v="1567" actId="14100"/>
          <ac:picMkLst>
            <pc:docMk/>
            <pc:sldMk cId="3146312581" sldId="1335"/>
            <ac:picMk id="27" creationId="{1E8F906D-E9D3-1B47-486E-4BD19E254BEF}"/>
          </ac:picMkLst>
        </pc:picChg>
      </pc:sldChg>
      <pc:sldChg chg="addSp delSp modSp mod">
        <pc:chgData name="Bharadwaj, Anirudh Ganesh" userId="dd0e3317-5b21-41a3-a1c0-75362d945c56" providerId="ADAL" clId="{F18DD486-2A02-4708-9ECF-C7CDAC9E0043}" dt="2026-08-19T21:53:57.154" v="1748" actId="404"/>
        <pc:sldMkLst>
          <pc:docMk/>
          <pc:sldMk cId="2406211685" sldId="1336"/>
        </pc:sldMkLst>
        <pc:spChg chg="add del">
          <ac:chgData name="Bharadwaj, Anirudh Ganesh" userId="dd0e3317-5b21-41a3-a1c0-75362d945c56" providerId="ADAL" clId="{F18DD486-2A02-4708-9ECF-C7CDAC9E0043}" dt="2026-08-19T21:38:39.208" v="1574" actId="22"/>
          <ac:spMkLst>
            <pc:docMk/>
            <pc:sldMk cId="2406211685" sldId="1336"/>
            <ac:spMk id="3" creationId="{990C6ECC-7A80-B684-0211-1D6DC7B1F843}"/>
          </ac:spMkLst>
        </pc:spChg>
        <pc:spChg chg="add del">
          <ac:chgData name="Bharadwaj, Anirudh Ganesh" userId="dd0e3317-5b21-41a3-a1c0-75362d945c56" providerId="ADAL" clId="{F18DD486-2A02-4708-9ECF-C7CDAC9E0043}" dt="2026-08-19T21:38:39.208" v="1574" actId="22"/>
          <ac:spMkLst>
            <pc:docMk/>
            <pc:sldMk cId="2406211685" sldId="1336"/>
            <ac:spMk id="7" creationId="{A1A1890A-299B-A967-77C3-B07E78F24232}"/>
          </ac:spMkLst>
        </pc:spChg>
        <pc:spChg chg="del">
          <ac:chgData name="Bharadwaj, Anirudh Ganesh" userId="dd0e3317-5b21-41a3-a1c0-75362d945c56" providerId="ADAL" clId="{F18DD486-2A02-4708-9ECF-C7CDAC9E0043}" dt="2026-08-19T21:37:12.371" v="1571" actId="478"/>
          <ac:spMkLst>
            <pc:docMk/>
            <pc:sldMk cId="2406211685" sldId="1336"/>
            <ac:spMk id="9" creationId="{BED8AE54-1C2E-29F2-BB57-9C50CF02C25B}"/>
          </ac:spMkLst>
        </pc:spChg>
        <pc:spChg chg="add del">
          <ac:chgData name="Bharadwaj, Anirudh Ganesh" userId="dd0e3317-5b21-41a3-a1c0-75362d945c56" providerId="ADAL" clId="{F18DD486-2A02-4708-9ECF-C7CDAC9E0043}" dt="2026-08-19T21:38:39.208" v="1574" actId="22"/>
          <ac:spMkLst>
            <pc:docMk/>
            <pc:sldMk cId="2406211685" sldId="1336"/>
            <ac:spMk id="11" creationId="{C4861A30-503C-1859-00F5-809B2E013122}"/>
          </ac:spMkLst>
        </pc:spChg>
        <pc:spChg chg="add del">
          <ac:chgData name="Bharadwaj, Anirudh Ganesh" userId="dd0e3317-5b21-41a3-a1c0-75362d945c56" providerId="ADAL" clId="{F18DD486-2A02-4708-9ECF-C7CDAC9E0043}" dt="2026-08-19T21:38:39.208" v="1574" actId="22"/>
          <ac:spMkLst>
            <pc:docMk/>
            <pc:sldMk cId="2406211685" sldId="1336"/>
            <ac:spMk id="14" creationId="{CFAEEF3C-2831-58BE-A09B-33B0E5E27DA1}"/>
          </ac:spMkLst>
        </pc:spChg>
        <pc:spChg chg="add del">
          <ac:chgData name="Bharadwaj, Anirudh Ganesh" userId="dd0e3317-5b21-41a3-a1c0-75362d945c56" providerId="ADAL" clId="{F18DD486-2A02-4708-9ECF-C7CDAC9E0043}" dt="2026-08-19T21:38:39.208" v="1574" actId="22"/>
          <ac:spMkLst>
            <pc:docMk/>
            <pc:sldMk cId="2406211685" sldId="1336"/>
            <ac:spMk id="16" creationId="{3892577F-F3D5-28E1-90DF-08C69F45E24D}"/>
          </ac:spMkLst>
        </pc:spChg>
        <pc:spChg chg="add del">
          <ac:chgData name="Bharadwaj, Anirudh Ganesh" userId="dd0e3317-5b21-41a3-a1c0-75362d945c56" providerId="ADAL" clId="{F18DD486-2A02-4708-9ECF-C7CDAC9E0043}" dt="2026-08-19T21:38:39.208" v="1574" actId="22"/>
          <ac:spMkLst>
            <pc:docMk/>
            <pc:sldMk cId="2406211685" sldId="1336"/>
            <ac:spMk id="18" creationId="{2DD86F9E-DB87-EEF8-78D4-250373D8CCDD}"/>
          </ac:spMkLst>
        </pc:spChg>
        <pc:spChg chg="add del">
          <ac:chgData name="Bharadwaj, Anirudh Ganesh" userId="dd0e3317-5b21-41a3-a1c0-75362d945c56" providerId="ADAL" clId="{F18DD486-2A02-4708-9ECF-C7CDAC9E0043}" dt="2026-08-19T21:38:39.208" v="1574" actId="22"/>
          <ac:spMkLst>
            <pc:docMk/>
            <pc:sldMk cId="2406211685" sldId="1336"/>
            <ac:spMk id="20" creationId="{08391739-1A22-EAA9-F325-C5E4C134F1AC}"/>
          </ac:spMkLst>
        </pc:spChg>
        <pc:spChg chg="add del">
          <ac:chgData name="Bharadwaj, Anirudh Ganesh" userId="dd0e3317-5b21-41a3-a1c0-75362d945c56" providerId="ADAL" clId="{F18DD486-2A02-4708-9ECF-C7CDAC9E0043}" dt="2026-08-19T21:38:39.208" v="1574" actId="22"/>
          <ac:spMkLst>
            <pc:docMk/>
            <pc:sldMk cId="2406211685" sldId="1336"/>
            <ac:spMk id="26" creationId="{46B4CAA2-5883-1FBA-DBFD-B2FF01015995}"/>
          </ac:spMkLst>
        </pc:spChg>
        <pc:spChg chg="add del">
          <ac:chgData name="Bharadwaj, Anirudh Ganesh" userId="dd0e3317-5b21-41a3-a1c0-75362d945c56" providerId="ADAL" clId="{F18DD486-2A02-4708-9ECF-C7CDAC9E0043}" dt="2026-08-19T21:38:39.208" v="1574" actId="22"/>
          <ac:spMkLst>
            <pc:docMk/>
            <pc:sldMk cId="2406211685" sldId="1336"/>
            <ac:spMk id="28" creationId="{4C4659C5-5EEB-8035-948C-B62B6EBB6978}"/>
          </ac:spMkLst>
        </pc:spChg>
        <pc:spChg chg="add del">
          <ac:chgData name="Bharadwaj, Anirudh Ganesh" userId="dd0e3317-5b21-41a3-a1c0-75362d945c56" providerId="ADAL" clId="{F18DD486-2A02-4708-9ECF-C7CDAC9E0043}" dt="2026-08-19T21:38:39.208" v="1574" actId="22"/>
          <ac:spMkLst>
            <pc:docMk/>
            <pc:sldMk cId="2406211685" sldId="1336"/>
            <ac:spMk id="30" creationId="{6F4CFBBF-3E4C-DD8D-5B0B-7932A280C919}"/>
          </ac:spMkLst>
        </pc:spChg>
        <pc:spChg chg="mod">
          <ac:chgData name="Bharadwaj, Anirudh Ganesh" userId="dd0e3317-5b21-41a3-a1c0-75362d945c56" providerId="ADAL" clId="{F18DD486-2A02-4708-9ECF-C7CDAC9E0043}" dt="2026-08-19T21:50:45.952" v="1723" actId="1076"/>
          <ac:spMkLst>
            <pc:docMk/>
            <pc:sldMk cId="2406211685" sldId="1336"/>
            <ac:spMk id="32" creationId="{8223E347-EDBE-08FB-BDEB-6D4EAF06DDA3}"/>
          </ac:spMkLst>
        </pc:spChg>
        <pc:spChg chg="add mod">
          <ac:chgData name="Bharadwaj, Anirudh Ganesh" userId="dd0e3317-5b21-41a3-a1c0-75362d945c56" providerId="ADAL" clId="{F18DD486-2A02-4708-9ECF-C7CDAC9E0043}" dt="2026-08-19T21:50:45.952" v="1723" actId="1076"/>
          <ac:spMkLst>
            <pc:docMk/>
            <pc:sldMk cId="2406211685" sldId="1336"/>
            <ac:spMk id="34" creationId="{787B151E-B661-00DA-5631-C8A4C101A0A1}"/>
          </ac:spMkLst>
        </pc:spChg>
        <pc:spChg chg="add mod">
          <ac:chgData name="Bharadwaj, Anirudh Ganesh" userId="dd0e3317-5b21-41a3-a1c0-75362d945c56" providerId="ADAL" clId="{F18DD486-2A02-4708-9ECF-C7CDAC9E0043}" dt="2026-08-19T21:50:45.952" v="1723" actId="1076"/>
          <ac:spMkLst>
            <pc:docMk/>
            <pc:sldMk cId="2406211685" sldId="1336"/>
            <ac:spMk id="36" creationId="{6E034F1B-79F6-3FAA-710B-6697D8391D58}"/>
          </ac:spMkLst>
        </pc:spChg>
        <pc:spChg chg="add mod">
          <ac:chgData name="Bharadwaj, Anirudh Ganesh" userId="dd0e3317-5b21-41a3-a1c0-75362d945c56" providerId="ADAL" clId="{F18DD486-2A02-4708-9ECF-C7CDAC9E0043}" dt="2026-08-19T21:50:45.952" v="1723" actId="1076"/>
          <ac:spMkLst>
            <pc:docMk/>
            <pc:sldMk cId="2406211685" sldId="1336"/>
            <ac:spMk id="38" creationId="{BAA634D7-8106-A987-F8CE-9C48F8E44B6C}"/>
          </ac:spMkLst>
        </pc:spChg>
        <pc:spChg chg="add mod">
          <ac:chgData name="Bharadwaj, Anirudh Ganesh" userId="dd0e3317-5b21-41a3-a1c0-75362d945c56" providerId="ADAL" clId="{F18DD486-2A02-4708-9ECF-C7CDAC9E0043}" dt="2026-08-19T21:52:06.655" v="1730" actId="14100"/>
          <ac:spMkLst>
            <pc:docMk/>
            <pc:sldMk cId="2406211685" sldId="1336"/>
            <ac:spMk id="40" creationId="{0C4D6098-346F-3AE4-D035-5AA77E69F413}"/>
          </ac:spMkLst>
        </pc:spChg>
        <pc:spChg chg="add mod">
          <ac:chgData name="Bharadwaj, Anirudh Ganesh" userId="dd0e3317-5b21-41a3-a1c0-75362d945c56" providerId="ADAL" clId="{F18DD486-2A02-4708-9ECF-C7CDAC9E0043}" dt="2026-08-19T21:50:54.449" v="1724" actId="1076"/>
          <ac:spMkLst>
            <pc:docMk/>
            <pc:sldMk cId="2406211685" sldId="1336"/>
            <ac:spMk id="42" creationId="{FF8ED27A-6F4B-48E0-4B61-342D1BEECC17}"/>
          </ac:spMkLst>
        </pc:spChg>
        <pc:spChg chg="add mod">
          <ac:chgData name="Bharadwaj, Anirudh Ganesh" userId="dd0e3317-5b21-41a3-a1c0-75362d945c56" providerId="ADAL" clId="{F18DD486-2A02-4708-9ECF-C7CDAC9E0043}" dt="2026-08-19T21:50:54.449" v="1724" actId="1076"/>
          <ac:spMkLst>
            <pc:docMk/>
            <pc:sldMk cId="2406211685" sldId="1336"/>
            <ac:spMk id="44" creationId="{79FFA90B-5A89-B5DC-29F6-5B49B04F9088}"/>
          </ac:spMkLst>
        </pc:spChg>
        <pc:spChg chg="add mod">
          <ac:chgData name="Bharadwaj, Anirudh Ganesh" userId="dd0e3317-5b21-41a3-a1c0-75362d945c56" providerId="ADAL" clId="{F18DD486-2A02-4708-9ECF-C7CDAC9E0043}" dt="2026-08-19T21:50:54.449" v="1724" actId="1076"/>
          <ac:spMkLst>
            <pc:docMk/>
            <pc:sldMk cId="2406211685" sldId="1336"/>
            <ac:spMk id="46" creationId="{5BD46DEF-9DEB-B158-57E7-FE63F48820C1}"/>
          </ac:spMkLst>
        </pc:spChg>
        <pc:spChg chg="mod">
          <ac:chgData name="Bharadwaj, Anirudh Ganesh" userId="dd0e3317-5b21-41a3-a1c0-75362d945c56" providerId="ADAL" clId="{F18DD486-2A02-4708-9ECF-C7CDAC9E0043}" dt="2026-08-19T21:52:22.986" v="1735" actId="14100"/>
          <ac:spMkLst>
            <pc:docMk/>
            <pc:sldMk cId="2406211685" sldId="1336"/>
            <ac:spMk id="48" creationId="{2990DB97-2040-AEE9-A993-5EB4D5163ACB}"/>
          </ac:spMkLst>
        </pc:spChg>
        <pc:spChg chg="mod">
          <ac:chgData name="Bharadwaj, Anirudh Ganesh" userId="dd0e3317-5b21-41a3-a1c0-75362d945c56" providerId="ADAL" clId="{F18DD486-2A02-4708-9ECF-C7CDAC9E0043}" dt="2026-08-19T21:50:34.630" v="1720" actId="1076"/>
          <ac:spMkLst>
            <pc:docMk/>
            <pc:sldMk cId="2406211685" sldId="1336"/>
            <ac:spMk id="50" creationId="{74F57EDD-AD06-41AA-E644-4E999D567420}"/>
          </ac:spMkLst>
        </pc:spChg>
        <pc:spChg chg="mod">
          <ac:chgData name="Bharadwaj, Anirudh Ganesh" userId="dd0e3317-5b21-41a3-a1c0-75362d945c56" providerId="ADAL" clId="{F18DD486-2A02-4708-9ECF-C7CDAC9E0043}" dt="2026-08-19T21:50:34.630" v="1720" actId="1076"/>
          <ac:spMkLst>
            <pc:docMk/>
            <pc:sldMk cId="2406211685" sldId="1336"/>
            <ac:spMk id="52" creationId="{30BEA97A-F029-2C91-D269-4FDC436A3A88}"/>
          </ac:spMkLst>
        </pc:spChg>
        <pc:spChg chg="mod">
          <ac:chgData name="Bharadwaj, Anirudh Ganesh" userId="dd0e3317-5b21-41a3-a1c0-75362d945c56" providerId="ADAL" clId="{F18DD486-2A02-4708-9ECF-C7CDAC9E0043}" dt="2026-08-19T21:53:57.154" v="1748" actId="404"/>
          <ac:spMkLst>
            <pc:docMk/>
            <pc:sldMk cId="2406211685" sldId="1336"/>
            <ac:spMk id="54" creationId="{3B6E427A-CDC7-E96C-2353-A03298C58A77}"/>
          </ac:spMkLst>
        </pc:spChg>
        <pc:spChg chg="add mod">
          <ac:chgData name="Bharadwaj, Anirudh Ganesh" userId="dd0e3317-5b21-41a3-a1c0-75362d945c56" providerId="ADAL" clId="{F18DD486-2A02-4708-9ECF-C7CDAC9E0043}" dt="2026-08-19T21:52:45.958" v="1741" actId="14100"/>
          <ac:spMkLst>
            <pc:docMk/>
            <pc:sldMk cId="2406211685" sldId="1336"/>
            <ac:spMk id="56" creationId="{FB9285D5-BE46-468C-9B80-C4667E9AA727}"/>
          </ac:spMkLst>
        </pc:spChg>
        <pc:spChg chg="add mod">
          <ac:chgData name="Bharadwaj, Anirudh Ganesh" userId="dd0e3317-5b21-41a3-a1c0-75362d945c56" providerId="ADAL" clId="{F18DD486-2A02-4708-9ECF-C7CDAC9E0043}" dt="2026-08-19T21:51:03.073" v="1725" actId="1076"/>
          <ac:spMkLst>
            <pc:docMk/>
            <pc:sldMk cId="2406211685" sldId="1336"/>
            <ac:spMk id="58" creationId="{786B70E0-DECB-E91A-6D99-DED3E3BB6F38}"/>
          </ac:spMkLst>
        </pc:spChg>
        <pc:spChg chg="add mod">
          <ac:chgData name="Bharadwaj, Anirudh Ganesh" userId="dd0e3317-5b21-41a3-a1c0-75362d945c56" providerId="ADAL" clId="{F18DD486-2A02-4708-9ECF-C7CDAC9E0043}" dt="2026-08-19T21:51:03.073" v="1725" actId="1076"/>
          <ac:spMkLst>
            <pc:docMk/>
            <pc:sldMk cId="2406211685" sldId="1336"/>
            <ac:spMk id="60" creationId="{944AFA0C-0B43-6FE3-DF7B-B17963070C6C}"/>
          </ac:spMkLst>
        </pc:spChg>
        <pc:spChg chg="mod">
          <ac:chgData name="Bharadwaj, Anirudh Ganesh" userId="dd0e3317-5b21-41a3-a1c0-75362d945c56" providerId="ADAL" clId="{F18DD486-2A02-4708-9ECF-C7CDAC9E0043}" dt="2026-08-19T21:52:42.864" v="1740" actId="14100"/>
          <ac:spMkLst>
            <pc:docMk/>
            <pc:sldMk cId="2406211685" sldId="1336"/>
            <ac:spMk id="62" creationId="{F9FF2398-04BF-1024-80EE-1739CE841F55}"/>
          </ac:spMkLst>
        </pc:spChg>
        <pc:picChg chg="del">
          <ac:chgData name="Bharadwaj, Anirudh Ganesh" userId="dd0e3317-5b21-41a3-a1c0-75362d945c56" providerId="ADAL" clId="{F18DD486-2A02-4708-9ECF-C7CDAC9E0043}" dt="2026-08-19T21:37:13.337" v="1572" actId="478"/>
          <ac:picMkLst>
            <pc:docMk/>
            <pc:sldMk cId="2406211685" sldId="1336"/>
            <ac:picMk id="12" creationId="{100D19F1-30B7-EDC4-C9E5-3466BA7F13AA}"/>
          </ac:picMkLst>
        </pc:picChg>
        <pc:picChg chg="add mod">
          <ac:chgData name="Bharadwaj, Anirudh Ganesh" userId="dd0e3317-5b21-41a3-a1c0-75362d945c56" providerId="ADAL" clId="{F18DD486-2A02-4708-9ECF-C7CDAC9E0043}" dt="2026-08-19T21:52:53.754" v="1744" actId="1076"/>
          <ac:picMkLst>
            <pc:docMk/>
            <pc:sldMk cId="2406211685" sldId="1336"/>
            <ac:picMk id="64" creationId="{0EDD235E-A114-C2DD-00A4-7E2C0B1DD711}"/>
          </ac:picMkLst>
        </pc:picChg>
      </pc:sldChg>
      <pc:sldChg chg="delSp modSp add mod ord">
        <pc:chgData name="Bharadwaj, Anirudh Ganesh" userId="dd0e3317-5b21-41a3-a1c0-75362d945c56" providerId="ADAL" clId="{F18DD486-2A02-4708-9ECF-C7CDAC9E0043}" dt="2026-08-19T21:31:36.689" v="1465" actId="1076"/>
        <pc:sldMkLst>
          <pc:docMk/>
          <pc:sldMk cId="718938266" sldId="1337"/>
        </pc:sldMkLst>
        <pc:spChg chg="del">
          <ac:chgData name="Bharadwaj, Anirudh Ganesh" userId="dd0e3317-5b21-41a3-a1c0-75362d945c56" providerId="ADAL" clId="{F18DD486-2A02-4708-9ECF-C7CDAC9E0043}" dt="2026-08-19T21:31:29.028" v="1463" actId="478"/>
          <ac:spMkLst>
            <pc:docMk/>
            <pc:sldMk cId="718938266" sldId="1337"/>
            <ac:spMk id="5" creationId="{2CEFECB6-3A8E-F758-D86D-915748158866}"/>
          </ac:spMkLst>
        </pc:spChg>
        <pc:spChg chg="mod">
          <ac:chgData name="Bharadwaj, Anirudh Ganesh" userId="dd0e3317-5b21-41a3-a1c0-75362d945c56" providerId="ADAL" clId="{F18DD486-2A02-4708-9ECF-C7CDAC9E0043}" dt="2026-08-19T21:31:32.983" v="1464" actId="1076"/>
          <ac:spMkLst>
            <pc:docMk/>
            <pc:sldMk cId="718938266" sldId="1337"/>
            <ac:spMk id="8" creationId="{D28F3E36-A7C7-C884-5CC6-A2B1E2DF7489}"/>
          </ac:spMkLst>
        </pc:spChg>
        <pc:spChg chg="mod">
          <ac:chgData name="Bharadwaj, Anirudh Ganesh" userId="dd0e3317-5b21-41a3-a1c0-75362d945c56" providerId="ADAL" clId="{F18DD486-2A02-4708-9ECF-C7CDAC9E0043}" dt="2026-08-19T21:31:36.689" v="1465" actId="1076"/>
          <ac:spMkLst>
            <pc:docMk/>
            <pc:sldMk cId="718938266" sldId="1337"/>
            <ac:spMk id="11" creationId="{BC926EB7-4A1B-4F04-DCCD-B4C12499AA3C}"/>
          </ac:spMkLst>
        </pc:spChg>
      </pc:sldChg>
      <pc:sldChg chg="modSp add del mod">
        <pc:chgData name="Bharadwaj, Anirudh Ganesh" userId="dd0e3317-5b21-41a3-a1c0-75362d945c56" providerId="ADAL" clId="{F18DD486-2A02-4708-9ECF-C7CDAC9E0043}" dt="2026-08-19T21:20:03.609" v="1249" actId="47"/>
        <pc:sldMkLst>
          <pc:docMk/>
          <pc:sldMk cId="1409652577" sldId="1337"/>
        </pc:sldMkLst>
        <pc:spChg chg="mod">
          <ac:chgData name="Bharadwaj, Anirudh Ganesh" userId="dd0e3317-5b21-41a3-a1c0-75362d945c56" providerId="ADAL" clId="{F18DD486-2A02-4708-9ECF-C7CDAC9E0043}" dt="2026-08-19T21:11:09.128" v="1122" actId="1076"/>
          <ac:spMkLst>
            <pc:docMk/>
            <pc:sldMk cId="1409652577" sldId="1337"/>
            <ac:spMk id="8" creationId="{9B86776F-26ED-5E0F-8076-72CD9F04CE7D}"/>
          </ac:spMkLst>
        </pc:spChg>
      </pc:sldChg>
      <pc:sldChg chg="addSp delSp modSp new del mod">
        <pc:chgData name="Bharadwaj, Anirudh Ganesh" userId="dd0e3317-5b21-41a3-a1c0-75362d945c56" providerId="ADAL" clId="{F18DD486-2A02-4708-9ECF-C7CDAC9E0043}" dt="2026-08-19T20:44:59.451" v="991" actId="2696"/>
        <pc:sldMkLst>
          <pc:docMk/>
          <pc:sldMk cId="1701367408" sldId="1337"/>
        </pc:sldMkLst>
        <pc:spChg chg="del">
          <ac:chgData name="Bharadwaj, Anirudh Ganesh" userId="dd0e3317-5b21-41a3-a1c0-75362d945c56" providerId="ADAL" clId="{F18DD486-2A02-4708-9ECF-C7CDAC9E0043}" dt="2026-08-19T20:38:52.330" v="852" actId="478"/>
          <ac:spMkLst>
            <pc:docMk/>
            <pc:sldMk cId="1701367408" sldId="1337"/>
            <ac:spMk id="2" creationId="{0036B718-D83A-74F9-1FA6-DDF5358DC941}"/>
          </ac:spMkLst>
        </pc:spChg>
        <pc:spChg chg="del">
          <ac:chgData name="Bharadwaj, Anirudh Ganesh" userId="dd0e3317-5b21-41a3-a1c0-75362d945c56" providerId="ADAL" clId="{F18DD486-2A02-4708-9ECF-C7CDAC9E0043}" dt="2026-08-19T20:38:50.337" v="851" actId="478"/>
          <ac:spMkLst>
            <pc:docMk/>
            <pc:sldMk cId="1701367408" sldId="1337"/>
            <ac:spMk id="3" creationId="{314A882F-5BE0-6589-A9DF-C11CB1EF3313}"/>
          </ac:spMkLst>
        </pc:spChg>
        <pc:spChg chg="add mod">
          <ac:chgData name="Bharadwaj, Anirudh Ganesh" userId="dd0e3317-5b21-41a3-a1c0-75362d945c56" providerId="ADAL" clId="{F18DD486-2A02-4708-9ECF-C7CDAC9E0043}" dt="2026-08-19T20:38:54.783" v="853" actId="1076"/>
          <ac:spMkLst>
            <pc:docMk/>
            <pc:sldMk cId="1701367408" sldId="1337"/>
            <ac:spMk id="5" creationId="{67022D4F-BF84-6FD9-CD3A-D5E2F1F39D45}"/>
          </ac:spMkLst>
        </pc:spChg>
      </pc:sldChg>
      <pc:sldChg chg="add del replId">
        <pc:chgData name="Bharadwaj, Anirudh Ganesh" userId="dd0e3317-5b21-41a3-a1c0-75362d945c56" providerId="ADAL" clId="{F18DD486-2A02-4708-9ECF-C7CDAC9E0043}" dt="2026-08-19T21:37:07.720" v="1570" actId="47"/>
        <pc:sldMkLst>
          <pc:docMk/>
          <pc:sldMk cId="1707415574" sldId="1338"/>
        </pc:sldMkLst>
      </pc:sldChg>
      <pc:sldChg chg="add del replId">
        <pc:chgData name="Bharadwaj, Anirudh Ganesh" userId="dd0e3317-5b21-41a3-a1c0-75362d945c56" providerId="ADAL" clId="{F18DD486-2A02-4708-9ECF-C7CDAC9E0043}" dt="2026-08-19T21:53:10.351" v="1745" actId="47"/>
        <pc:sldMkLst>
          <pc:docMk/>
          <pc:sldMk cId="4270982102" sldId="1339"/>
        </pc:sldMkLst>
      </pc:sldChg>
    </pc:docChg>
  </pc:docChgLst>
  <pc:docChgLst>
    <pc:chgData name="Starr, Nathalie" userId="S::nathaliestarr@kpmg.com::ad4a74ff-d416-46be-9315-e1900627119a" providerId="AD" clId="Web-{3D915F4D-C571-F5CE-0EF5-206FC87C6931}"/>
    <pc:docChg chg="addSld modSld sldOrd">
      <pc:chgData name="Starr, Nathalie" userId="S::nathaliestarr@kpmg.com::ad4a74ff-d416-46be-9315-e1900627119a" providerId="AD" clId="Web-{3D915F4D-C571-F5CE-0EF5-206FC87C6931}" dt="2026-08-19T19:04:51.334" v="445"/>
      <pc:docMkLst>
        <pc:docMk/>
      </pc:docMkLst>
      <pc:sldChg chg="modSp">
        <pc:chgData name="Starr, Nathalie" userId="S::nathaliestarr@kpmg.com::ad4a74ff-d416-46be-9315-e1900627119a" providerId="AD" clId="Web-{3D915F4D-C571-F5CE-0EF5-206FC87C6931}" dt="2026-08-19T19:04:51.334" v="445"/>
        <pc:sldMkLst>
          <pc:docMk/>
          <pc:sldMk cId="1583125642" sldId="1173"/>
        </pc:sldMkLst>
        <pc:graphicFrameChg chg="mod modGraphic">
          <ac:chgData name="Starr, Nathalie" userId="S::nathaliestarr@kpmg.com::ad4a74ff-d416-46be-9315-e1900627119a" providerId="AD" clId="Web-{3D915F4D-C571-F5CE-0EF5-206FC87C6931}" dt="2026-08-19T19:04:51.334" v="445"/>
          <ac:graphicFrameMkLst>
            <pc:docMk/>
            <pc:sldMk cId="1583125642" sldId="1173"/>
            <ac:graphicFrameMk id="3" creationId="{0D1A4B06-1076-0097-8B95-F0AAFA12516B}"/>
          </ac:graphicFrameMkLst>
        </pc:graphicFrameChg>
      </pc:sldChg>
      <pc:sldChg chg="addSp delSp modSp add ord replId">
        <pc:chgData name="Starr, Nathalie" userId="S::nathaliestarr@kpmg.com::ad4a74ff-d416-46be-9315-e1900627119a" providerId="AD" clId="Web-{3D915F4D-C571-F5CE-0EF5-206FC87C6931}" dt="2026-08-19T15:43:21.746" v="184" actId="20577"/>
        <pc:sldMkLst>
          <pc:docMk/>
          <pc:sldMk cId="4014211879" sldId="1314"/>
        </pc:sldMkLst>
        <pc:spChg chg="mod">
          <ac:chgData name="Starr, Nathalie" userId="S::nathaliestarr@kpmg.com::ad4a74ff-d416-46be-9315-e1900627119a" providerId="AD" clId="Web-{3D915F4D-C571-F5CE-0EF5-206FC87C6931}" dt="2026-08-19T15:39:43.676" v="19" actId="20577"/>
          <ac:spMkLst>
            <pc:docMk/>
            <pc:sldMk cId="4014211879" sldId="1314"/>
            <ac:spMk id="3" creationId="{C23C821F-D949-0382-2745-055BD38F1241}"/>
          </ac:spMkLst>
        </pc:spChg>
        <pc:spChg chg="mod">
          <ac:chgData name="Starr, Nathalie" userId="S::nathaliestarr@kpmg.com::ad4a74ff-d416-46be-9315-e1900627119a" providerId="AD" clId="Web-{3D915F4D-C571-F5CE-0EF5-206FC87C6931}" dt="2026-08-19T15:41:43.727" v="120" actId="20577"/>
          <ac:spMkLst>
            <pc:docMk/>
            <pc:sldMk cId="4014211879" sldId="1314"/>
            <ac:spMk id="6" creationId="{D13671EF-BFEE-486F-5294-E406A8AC9D76}"/>
          </ac:spMkLst>
        </pc:spChg>
        <pc:spChg chg="add del mod">
          <ac:chgData name="Starr, Nathalie" userId="S::nathaliestarr@kpmg.com::ad4a74ff-d416-46be-9315-e1900627119a" providerId="AD" clId="Web-{3D915F4D-C571-F5CE-0EF5-206FC87C6931}" dt="2026-08-19T15:43:02.324" v="176" actId="20577"/>
          <ac:spMkLst>
            <pc:docMk/>
            <pc:sldMk cId="4014211879" sldId="1314"/>
            <ac:spMk id="12" creationId="{590D1D1C-A0B8-5FD1-DA04-C4524993698B}"/>
          </ac:spMkLst>
        </pc:spChg>
        <pc:spChg chg="mod">
          <ac:chgData name="Starr, Nathalie" userId="S::nathaliestarr@kpmg.com::ad4a74ff-d416-46be-9315-e1900627119a" providerId="AD" clId="Web-{3D915F4D-C571-F5CE-0EF5-206FC87C6931}" dt="2026-08-19T15:43:07.668" v="177" actId="20577"/>
          <ac:spMkLst>
            <pc:docMk/>
            <pc:sldMk cId="4014211879" sldId="1314"/>
            <ac:spMk id="17" creationId="{FC32CE66-597E-678E-F73A-458DBF7765D1}"/>
          </ac:spMkLst>
        </pc:spChg>
        <pc:spChg chg="mod">
          <ac:chgData name="Starr, Nathalie" userId="S::nathaliestarr@kpmg.com::ad4a74ff-d416-46be-9315-e1900627119a" providerId="AD" clId="Web-{3D915F4D-C571-F5CE-0EF5-206FC87C6931}" dt="2026-08-19T15:43:12.168" v="178" actId="20577"/>
          <ac:spMkLst>
            <pc:docMk/>
            <pc:sldMk cId="4014211879" sldId="1314"/>
            <ac:spMk id="22" creationId="{5561C05A-4CA8-F331-5903-AE64E503A37B}"/>
          </ac:spMkLst>
        </pc:spChg>
        <pc:spChg chg="mod">
          <ac:chgData name="Starr, Nathalie" userId="S::nathaliestarr@kpmg.com::ad4a74ff-d416-46be-9315-e1900627119a" providerId="AD" clId="Web-{3D915F4D-C571-F5CE-0EF5-206FC87C6931}" dt="2026-08-19T15:43:15.590" v="180" actId="20577"/>
          <ac:spMkLst>
            <pc:docMk/>
            <pc:sldMk cId="4014211879" sldId="1314"/>
            <ac:spMk id="27" creationId="{F768679E-7411-DC9A-2A68-6EDE3EC28CAD}"/>
          </ac:spMkLst>
        </pc:spChg>
        <pc:spChg chg="mod">
          <ac:chgData name="Starr, Nathalie" userId="S::nathaliestarr@kpmg.com::ad4a74ff-d416-46be-9315-e1900627119a" providerId="AD" clId="Web-{3D915F4D-C571-F5CE-0EF5-206FC87C6931}" dt="2026-08-19T15:43:21.746" v="184" actId="20577"/>
          <ac:spMkLst>
            <pc:docMk/>
            <pc:sldMk cId="4014211879" sldId="1314"/>
            <ac:spMk id="32" creationId="{4026E9F5-7137-8E1A-306E-6EE5EC67F2C8}"/>
          </ac:spMkLst>
        </pc:spChg>
      </pc:sldChg>
    </pc:docChg>
  </pc:docChgLst>
  <pc:docChgLst>
    <pc:chgData name="Cordingley, Russ" userId="ca63eab7-8259-4e34-b8eb-024af8e30be0" providerId="ADAL" clId="{8B0E17BE-C8D8-43FC-A731-BE19A50FBB38}"/>
    <pc:docChg chg="undo custSel addSld delSld modSld sldOrd">
      <pc:chgData name="Cordingley, Russ" userId="ca63eab7-8259-4e34-b8eb-024af8e30be0" providerId="ADAL" clId="{8B0E17BE-C8D8-43FC-A731-BE19A50FBB38}" dt="2026-08-19T19:33:20.601" v="3063" actId="1076"/>
      <pc:docMkLst>
        <pc:docMk/>
      </pc:docMkLst>
      <pc:sldChg chg="addSp delSp modSp add del mod">
        <pc:chgData name="Cordingley, Russ" userId="ca63eab7-8259-4e34-b8eb-024af8e30be0" providerId="ADAL" clId="{8B0E17BE-C8D8-43FC-A731-BE19A50FBB38}" dt="2026-08-19T17:54:06.254" v="2407" actId="47"/>
        <pc:sldMkLst>
          <pc:docMk/>
          <pc:sldMk cId="0" sldId="256"/>
        </pc:sldMkLst>
        <pc:spChg chg="del mod">
          <ac:chgData name="Cordingley, Russ" userId="ca63eab7-8259-4e34-b8eb-024af8e30be0" providerId="ADAL" clId="{8B0E17BE-C8D8-43FC-A731-BE19A50FBB38}" dt="2026-08-19T17:35:54.378" v="2317" actId="478"/>
          <ac:spMkLst>
            <pc:docMk/>
            <pc:sldMk cId="0" sldId="256"/>
            <ac:spMk id="2" creationId="{00000000-0000-0000-0000-000000000000}"/>
          </ac:spMkLst>
        </pc:spChg>
        <pc:spChg chg="del">
          <ac:chgData name="Cordingley, Russ" userId="ca63eab7-8259-4e34-b8eb-024af8e30be0" providerId="ADAL" clId="{8B0E17BE-C8D8-43FC-A731-BE19A50FBB38}" dt="2026-08-19T17:36:07.106" v="2342" actId="478"/>
          <ac:spMkLst>
            <pc:docMk/>
            <pc:sldMk cId="0" sldId="256"/>
            <ac:spMk id="3" creationId="{00000000-0000-0000-0000-000000000000}"/>
          </ac:spMkLst>
        </pc:spChg>
        <pc:spChg chg="del mod">
          <ac:chgData name="Cordingley, Russ" userId="ca63eab7-8259-4e34-b8eb-024af8e30be0" providerId="ADAL" clId="{8B0E17BE-C8D8-43FC-A731-BE19A50FBB38}" dt="2026-08-19T17:36:56.515" v="2362" actId="478"/>
          <ac:spMkLst>
            <pc:docMk/>
            <pc:sldMk cId="0" sldId="256"/>
            <ac:spMk id="4" creationId="{00000000-0000-0000-0000-000000000000}"/>
          </ac:spMkLst>
        </pc:spChg>
        <pc:spChg chg="del mod">
          <ac:chgData name="Cordingley, Russ" userId="ca63eab7-8259-4e34-b8eb-024af8e30be0" providerId="ADAL" clId="{8B0E17BE-C8D8-43FC-A731-BE19A50FBB38}" dt="2026-08-19T17:37:09.255" v="2370" actId="478"/>
          <ac:spMkLst>
            <pc:docMk/>
            <pc:sldMk cId="0" sldId="256"/>
            <ac:spMk id="5" creationId="{00000000-0000-0000-0000-000000000000}"/>
          </ac:spMkLst>
        </pc:spChg>
        <pc:spChg chg="del mod">
          <ac:chgData name="Cordingley, Russ" userId="ca63eab7-8259-4e34-b8eb-024af8e30be0" providerId="ADAL" clId="{8B0E17BE-C8D8-43FC-A731-BE19A50FBB38}" dt="2026-08-19T17:37:09.255" v="2370" actId="478"/>
          <ac:spMkLst>
            <pc:docMk/>
            <pc:sldMk cId="0" sldId="256"/>
            <ac:spMk id="6" creationId="{00000000-0000-0000-0000-000000000000}"/>
          </ac:spMkLst>
        </pc:spChg>
        <pc:spChg chg="del">
          <ac:chgData name="Cordingley, Russ" userId="ca63eab7-8259-4e34-b8eb-024af8e30be0" providerId="ADAL" clId="{8B0E17BE-C8D8-43FC-A731-BE19A50FBB38}" dt="2026-08-19T17:37:14.956" v="2372" actId="478"/>
          <ac:spMkLst>
            <pc:docMk/>
            <pc:sldMk cId="0" sldId="256"/>
            <ac:spMk id="7" creationId="{00000000-0000-0000-0000-000000000000}"/>
          </ac:spMkLst>
        </pc:spChg>
        <pc:spChg chg="del mod">
          <ac:chgData name="Cordingley, Russ" userId="ca63eab7-8259-4e34-b8eb-024af8e30be0" providerId="ADAL" clId="{8B0E17BE-C8D8-43FC-A731-BE19A50FBB38}" dt="2026-08-19T17:37:19.743" v="2375" actId="478"/>
          <ac:spMkLst>
            <pc:docMk/>
            <pc:sldMk cId="0" sldId="256"/>
            <ac:spMk id="8" creationId="{00000000-0000-0000-0000-000000000000}"/>
          </ac:spMkLst>
        </pc:spChg>
        <pc:spChg chg="mod">
          <ac:chgData name="Cordingley, Russ" userId="ca63eab7-8259-4e34-b8eb-024af8e30be0" providerId="ADAL" clId="{8B0E17BE-C8D8-43FC-A731-BE19A50FBB38}" dt="2026-08-19T17:39:49.862" v="2381" actId="27636"/>
          <ac:spMkLst>
            <pc:docMk/>
            <pc:sldMk cId="0" sldId="256"/>
            <ac:spMk id="9" creationId="{00000000-0000-0000-0000-000000000000}"/>
          </ac:spMkLst>
        </pc:spChg>
        <pc:spChg chg="del mod">
          <ac:chgData name="Cordingley, Russ" userId="ca63eab7-8259-4e34-b8eb-024af8e30be0" providerId="ADAL" clId="{8B0E17BE-C8D8-43FC-A731-BE19A50FBB38}" dt="2026-08-19T17:37:18.692" v="2374" actId="478"/>
          <ac:spMkLst>
            <pc:docMk/>
            <pc:sldMk cId="0" sldId="256"/>
            <ac:spMk id="10" creationId="{00000000-0000-0000-0000-000000000000}"/>
          </ac:spMkLst>
        </pc:spChg>
        <pc:spChg chg="del">
          <ac:chgData name="Cordingley, Russ" userId="ca63eab7-8259-4e34-b8eb-024af8e30be0" providerId="ADAL" clId="{8B0E17BE-C8D8-43FC-A731-BE19A50FBB38}" dt="2026-08-19T17:36:54.217" v="2360" actId="478"/>
          <ac:spMkLst>
            <pc:docMk/>
            <pc:sldMk cId="0" sldId="256"/>
            <ac:spMk id="11" creationId="{00000000-0000-0000-0000-000000000000}"/>
          </ac:spMkLst>
        </pc:spChg>
        <pc:spChg chg="del">
          <ac:chgData name="Cordingley, Russ" userId="ca63eab7-8259-4e34-b8eb-024af8e30be0" providerId="ADAL" clId="{8B0E17BE-C8D8-43FC-A731-BE19A50FBB38}" dt="2026-08-19T17:37:07.056" v="2369" actId="478"/>
          <ac:spMkLst>
            <pc:docMk/>
            <pc:sldMk cId="0" sldId="256"/>
            <ac:spMk id="12" creationId="{00000000-0000-0000-0000-000000000000}"/>
          </ac:spMkLst>
        </pc:spChg>
        <pc:spChg chg="del">
          <ac:chgData name="Cordingley, Russ" userId="ca63eab7-8259-4e34-b8eb-024af8e30be0" providerId="ADAL" clId="{8B0E17BE-C8D8-43FC-A731-BE19A50FBB38}" dt="2026-08-19T17:37:07.056" v="2369" actId="478"/>
          <ac:spMkLst>
            <pc:docMk/>
            <pc:sldMk cId="0" sldId="256"/>
            <ac:spMk id="13" creationId="{00000000-0000-0000-0000-000000000000}"/>
          </ac:spMkLst>
        </pc:spChg>
        <pc:spChg chg="del">
          <ac:chgData name="Cordingley, Russ" userId="ca63eab7-8259-4e34-b8eb-024af8e30be0" providerId="ADAL" clId="{8B0E17BE-C8D8-43FC-A731-BE19A50FBB38}" dt="2026-08-19T17:37:07.056" v="2369" actId="478"/>
          <ac:spMkLst>
            <pc:docMk/>
            <pc:sldMk cId="0" sldId="256"/>
            <ac:spMk id="14" creationId="{00000000-0000-0000-0000-000000000000}"/>
          </ac:spMkLst>
        </pc:spChg>
        <pc:spChg chg="del mod">
          <ac:chgData name="Cordingley, Russ" userId="ca63eab7-8259-4e34-b8eb-024af8e30be0" providerId="ADAL" clId="{8B0E17BE-C8D8-43FC-A731-BE19A50FBB38}" dt="2026-08-19T17:37:07.056" v="2369" actId="478"/>
          <ac:spMkLst>
            <pc:docMk/>
            <pc:sldMk cId="0" sldId="256"/>
            <ac:spMk id="15" creationId="{00000000-0000-0000-0000-000000000000}"/>
          </ac:spMkLst>
        </pc:spChg>
        <pc:spChg chg="del">
          <ac:chgData name="Cordingley, Russ" userId="ca63eab7-8259-4e34-b8eb-024af8e30be0" providerId="ADAL" clId="{8B0E17BE-C8D8-43FC-A731-BE19A50FBB38}" dt="2026-08-19T17:37:07.056" v="2369" actId="478"/>
          <ac:spMkLst>
            <pc:docMk/>
            <pc:sldMk cId="0" sldId="256"/>
            <ac:spMk id="16" creationId="{00000000-0000-0000-0000-000000000000}"/>
          </ac:spMkLst>
        </pc:spChg>
        <pc:spChg chg="del">
          <ac:chgData name="Cordingley, Russ" userId="ca63eab7-8259-4e34-b8eb-024af8e30be0" providerId="ADAL" clId="{8B0E17BE-C8D8-43FC-A731-BE19A50FBB38}" dt="2026-08-19T17:36:56.020" v="2361" actId="478"/>
          <ac:spMkLst>
            <pc:docMk/>
            <pc:sldMk cId="0" sldId="256"/>
            <ac:spMk id="17" creationId="{00000000-0000-0000-0000-000000000000}"/>
          </ac:spMkLst>
        </pc:spChg>
        <pc:spChg chg="del">
          <ac:chgData name="Cordingley, Russ" userId="ca63eab7-8259-4e34-b8eb-024af8e30be0" providerId="ADAL" clId="{8B0E17BE-C8D8-43FC-A731-BE19A50FBB38}" dt="2026-08-19T17:37:01.115" v="2365" actId="478"/>
          <ac:spMkLst>
            <pc:docMk/>
            <pc:sldMk cId="0" sldId="256"/>
            <ac:spMk id="18" creationId="{00000000-0000-0000-0000-000000000000}"/>
          </ac:spMkLst>
        </pc:spChg>
        <pc:spChg chg="mod">
          <ac:chgData name="Cordingley, Russ" userId="ca63eab7-8259-4e34-b8eb-024af8e30be0" providerId="ADAL" clId="{8B0E17BE-C8D8-43FC-A731-BE19A50FBB38}" dt="2026-08-19T17:39:49.862" v="2380" actId="27636"/>
          <ac:spMkLst>
            <pc:docMk/>
            <pc:sldMk cId="0" sldId="256"/>
            <ac:spMk id="19" creationId="{00000000-0000-0000-0000-000000000000}"/>
          </ac:spMkLst>
        </pc:spChg>
        <pc:spChg chg="del mod">
          <ac:chgData name="Cordingley, Russ" userId="ca63eab7-8259-4e34-b8eb-024af8e30be0" providerId="ADAL" clId="{8B0E17BE-C8D8-43FC-A731-BE19A50FBB38}" dt="2026-08-19T17:36:58.726" v="2363" actId="478"/>
          <ac:spMkLst>
            <pc:docMk/>
            <pc:sldMk cId="0" sldId="256"/>
            <ac:spMk id="20" creationId="{00000000-0000-0000-0000-000000000000}"/>
          </ac:spMkLst>
        </pc:spChg>
        <pc:spChg chg="del">
          <ac:chgData name="Cordingley, Russ" userId="ca63eab7-8259-4e34-b8eb-024af8e30be0" providerId="ADAL" clId="{8B0E17BE-C8D8-43FC-A731-BE19A50FBB38}" dt="2026-08-19T17:37:00.124" v="2364" actId="478"/>
          <ac:spMkLst>
            <pc:docMk/>
            <pc:sldMk cId="0" sldId="256"/>
            <ac:spMk id="21" creationId="{00000000-0000-0000-0000-000000000000}"/>
          </ac:spMkLst>
        </pc:spChg>
        <pc:spChg chg="del">
          <ac:chgData name="Cordingley, Russ" userId="ca63eab7-8259-4e34-b8eb-024af8e30be0" providerId="ADAL" clId="{8B0E17BE-C8D8-43FC-A731-BE19A50FBB38}" dt="2026-08-19T17:37:02.046" v="2366" actId="478"/>
          <ac:spMkLst>
            <pc:docMk/>
            <pc:sldMk cId="0" sldId="256"/>
            <ac:spMk id="22" creationId="{00000000-0000-0000-0000-000000000000}"/>
          </ac:spMkLst>
        </pc:spChg>
        <pc:spChg chg="del">
          <ac:chgData name="Cordingley, Russ" userId="ca63eab7-8259-4e34-b8eb-024af8e30be0" providerId="ADAL" clId="{8B0E17BE-C8D8-43FC-A731-BE19A50FBB38}" dt="2026-08-19T17:37:10.880" v="2371" actId="478"/>
          <ac:spMkLst>
            <pc:docMk/>
            <pc:sldMk cId="0" sldId="256"/>
            <ac:spMk id="23" creationId="{00000000-0000-0000-0000-000000000000}"/>
          </ac:spMkLst>
        </pc:spChg>
        <pc:spChg chg="del">
          <ac:chgData name="Cordingley, Russ" userId="ca63eab7-8259-4e34-b8eb-024af8e30be0" providerId="ADAL" clId="{8B0E17BE-C8D8-43FC-A731-BE19A50FBB38}" dt="2026-08-19T17:37:10.880" v="2371" actId="478"/>
          <ac:spMkLst>
            <pc:docMk/>
            <pc:sldMk cId="0" sldId="256"/>
            <ac:spMk id="24" creationId="{00000000-0000-0000-0000-000000000000}"/>
          </ac:spMkLst>
        </pc:spChg>
        <pc:spChg chg="del mod">
          <ac:chgData name="Cordingley, Russ" userId="ca63eab7-8259-4e34-b8eb-024af8e30be0" providerId="ADAL" clId="{8B0E17BE-C8D8-43FC-A731-BE19A50FBB38}" dt="2026-08-19T17:37:10.880" v="2371" actId="478"/>
          <ac:spMkLst>
            <pc:docMk/>
            <pc:sldMk cId="0" sldId="256"/>
            <ac:spMk id="25" creationId="{00000000-0000-0000-0000-000000000000}"/>
          </ac:spMkLst>
        </pc:spChg>
        <pc:spChg chg="del">
          <ac:chgData name="Cordingley, Russ" userId="ca63eab7-8259-4e34-b8eb-024af8e30be0" providerId="ADAL" clId="{8B0E17BE-C8D8-43FC-A731-BE19A50FBB38}" dt="2026-08-19T17:37:10.880" v="2371" actId="478"/>
          <ac:spMkLst>
            <pc:docMk/>
            <pc:sldMk cId="0" sldId="256"/>
            <ac:spMk id="26" creationId="{00000000-0000-0000-0000-000000000000}"/>
          </ac:spMkLst>
        </pc:spChg>
        <pc:spChg chg="del">
          <ac:chgData name="Cordingley, Russ" userId="ca63eab7-8259-4e34-b8eb-024af8e30be0" providerId="ADAL" clId="{8B0E17BE-C8D8-43FC-A731-BE19A50FBB38}" dt="2026-08-19T17:39:33.484" v="2377" actId="478"/>
          <ac:spMkLst>
            <pc:docMk/>
            <pc:sldMk cId="0" sldId="256"/>
            <ac:spMk id="27" creationId="{00000000-0000-0000-0000-000000000000}"/>
          </ac:spMkLst>
        </pc:spChg>
        <pc:spChg chg="del">
          <ac:chgData name="Cordingley, Russ" userId="ca63eab7-8259-4e34-b8eb-024af8e30be0" providerId="ADAL" clId="{8B0E17BE-C8D8-43FC-A731-BE19A50FBB38}" dt="2026-08-19T17:39:36.016" v="2378" actId="478"/>
          <ac:spMkLst>
            <pc:docMk/>
            <pc:sldMk cId="0" sldId="256"/>
            <ac:spMk id="28" creationId="{00000000-0000-0000-0000-000000000000}"/>
          </ac:spMkLst>
        </pc:spChg>
        <pc:spChg chg="add mod">
          <ac:chgData name="Cordingley, Russ" userId="ca63eab7-8259-4e34-b8eb-024af8e30be0" providerId="ADAL" clId="{8B0E17BE-C8D8-43FC-A731-BE19A50FBB38}" dt="2026-08-19T17:36:43.694" v="2358" actId="20577"/>
          <ac:spMkLst>
            <pc:docMk/>
            <pc:sldMk cId="0" sldId="256"/>
            <ac:spMk id="29" creationId="{7CFA6F6B-6AC8-8926-3B5F-DBEDD28A391F}"/>
          </ac:spMkLst>
        </pc:spChg>
        <pc:spChg chg="add mod">
          <ac:chgData name="Cordingley, Russ" userId="ca63eab7-8259-4e34-b8eb-024af8e30be0" providerId="ADAL" clId="{8B0E17BE-C8D8-43FC-A731-BE19A50FBB38}" dt="2026-08-19T17:41:18.383" v="2389" actId="404"/>
          <ac:spMkLst>
            <pc:docMk/>
            <pc:sldMk cId="0" sldId="256"/>
            <ac:spMk id="31" creationId="{AE4BEC4B-F627-8639-62A9-FA5E24F3315B}"/>
          </ac:spMkLst>
        </pc:spChg>
        <pc:spChg chg="add mod">
          <ac:chgData name="Cordingley, Russ" userId="ca63eab7-8259-4e34-b8eb-024af8e30be0" providerId="ADAL" clId="{8B0E17BE-C8D8-43FC-A731-BE19A50FBB38}" dt="2026-08-19T17:41:18.383" v="2389" actId="404"/>
          <ac:spMkLst>
            <pc:docMk/>
            <pc:sldMk cId="0" sldId="256"/>
            <ac:spMk id="37" creationId="{4D2C5B96-C54C-8A4C-0696-DC7705E8743D}"/>
          </ac:spMkLst>
        </pc:spChg>
        <pc:spChg chg="add mod">
          <ac:chgData name="Cordingley, Russ" userId="ca63eab7-8259-4e34-b8eb-024af8e30be0" providerId="ADAL" clId="{8B0E17BE-C8D8-43FC-A731-BE19A50FBB38}" dt="2026-08-19T17:41:18.383" v="2389" actId="404"/>
          <ac:spMkLst>
            <pc:docMk/>
            <pc:sldMk cId="0" sldId="256"/>
            <ac:spMk id="55" creationId="{9E63A897-1022-AF17-665F-358636572D0D}"/>
          </ac:spMkLst>
        </pc:spChg>
        <pc:spChg chg="add mod">
          <ac:chgData name="Cordingley, Russ" userId="ca63eab7-8259-4e34-b8eb-024af8e30be0" providerId="ADAL" clId="{8B0E17BE-C8D8-43FC-A731-BE19A50FBB38}" dt="2026-08-19T17:41:18.383" v="2389" actId="404"/>
          <ac:spMkLst>
            <pc:docMk/>
            <pc:sldMk cId="0" sldId="256"/>
            <ac:spMk id="63" creationId="{003AFE6B-DA98-48E4-2804-7DFD9834F48B}"/>
          </ac:spMkLst>
        </pc:spChg>
        <pc:spChg chg="add mod">
          <ac:chgData name="Cordingley, Russ" userId="ca63eab7-8259-4e34-b8eb-024af8e30be0" providerId="ADAL" clId="{8B0E17BE-C8D8-43FC-A731-BE19A50FBB38}" dt="2026-08-19T17:41:18.383" v="2389" actId="404"/>
          <ac:spMkLst>
            <pc:docMk/>
            <pc:sldMk cId="0" sldId="256"/>
            <ac:spMk id="65" creationId="{614940A7-95F1-A1C8-58D4-3EF3DA68E224}"/>
          </ac:spMkLst>
        </pc:spChg>
        <pc:spChg chg="add mod">
          <ac:chgData name="Cordingley, Russ" userId="ca63eab7-8259-4e34-b8eb-024af8e30be0" providerId="ADAL" clId="{8B0E17BE-C8D8-43FC-A731-BE19A50FBB38}" dt="2026-08-19T17:41:18.383" v="2389" actId="404"/>
          <ac:spMkLst>
            <pc:docMk/>
            <pc:sldMk cId="0" sldId="256"/>
            <ac:spMk id="71" creationId="{49D97A9C-A0A0-04C5-D049-EA1FD6199C4D}"/>
          </ac:spMkLst>
        </pc:spChg>
        <pc:spChg chg="add mod">
          <ac:chgData name="Cordingley, Russ" userId="ca63eab7-8259-4e34-b8eb-024af8e30be0" providerId="ADAL" clId="{8B0E17BE-C8D8-43FC-A731-BE19A50FBB38}" dt="2026-08-19T17:41:18.383" v="2389" actId="404"/>
          <ac:spMkLst>
            <pc:docMk/>
            <pc:sldMk cId="0" sldId="256"/>
            <ac:spMk id="83" creationId="{D90A583D-28CF-D810-8C86-82AA466F7F36}"/>
          </ac:spMkLst>
        </pc:spChg>
        <pc:spChg chg="add mod">
          <ac:chgData name="Cordingley, Russ" userId="ca63eab7-8259-4e34-b8eb-024af8e30be0" providerId="ADAL" clId="{8B0E17BE-C8D8-43FC-A731-BE19A50FBB38}" dt="2026-08-19T17:41:18.383" v="2389" actId="404"/>
          <ac:spMkLst>
            <pc:docMk/>
            <pc:sldMk cId="0" sldId="256"/>
            <ac:spMk id="117" creationId="{F07936AD-2293-3804-459B-7D6B3C200840}"/>
          </ac:spMkLst>
        </pc:spChg>
        <pc:spChg chg="add mod">
          <ac:chgData name="Cordingley, Russ" userId="ca63eab7-8259-4e34-b8eb-024af8e30be0" providerId="ADAL" clId="{8B0E17BE-C8D8-43FC-A731-BE19A50FBB38}" dt="2026-08-19T17:41:18.383" v="2389" actId="404"/>
          <ac:spMkLst>
            <pc:docMk/>
            <pc:sldMk cId="0" sldId="256"/>
            <ac:spMk id="125" creationId="{C04D7ECA-56DD-537B-0FE2-4C04820C2018}"/>
          </ac:spMkLst>
        </pc:spChg>
        <pc:spChg chg="add mod">
          <ac:chgData name="Cordingley, Russ" userId="ca63eab7-8259-4e34-b8eb-024af8e30be0" providerId="ADAL" clId="{8B0E17BE-C8D8-43FC-A731-BE19A50FBB38}" dt="2026-08-19T17:41:18.383" v="2389" actId="404"/>
          <ac:spMkLst>
            <pc:docMk/>
            <pc:sldMk cId="0" sldId="256"/>
            <ac:spMk id="137" creationId="{A6DE729E-1128-D60E-1E03-42337BC7C044}"/>
          </ac:spMkLst>
        </pc:spChg>
        <pc:grpChg chg="del mod">
          <ac:chgData name="Cordingley, Russ" userId="ca63eab7-8259-4e34-b8eb-024af8e30be0" providerId="ADAL" clId="{8B0E17BE-C8D8-43FC-A731-BE19A50FBB38}" dt="2026-08-19T17:53:49.969" v="2404" actId="21"/>
          <ac:grpSpMkLst>
            <pc:docMk/>
            <pc:sldMk cId="0" sldId="256"/>
            <ac:grpSpMk id="150" creationId="{61800EC4-A3F8-23B4-61D9-49D267665F7B}"/>
          </ac:grpSpMkLst>
        </pc:grpChg>
      </pc:sldChg>
      <pc:sldChg chg="modSp add del mod">
        <pc:chgData name="Cordingley, Russ" userId="ca63eab7-8259-4e34-b8eb-024af8e30be0" providerId="ADAL" clId="{8B0E17BE-C8D8-43FC-A731-BE19A50FBB38}" dt="2026-08-19T18:20:36.556" v="2629" actId="47"/>
        <pc:sldMkLst>
          <pc:docMk/>
          <pc:sldMk cId="0" sldId="257"/>
        </pc:sldMkLst>
        <pc:spChg chg="mod">
          <ac:chgData name="Cordingley, Russ" userId="ca63eab7-8259-4e34-b8eb-024af8e30be0" providerId="ADAL" clId="{8B0E17BE-C8D8-43FC-A731-BE19A50FBB38}" dt="2026-08-19T11:04:13.943" v="1003" actId="27636"/>
          <ac:spMkLst>
            <pc:docMk/>
            <pc:sldMk cId="0" sldId="257"/>
            <ac:spMk id="11" creationId="{00000000-0000-0000-0000-000000000000}"/>
          </ac:spMkLst>
        </pc:spChg>
        <pc:spChg chg="mod">
          <ac:chgData name="Cordingley, Russ" userId="ca63eab7-8259-4e34-b8eb-024af8e30be0" providerId="ADAL" clId="{8B0E17BE-C8D8-43FC-A731-BE19A50FBB38}" dt="2026-08-19T11:04:13.928" v="997" actId="27636"/>
          <ac:spMkLst>
            <pc:docMk/>
            <pc:sldMk cId="0" sldId="257"/>
            <ac:spMk id="16" creationId="{00000000-0000-0000-0000-000000000000}"/>
          </ac:spMkLst>
        </pc:spChg>
        <pc:spChg chg="mod">
          <ac:chgData name="Cordingley, Russ" userId="ca63eab7-8259-4e34-b8eb-024af8e30be0" providerId="ADAL" clId="{8B0E17BE-C8D8-43FC-A731-BE19A50FBB38}" dt="2026-08-19T11:04:13.936" v="1000" actId="27636"/>
          <ac:spMkLst>
            <pc:docMk/>
            <pc:sldMk cId="0" sldId="257"/>
            <ac:spMk id="21" creationId="{00000000-0000-0000-0000-000000000000}"/>
          </ac:spMkLst>
        </pc:spChg>
        <pc:spChg chg="mod">
          <ac:chgData name="Cordingley, Russ" userId="ca63eab7-8259-4e34-b8eb-024af8e30be0" providerId="ADAL" clId="{8B0E17BE-C8D8-43FC-A731-BE19A50FBB38}" dt="2026-08-19T11:04:13.936" v="998" actId="27636"/>
          <ac:spMkLst>
            <pc:docMk/>
            <pc:sldMk cId="0" sldId="257"/>
            <ac:spMk id="26" creationId="{00000000-0000-0000-0000-000000000000}"/>
          </ac:spMkLst>
        </pc:spChg>
        <pc:spChg chg="mod">
          <ac:chgData name="Cordingley, Russ" userId="ca63eab7-8259-4e34-b8eb-024af8e30be0" providerId="ADAL" clId="{8B0E17BE-C8D8-43FC-A731-BE19A50FBB38}" dt="2026-08-19T11:04:13.936" v="999" actId="27636"/>
          <ac:spMkLst>
            <pc:docMk/>
            <pc:sldMk cId="0" sldId="257"/>
            <ac:spMk id="27" creationId="{00000000-0000-0000-0000-000000000000}"/>
          </ac:spMkLst>
        </pc:spChg>
        <pc:spChg chg="mod">
          <ac:chgData name="Cordingley, Russ" userId="ca63eab7-8259-4e34-b8eb-024af8e30be0" providerId="ADAL" clId="{8B0E17BE-C8D8-43FC-A731-BE19A50FBB38}" dt="2026-08-19T11:04:13.928" v="996" actId="27636"/>
          <ac:spMkLst>
            <pc:docMk/>
            <pc:sldMk cId="0" sldId="257"/>
            <ac:spMk id="31" creationId="{00000000-0000-0000-0000-000000000000}"/>
          </ac:spMkLst>
        </pc:spChg>
        <pc:spChg chg="mod">
          <ac:chgData name="Cordingley, Russ" userId="ca63eab7-8259-4e34-b8eb-024af8e30be0" providerId="ADAL" clId="{8B0E17BE-C8D8-43FC-A731-BE19A50FBB38}" dt="2026-08-19T11:04:13.943" v="1002" actId="27636"/>
          <ac:spMkLst>
            <pc:docMk/>
            <pc:sldMk cId="0" sldId="257"/>
            <ac:spMk id="36" creationId="{00000000-0000-0000-0000-000000000000}"/>
          </ac:spMkLst>
        </pc:spChg>
        <pc:spChg chg="mod">
          <ac:chgData name="Cordingley, Russ" userId="ca63eab7-8259-4e34-b8eb-024af8e30be0" providerId="ADAL" clId="{8B0E17BE-C8D8-43FC-A731-BE19A50FBB38}" dt="2026-08-19T11:04:13.943" v="1004" actId="27636"/>
          <ac:spMkLst>
            <pc:docMk/>
            <pc:sldMk cId="0" sldId="257"/>
            <ac:spMk id="37" creationId="{00000000-0000-0000-0000-000000000000}"/>
          </ac:spMkLst>
        </pc:spChg>
        <pc:spChg chg="mod">
          <ac:chgData name="Cordingley, Russ" userId="ca63eab7-8259-4e34-b8eb-024af8e30be0" providerId="ADAL" clId="{8B0E17BE-C8D8-43FC-A731-BE19A50FBB38}" dt="2026-08-19T11:04:13.928" v="994" actId="27636"/>
          <ac:spMkLst>
            <pc:docMk/>
            <pc:sldMk cId="0" sldId="257"/>
            <ac:spMk id="41" creationId="{00000000-0000-0000-0000-000000000000}"/>
          </ac:spMkLst>
        </pc:spChg>
        <pc:spChg chg="mod">
          <ac:chgData name="Cordingley, Russ" userId="ca63eab7-8259-4e34-b8eb-024af8e30be0" providerId="ADAL" clId="{8B0E17BE-C8D8-43FC-A731-BE19A50FBB38}" dt="2026-08-19T11:04:13.928" v="995" actId="27636"/>
          <ac:spMkLst>
            <pc:docMk/>
            <pc:sldMk cId="0" sldId="257"/>
            <ac:spMk id="42" creationId="{00000000-0000-0000-0000-000000000000}"/>
          </ac:spMkLst>
        </pc:spChg>
        <pc:spChg chg="mod">
          <ac:chgData name="Cordingley, Russ" userId="ca63eab7-8259-4e34-b8eb-024af8e30be0" providerId="ADAL" clId="{8B0E17BE-C8D8-43FC-A731-BE19A50FBB38}" dt="2026-08-19T11:04:13.936" v="1001" actId="27636"/>
          <ac:spMkLst>
            <pc:docMk/>
            <pc:sldMk cId="0" sldId="257"/>
            <ac:spMk id="44" creationId="{00000000-0000-0000-0000-000000000000}"/>
          </ac:spMkLst>
        </pc:spChg>
      </pc:sldChg>
      <pc:sldChg chg="modSp add del mod">
        <pc:chgData name="Cordingley, Russ" userId="ca63eab7-8259-4e34-b8eb-024af8e30be0" providerId="ADAL" clId="{8B0E17BE-C8D8-43FC-A731-BE19A50FBB38}" dt="2026-08-19T18:38:26.417" v="2790" actId="47"/>
        <pc:sldMkLst>
          <pc:docMk/>
          <pc:sldMk cId="0" sldId="258"/>
        </pc:sldMkLst>
        <pc:spChg chg="mod">
          <ac:chgData name="Cordingley, Russ" userId="ca63eab7-8259-4e34-b8eb-024af8e30be0" providerId="ADAL" clId="{8B0E17BE-C8D8-43FC-A731-BE19A50FBB38}" dt="2026-08-19T11:04:13.958" v="1008" actId="27636"/>
          <ac:spMkLst>
            <pc:docMk/>
            <pc:sldMk cId="0" sldId="258"/>
            <ac:spMk id="23" creationId="{00000000-0000-0000-0000-000000000000}"/>
          </ac:spMkLst>
        </pc:spChg>
        <pc:spChg chg="mod">
          <ac:chgData name="Cordingley, Russ" userId="ca63eab7-8259-4e34-b8eb-024af8e30be0" providerId="ADAL" clId="{8B0E17BE-C8D8-43FC-A731-BE19A50FBB38}" dt="2026-08-19T11:04:13.958" v="1005" actId="27636"/>
          <ac:spMkLst>
            <pc:docMk/>
            <pc:sldMk cId="0" sldId="258"/>
            <ac:spMk id="26" creationId="{00000000-0000-0000-0000-000000000000}"/>
          </ac:spMkLst>
        </pc:spChg>
        <pc:spChg chg="mod">
          <ac:chgData name="Cordingley, Russ" userId="ca63eab7-8259-4e34-b8eb-024af8e30be0" providerId="ADAL" clId="{8B0E17BE-C8D8-43FC-A731-BE19A50FBB38}" dt="2026-08-19T11:04:13.958" v="1007" actId="27636"/>
          <ac:spMkLst>
            <pc:docMk/>
            <pc:sldMk cId="0" sldId="258"/>
            <ac:spMk id="39" creationId="{00000000-0000-0000-0000-000000000000}"/>
          </ac:spMkLst>
        </pc:spChg>
        <pc:spChg chg="mod">
          <ac:chgData name="Cordingley, Russ" userId="ca63eab7-8259-4e34-b8eb-024af8e30be0" providerId="ADAL" clId="{8B0E17BE-C8D8-43FC-A731-BE19A50FBB38}" dt="2026-08-19T11:04:13.958" v="1006" actId="27636"/>
          <ac:spMkLst>
            <pc:docMk/>
            <pc:sldMk cId="0" sldId="258"/>
            <ac:spMk id="44" creationId="{00000000-0000-0000-0000-000000000000}"/>
          </ac:spMkLst>
        </pc:spChg>
      </pc:sldChg>
      <pc:sldChg chg="modSp add mod">
        <pc:chgData name="Cordingley, Russ" userId="ca63eab7-8259-4e34-b8eb-024af8e30be0" providerId="ADAL" clId="{8B0E17BE-C8D8-43FC-A731-BE19A50FBB38}" dt="2026-08-19T11:04:13.988" v="1015" actId="27636"/>
        <pc:sldMkLst>
          <pc:docMk/>
          <pc:sldMk cId="0" sldId="259"/>
        </pc:sldMkLst>
        <pc:spChg chg="mod">
          <ac:chgData name="Cordingley, Russ" userId="ca63eab7-8259-4e34-b8eb-024af8e30be0" providerId="ADAL" clId="{8B0E17BE-C8D8-43FC-A731-BE19A50FBB38}" dt="2026-08-19T11:04:13.988" v="1013" actId="27636"/>
          <ac:spMkLst>
            <pc:docMk/>
            <pc:sldMk cId="0" sldId="259"/>
            <ac:spMk id="6" creationId="{00000000-0000-0000-0000-000000000000}"/>
          </ac:spMkLst>
        </pc:spChg>
        <pc:spChg chg="mod">
          <ac:chgData name="Cordingley, Russ" userId="ca63eab7-8259-4e34-b8eb-024af8e30be0" providerId="ADAL" clId="{8B0E17BE-C8D8-43FC-A731-BE19A50FBB38}" dt="2026-08-19T11:04:13.988" v="1014" actId="27636"/>
          <ac:spMkLst>
            <pc:docMk/>
            <pc:sldMk cId="0" sldId="259"/>
            <ac:spMk id="10" creationId="{00000000-0000-0000-0000-000000000000}"/>
          </ac:spMkLst>
        </pc:spChg>
        <pc:spChg chg="mod">
          <ac:chgData name="Cordingley, Russ" userId="ca63eab7-8259-4e34-b8eb-024af8e30be0" providerId="ADAL" clId="{8B0E17BE-C8D8-43FC-A731-BE19A50FBB38}" dt="2026-08-19T11:04:13.988" v="1012" actId="27636"/>
          <ac:spMkLst>
            <pc:docMk/>
            <pc:sldMk cId="0" sldId="259"/>
            <ac:spMk id="14" creationId="{00000000-0000-0000-0000-000000000000}"/>
          </ac:spMkLst>
        </pc:spChg>
        <pc:spChg chg="mod">
          <ac:chgData name="Cordingley, Russ" userId="ca63eab7-8259-4e34-b8eb-024af8e30be0" providerId="ADAL" clId="{8B0E17BE-C8D8-43FC-A731-BE19A50FBB38}" dt="2026-08-19T11:04:13.988" v="1015" actId="27636"/>
          <ac:spMkLst>
            <pc:docMk/>
            <pc:sldMk cId="0" sldId="259"/>
            <ac:spMk id="18" creationId="{00000000-0000-0000-0000-000000000000}"/>
          </ac:spMkLst>
        </pc:spChg>
        <pc:spChg chg="mod">
          <ac:chgData name="Cordingley, Russ" userId="ca63eab7-8259-4e34-b8eb-024af8e30be0" providerId="ADAL" clId="{8B0E17BE-C8D8-43FC-A731-BE19A50FBB38}" dt="2026-08-19T11:04:13.973" v="1011" actId="27636"/>
          <ac:spMkLst>
            <pc:docMk/>
            <pc:sldMk cId="0" sldId="259"/>
            <ac:spMk id="22" creationId="{00000000-0000-0000-0000-000000000000}"/>
          </ac:spMkLst>
        </pc:spChg>
        <pc:spChg chg="mod">
          <ac:chgData name="Cordingley, Russ" userId="ca63eab7-8259-4e34-b8eb-024af8e30be0" providerId="ADAL" clId="{8B0E17BE-C8D8-43FC-A731-BE19A50FBB38}" dt="2026-08-19T11:04:13.973" v="1009" actId="27636"/>
          <ac:spMkLst>
            <pc:docMk/>
            <pc:sldMk cId="0" sldId="259"/>
            <ac:spMk id="26" creationId="{00000000-0000-0000-0000-000000000000}"/>
          </ac:spMkLst>
        </pc:spChg>
        <pc:spChg chg="mod">
          <ac:chgData name="Cordingley, Russ" userId="ca63eab7-8259-4e34-b8eb-024af8e30be0" providerId="ADAL" clId="{8B0E17BE-C8D8-43FC-A731-BE19A50FBB38}" dt="2026-08-19T11:04:13.973" v="1010" actId="27636"/>
          <ac:spMkLst>
            <pc:docMk/>
            <pc:sldMk cId="0" sldId="259"/>
            <ac:spMk id="30" creationId="{00000000-0000-0000-0000-000000000000}"/>
          </ac:spMkLst>
        </pc:spChg>
      </pc:sldChg>
      <pc:sldChg chg="addSp delSp modSp mod">
        <pc:chgData name="Cordingley, Russ" userId="ca63eab7-8259-4e34-b8eb-024af8e30be0" providerId="ADAL" clId="{8B0E17BE-C8D8-43FC-A731-BE19A50FBB38}" dt="2026-08-18T11:40:29.265" v="269" actId="164"/>
        <pc:sldMkLst>
          <pc:docMk/>
          <pc:sldMk cId="907468469" sldId="484"/>
        </pc:sldMkLst>
        <pc:spChg chg="mod">
          <ac:chgData name="Cordingley, Russ" userId="ca63eab7-8259-4e34-b8eb-024af8e30be0" providerId="ADAL" clId="{8B0E17BE-C8D8-43FC-A731-BE19A50FBB38}" dt="2026-08-18T11:26:53.983" v="35" actId="20577"/>
          <ac:spMkLst>
            <pc:docMk/>
            <pc:sldMk cId="907468469" sldId="484"/>
            <ac:spMk id="2" creationId="{1248E72D-9DE4-45C3-8C09-2ED74BD9EEB8}"/>
          </ac:spMkLst>
        </pc:spChg>
        <pc:spChg chg="mod">
          <ac:chgData name="Cordingley, Russ" userId="ca63eab7-8259-4e34-b8eb-024af8e30be0" providerId="ADAL" clId="{8B0E17BE-C8D8-43FC-A731-BE19A50FBB38}" dt="2026-08-18T11:26:47.581" v="28" actId="6549"/>
          <ac:spMkLst>
            <pc:docMk/>
            <pc:sldMk cId="907468469" sldId="484"/>
            <ac:spMk id="3" creationId="{56C2C5A5-7D4C-4E8E-BA4B-8602DE8B90AB}"/>
          </ac:spMkLst>
        </pc:spChg>
        <pc:spChg chg="add del">
          <ac:chgData name="Cordingley, Russ" userId="ca63eab7-8259-4e34-b8eb-024af8e30be0" providerId="ADAL" clId="{8B0E17BE-C8D8-43FC-A731-BE19A50FBB38}" dt="2026-08-18T11:25:42.555" v="3" actId="478"/>
          <ac:spMkLst>
            <pc:docMk/>
            <pc:sldMk cId="907468469" sldId="484"/>
            <ac:spMk id="6" creationId="{4D186932-420B-988C-FEAD-F77725728E51}"/>
          </ac:spMkLst>
        </pc:spChg>
        <pc:spChg chg="add mod ord">
          <ac:chgData name="Cordingley, Russ" userId="ca63eab7-8259-4e34-b8eb-024af8e30be0" providerId="ADAL" clId="{8B0E17BE-C8D8-43FC-A731-BE19A50FBB38}" dt="2026-08-18T11:40:29.265" v="269" actId="164"/>
          <ac:spMkLst>
            <pc:docMk/>
            <pc:sldMk cId="907468469" sldId="484"/>
            <ac:spMk id="9" creationId="{738207BB-E571-BEEC-351C-3B57B4EB7222}"/>
          </ac:spMkLst>
        </pc:spChg>
        <pc:grpChg chg="add mod">
          <ac:chgData name="Cordingley, Russ" userId="ca63eab7-8259-4e34-b8eb-024af8e30be0" providerId="ADAL" clId="{8B0E17BE-C8D8-43FC-A731-BE19A50FBB38}" dt="2026-08-18T11:40:29.265" v="269" actId="164"/>
          <ac:grpSpMkLst>
            <pc:docMk/>
            <pc:sldMk cId="907468469" sldId="484"/>
            <ac:grpSpMk id="10" creationId="{064E73B4-FC7F-00F6-59DD-12C24AECD8C2}"/>
          </ac:grpSpMkLst>
        </pc:grpChg>
        <pc:picChg chg="del">
          <ac:chgData name="Cordingley, Russ" userId="ca63eab7-8259-4e34-b8eb-024af8e30be0" providerId="ADAL" clId="{8B0E17BE-C8D8-43FC-A731-BE19A50FBB38}" dt="2026-08-18T11:25:07.527" v="1" actId="478"/>
          <ac:picMkLst>
            <pc:docMk/>
            <pc:sldMk cId="907468469" sldId="484"/>
            <ac:picMk id="4" creationId="{2949C6CC-E99E-268F-1BFD-6DEFDC6A8EEE}"/>
          </ac:picMkLst>
        </pc:picChg>
        <pc:picChg chg="add mod">
          <ac:chgData name="Cordingley, Russ" userId="ca63eab7-8259-4e34-b8eb-024af8e30be0" providerId="ADAL" clId="{8B0E17BE-C8D8-43FC-A731-BE19A50FBB38}" dt="2026-08-18T11:40:29.265" v="269" actId="164"/>
          <ac:picMkLst>
            <pc:docMk/>
            <pc:sldMk cId="907468469" sldId="484"/>
            <ac:picMk id="8" creationId="{3F4D7BE3-E462-BADF-6A3C-38A80AA7ED2C}"/>
          </ac:picMkLst>
        </pc:picChg>
      </pc:sldChg>
      <pc:sldChg chg="del">
        <pc:chgData name="Cordingley, Russ" userId="ca63eab7-8259-4e34-b8eb-024af8e30be0" providerId="ADAL" clId="{8B0E17BE-C8D8-43FC-A731-BE19A50FBB38}" dt="2026-08-19T11:27:33.906" v="1024" actId="47"/>
        <pc:sldMkLst>
          <pc:docMk/>
          <pc:sldMk cId="3671777399" sldId="1064"/>
        </pc:sldMkLst>
      </pc:sldChg>
      <pc:sldChg chg="del">
        <pc:chgData name="Cordingley, Russ" userId="ca63eab7-8259-4e34-b8eb-024af8e30be0" providerId="ADAL" clId="{8B0E17BE-C8D8-43FC-A731-BE19A50FBB38}" dt="2026-08-19T11:27:33.906" v="1024" actId="47"/>
        <pc:sldMkLst>
          <pc:docMk/>
          <pc:sldMk cId="3827510471" sldId="1066"/>
        </pc:sldMkLst>
      </pc:sldChg>
      <pc:sldChg chg="del">
        <pc:chgData name="Cordingley, Russ" userId="ca63eab7-8259-4e34-b8eb-024af8e30be0" providerId="ADAL" clId="{8B0E17BE-C8D8-43FC-A731-BE19A50FBB38}" dt="2026-08-19T11:27:33.906" v="1024" actId="47"/>
        <pc:sldMkLst>
          <pc:docMk/>
          <pc:sldMk cId="2889724636" sldId="1068"/>
        </pc:sldMkLst>
      </pc:sldChg>
      <pc:sldChg chg="del">
        <pc:chgData name="Cordingley, Russ" userId="ca63eab7-8259-4e34-b8eb-024af8e30be0" providerId="ADAL" clId="{8B0E17BE-C8D8-43FC-A731-BE19A50FBB38}" dt="2026-08-19T11:27:33.906" v="1024" actId="47"/>
        <pc:sldMkLst>
          <pc:docMk/>
          <pc:sldMk cId="3100386637" sldId="1069"/>
        </pc:sldMkLst>
      </pc:sldChg>
      <pc:sldChg chg="del">
        <pc:chgData name="Cordingley, Russ" userId="ca63eab7-8259-4e34-b8eb-024af8e30be0" providerId="ADAL" clId="{8B0E17BE-C8D8-43FC-A731-BE19A50FBB38}" dt="2026-08-18T11:43:00.590" v="325" actId="47"/>
        <pc:sldMkLst>
          <pc:docMk/>
          <pc:sldMk cId="4238465613" sldId="1081"/>
        </pc:sldMkLst>
      </pc:sldChg>
      <pc:sldChg chg="del">
        <pc:chgData name="Cordingley, Russ" userId="ca63eab7-8259-4e34-b8eb-024af8e30be0" providerId="ADAL" clId="{8B0E17BE-C8D8-43FC-A731-BE19A50FBB38}" dt="2026-08-18T11:43:00.590" v="325" actId="47"/>
        <pc:sldMkLst>
          <pc:docMk/>
          <pc:sldMk cId="2061605098" sldId="1082"/>
        </pc:sldMkLst>
      </pc:sldChg>
      <pc:sldChg chg="del">
        <pc:chgData name="Cordingley, Russ" userId="ca63eab7-8259-4e34-b8eb-024af8e30be0" providerId="ADAL" clId="{8B0E17BE-C8D8-43FC-A731-BE19A50FBB38}" dt="2026-08-18T11:43:00.590" v="325" actId="47"/>
        <pc:sldMkLst>
          <pc:docMk/>
          <pc:sldMk cId="3956519259" sldId="1084"/>
        </pc:sldMkLst>
      </pc:sldChg>
      <pc:sldChg chg="del">
        <pc:chgData name="Cordingley, Russ" userId="ca63eab7-8259-4e34-b8eb-024af8e30be0" providerId="ADAL" clId="{8B0E17BE-C8D8-43FC-A731-BE19A50FBB38}" dt="2026-08-18T11:43:00.590" v="325" actId="47"/>
        <pc:sldMkLst>
          <pc:docMk/>
          <pc:sldMk cId="430600105" sldId="1145"/>
        </pc:sldMkLst>
      </pc:sldChg>
      <pc:sldChg chg="del">
        <pc:chgData name="Cordingley, Russ" userId="ca63eab7-8259-4e34-b8eb-024af8e30be0" providerId="ADAL" clId="{8B0E17BE-C8D8-43FC-A731-BE19A50FBB38}" dt="2026-08-18T11:43:00.590" v="325" actId="47"/>
        <pc:sldMkLst>
          <pc:docMk/>
          <pc:sldMk cId="1912248571" sldId="1146"/>
        </pc:sldMkLst>
      </pc:sldChg>
      <pc:sldChg chg="del">
        <pc:chgData name="Cordingley, Russ" userId="ca63eab7-8259-4e34-b8eb-024af8e30be0" providerId="ADAL" clId="{8B0E17BE-C8D8-43FC-A731-BE19A50FBB38}" dt="2026-08-18T11:43:00.590" v="325" actId="47"/>
        <pc:sldMkLst>
          <pc:docMk/>
          <pc:sldMk cId="2339143206" sldId="1169"/>
        </pc:sldMkLst>
      </pc:sldChg>
      <pc:sldChg chg="modSp mod">
        <pc:chgData name="Cordingley, Russ" userId="ca63eab7-8259-4e34-b8eb-024af8e30be0" providerId="ADAL" clId="{8B0E17BE-C8D8-43FC-A731-BE19A50FBB38}" dt="2026-08-19T19:13:17.809" v="2896" actId="20577"/>
        <pc:sldMkLst>
          <pc:docMk/>
          <pc:sldMk cId="1583125642" sldId="1173"/>
        </pc:sldMkLst>
        <pc:spChg chg="mod">
          <ac:chgData name="Cordingley, Russ" userId="ca63eab7-8259-4e34-b8eb-024af8e30be0" providerId="ADAL" clId="{8B0E17BE-C8D8-43FC-A731-BE19A50FBB38}" dt="2026-08-18T11:30:28.092" v="68" actId="20577"/>
          <ac:spMkLst>
            <pc:docMk/>
            <pc:sldMk cId="1583125642" sldId="1173"/>
            <ac:spMk id="10" creationId="{F54CE770-2A90-4BC2-097E-276E7DEFA2BC}"/>
          </ac:spMkLst>
        </pc:spChg>
        <pc:graphicFrameChg chg="mod modGraphic">
          <ac:chgData name="Cordingley, Russ" userId="ca63eab7-8259-4e34-b8eb-024af8e30be0" providerId="ADAL" clId="{8B0E17BE-C8D8-43FC-A731-BE19A50FBB38}" dt="2026-08-19T19:13:17.809" v="2896" actId="20577"/>
          <ac:graphicFrameMkLst>
            <pc:docMk/>
            <pc:sldMk cId="1583125642" sldId="1173"/>
            <ac:graphicFrameMk id="3" creationId="{0D1A4B06-1076-0097-8B95-F0AAFA12516B}"/>
          </ac:graphicFrameMkLst>
        </pc:graphicFrameChg>
      </pc:sldChg>
      <pc:sldChg chg="del">
        <pc:chgData name="Cordingley, Russ" userId="ca63eab7-8259-4e34-b8eb-024af8e30be0" providerId="ADAL" clId="{8B0E17BE-C8D8-43FC-A731-BE19A50FBB38}" dt="2026-08-18T11:43:00.590" v="325" actId="47"/>
        <pc:sldMkLst>
          <pc:docMk/>
          <pc:sldMk cId="3179187073" sldId="1174"/>
        </pc:sldMkLst>
      </pc:sldChg>
      <pc:sldChg chg="del">
        <pc:chgData name="Cordingley, Russ" userId="ca63eab7-8259-4e34-b8eb-024af8e30be0" providerId="ADAL" clId="{8B0E17BE-C8D8-43FC-A731-BE19A50FBB38}" dt="2026-08-18T11:43:00.590" v="325" actId="47"/>
        <pc:sldMkLst>
          <pc:docMk/>
          <pc:sldMk cId="1162594755" sldId="1175"/>
        </pc:sldMkLst>
      </pc:sldChg>
      <pc:sldChg chg="del">
        <pc:chgData name="Cordingley, Russ" userId="ca63eab7-8259-4e34-b8eb-024af8e30be0" providerId="ADAL" clId="{8B0E17BE-C8D8-43FC-A731-BE19A50FBB38}" dt="2026-08-18T11:43:00.590" v="325" actId="47"/>
        <pc:sldMkLst>
          <pc:docMk/>
          <pc:sldMk cId="3717701928" sldId="1176"/>
        </pc:sldMkLst>
      </pc:sldChg>
      <pc:sldChg chg="del">
        <pc:chgData name="Cordingley, Russ" userId="ca63eab7-8259-4e34-b8eb-024af8e30be0" providerId="ADAL" clId="{8B0E17BE-C8D8-43FC-A731-BE19A50FBB38}" dt="2026-08-18T11:43:00.590" v="325" actId="47"/>
        <pc:sldMkLst>
          <pc:docMk/>
          <pc:sldMk cId="2297042138" sldId="1177"/>
        </pc:sldMkLst>
      </pc:sldChg>
      <pc:sldChg chg="del">
        <pc:chgData name="Cordingley, Russ" userId="ca63eab7-8259-4e34-b8eb-024af8e30be0" providerId="ADAL" clId="{8B0E17BE-C8D8-43FC-A731-BE19A50FBB38}" dt="2026-08-18T11:43:00.590" v="325" actId="47"/>
        <pc:sldMkLst>
          <pc:docMk/>
          <pc:sldMk cId="2400876222" sldId="1178"/>
        </pc:sldMkLst>
      </pc:sldChg>
      <pc:sldChg chg="del">
        <pc:chgData name="Cordingley, Russ" userId="ca63eab7-8259-4e34-b8eb-024af8e30be0" providerId="ADAL" clId="{8B0E17BE-C8D8-43FC-A731-BE19A50FBB38}" dt="2026-08-18T11:43:00.590" v="325" actId="47"/>
        <pc:sldMkLst>
          <pc:docMk/>
          <pc:sldMk cId="417723700" sldId="1179"/>
        </pc:sldMkLst>
      </pc:sldChg>
      <pc:sldChg chg="del">
        <pc:chgData name="Cordingley, Russ" userId="ca63eab7-8259-4e34-b8eb-024af8e30be0" providerId="ADAL" clId="{8B0E17BE-C8D8-43FC-A731-BE19A50FBB38}" dt="2026-08-18T11:43:00.590" v="325" actId="47"/>
        <pc:sldMkLst>
          <pc:docMk/>
          <pc:sldMk cId="1765753986" sldId="1180"/>
        </pc:sldMkLst>
      </pc:sldChg>
      <pc:sldChg chg="del">
        <pc:chgData name="Cordingley, Russ" userId="ca63eab7-8259-4e34-b8eb-024af8e30be0" providerId="ADAL" clId="{8B0E17BE-C8D8-43FC-A731-BE19A50FBB38}" dt="2026-08-18T11:43:00.590" v="325" actId="47"/>
        <pc:sldMkLst>
          <pc:docMk/>
          <pc:sldMk cId="3356313112" sldId="1181"/>
        </pc:sldMkLst>
      </pc:sldChg>
      <pc:sldChg chg="addSp delSp modSp mod">
        <pc:chgData name="Cordingley, Russ" userId="ca63eab7-8259-4e34-b8eb-024af8e30be0" providerId="ADAL" clId="{8B0E17BE-C8D8-43FC-A731-BE19A50FBB38}" dt="2026-08-18T17:52:19.828" v="662" actId="20577"/>
        <pc:sldMkLst>
          <pc:docMk/>
          <pc:sldMk cId="3292614910" sldId="1182"/>
        </pc:sldMkLst>
        <pc:spChg chg="del mod">
          <ac:chgData name="Cordingley, Russ" userId="ca63eab7-8259-4e34-b8eb-024af8e30be0" providerId="ADAL" clId="{8B0E17BE-C8D8-43FC-A731-BE19A50FBB38}" dt="2026-08-18T11:42:06.531" v="319" actId="478"/>
          <ac:spMkLst>
            <pc:docMk/>
            <pc:sldMk cId="3292614910" sldId="1182"/>
            <ac:spMk id="2" creationId="{D4B53B6E-757A-943C-56F2-9BDEBFBA44EC}"/>
          </ac:spMkLst>
        </pc:spChg>
        <pc:spChg chg="del mod">
          <ac:chgData name="Cordingley, Russ" userId="ca63eab7-8259-4e34-b8eb-024af8e30be0" providerId="ADAL" clId="{8B0E17BE-C8D8-43FC-A731-BE19A50FBB38}" dt="2026-08-18T11:42:09.193" v="320" actId="478"/>
          <ac:spMkLst>
            <pc:docMk/>
            <pc:sldMk cId="3292614910" sldId="1182"/>
            <ac:spMk id="3" creationId="{5E12420D-A116-0E45-E17D-CD6969BAE600}"/>
          </ac:spMkLst>
        </pc:spChg>
        <pc:spChg chg="del">
          <ac:chgData name="Cordingley, Russ" userId="ca63eab7-8259-4e34-b8eb-024af8e30be0" providerId="ADAL" clId="{8B0E17BE-C8D8-43FC-A731-BE19A50FBB38}" dt="2026-08-18T11:41:33.738" v="272" actId="478"/>
          <ac:spMkLst>
            <pc:docMk/>
            <pc:sldMk cId="3292614910" sldId="1182"/>
            <ac:spMk id="4" creationId="{6545F487-94FA-989C-9AF7-08DABD3849C1}"/>
          </ac:spMkLst>
        </pc:spChg>
        <pc:spChg chg="mod">
          <ac:chgData name="Cordingley, Russ" userId="ca63eab7-8259-4e34-b8eb-024af8e30be0" providerId="ADAL" clId="{8B0E17BE-C8D8-43FC-A731-BE19A50FBB38}" dt="2026-08-18T11:40:38.921" v="270"/>
          <ac:spMkLst>
            <pc:docMk/>
            <pc:sldMk cId="3292614910" sldId="1182"/>
            <ac:spMk id="6" creationId="{D6FA32CC-B23B-CAEE-ECFD-2E32BBE0E309}"/>
          </ac:spMkLst>
        </pc:spChg>
        <pc:spChg chg="add del mod">
          <ac:chgData name="Cordingley, Russ" userId="ca63eab7-8259-4e34-b8eb-024af8e30be0" providerId="ADAL" clId="{8B0E17BE-C8D8-43FC-A731-BE19A50FBB38}" dt="2026-08-18T17:52:19.828" v="662" actId="20577"/>
          <ac:spMkLst>
            <pc:docMk/>
            <pc:sldMk cId="3292614910" sldId="1182"/>
            <ac:spMk id="9" creationId="{0C817AAE-672B-CEEA-CDBC-78C98A10976C}"/>
          </ac:spMkLst>
        </pc:spChg>
        <pc:spChg chg="add del mod">
          <ac:chgData name="Cordingley, Russ" userId="ca63eab7-8259-4e34-b8eb-024af8e30be0" providerId="ADAL" clId="{8B0E17BE-C8D8-43FC-A731-BE19A50FBB38}" dt="2026-08-18T11:42:11.027" v="321" actId="478"/>
          <ac:spMkLst>
            <pc:docMk/>
            <pc:sldMk cId="3292614910" sldId="1182"/>
            <ac:spMk id="11" creationId="{98E16116-86E9-C2A2-0210-AE78B9863BD6}"/>
          </ac:spMkLst>
        </pc:spChg>
        <pc:grpChg chg="add mod">
          <ac:chgData name="Cordingley, Russ" userId="ca63eab7-8259-4e34-b8eb-024af8e30be0" providerId="ADAL" clId="{8B0E17BE-C8D8-43FC-A731-BE19A50FBB38}" dt="2026-08-18T11:40:42.411" v="271" actId="1076"/>
          <ac:grpSpMkLst>
            <pc:docMk/>
            <pc:sldMk cId="3292614910" sldId="1182"/>
            <ac:grpSpMk id="5" creationId="{36D420AE-4A20-5EC9-8F25-4B16632B47F9}"/>
          </ac:grpSpMkLst>
        </pc:grpChg>
        <pc:picChg chg="mod">
          <ac:chgData name="Cordingley, Russ" userId="ca63eab7-8259-4e34-b8eb-024af8e30be0" providerId="ADAL" clId="{8B0E17BE-C8D8-43FC-A731-BE19A50FBB38}" dt="2026-08-18T11:40:38.921" v="270"/>
          <ac:picMkLst>
            <pc:docMk/>
            <pc:sldMk cId="3292614910" sldId="1182"/>
            <ac:picMk id="7" creationId="{877010AC-9A5A-7271-DF1F-A2CC8207277E}"/>
          </ac:picMkLst>
        </pc:picChg>
      </pc:sldChg>
      <pc:sldChg chg="del">
        <pc:chgData name="Cordingley, Russ" userId="ca63eab7-8259-4e34-b8eb-024af8e30be0" providerId="ADAL" clId="{8B0E17BE-C8D8-43FC-A731-BE19A50FBB38}" dt="2026-08-18T11:43:00.590" v="325" actId="47"/>
        <pc:sldMkLst>
          <pc:docMk/>
          <pc:sldMk cId="1083434317" sldId="1183"/>
        </pc:sldMkLst>
      </pc:sldChg>
      <pc:sldChg chg="del">
        <pc:chgData name="Cordingley, Russ" userId="ca63eab7-8259-4e34-b8eb-024af8e30be0" providerId="ADAL" clId="{8B0E17BE-C8D8-43FC-A731-BE19A50FBB38}" dt="2026-08-19T11:27:33.906" v="1024" actId="47"/>
        <pc:sldMkLst>
          <pc:docMk/>
          <pc:sldMk cId="562270205" sldId="1184"/>
        </pc:sldMkLst>
      </pc:sldChg>
      <pc:sldChg chg="del">
        <pc:chgData name="Cordingley, Russ" userId="ca63eab7-8259-4e34-b8eb-024af8e30be0" providerId="ADAL" clId="{8B0E17BE-C8D8-43FC-A731-BE19A50FBB38}" dt="2026-08-19T11:27:33.906" v="1024" actId="47"/>
        <pc:sldMkLst>
          <pc:docMk/>
          <pc:sldMk cId="2034219993" sldId="1185"/>
        </pc:sldMkLst>
      </pc:sldChg>
      <pc:sldChg chg="addSp delSp modSp mod modNotesTx">
        <pc:chgData name="Cordingley, Russ" userId="ca63eab7-8259-4e34-b8eb-024af8e30be0" providerId="ADAL" clId="{8B0E17BE-C8D8-43FC-A731-BE19A50FBB38}" dt="2026-08-19T14:14:34.719" v="1762" actId="14100"/>
        <pc:sldMkLst>
          <pc:docMk/>
          <pc:sldMk cId="748381103" sldId="1186"/>
        </pc:sldMkLst>
        <pc:spChg chg="del">
          <ac:chgData name="Cordingley, Russ" userId="ca63eab7-8259-4e34-b8eb-024af8e30be0" providerId="ADAL" clId="{8B0E17BE-C8D8-43FC-A731-BE19A50FBB38}" dt="2026-08-18T11:43:43.722" v="337" actId="478"/>
          <ac:spMkLst>
            <pc:docMk/>
            <pc:sldMk cId="748381103" sldId="1186"/>
            <ac:spMk id="2" creationId="{BA66808F-0C58-6201-5B31-7DE72D03DBEC}"/>
          </ac:spMkLst>
        </pc:spChg>
        <pc:spChg chg="del mod">
          <ac:chgData name="Cordingley, Russ" userId="ca63eab7-8259-4e34-b8eb-024af8e30be0" providerId="ADAL" clId="{8B0E17BE-C8D8-43FC-A731-BE19A50FBB38}" dt="2026-08-18T12:05:32.867" v="584" actId="478"/>
          <ac:spMkLst>
            <pc:docMk/>
            <pc:sldMk cId="748381103" sldId="1186"/>
            <ac:spMk id="3" creationId="{1F62EA79-2C5B-9847-81A4-0E5CC08305BA}"/>
          </ac:spMkLst>
        </pc:spChg>
        <pc:spChg chg="del">
          <ac:chgData name="Cordingley, Russ" userId="ca63eab7-8259-4e34-b8eb-024af8e30be0" providerId="ADAL" clId="{8B0E17BE-C8D8-43FC-A731-BE19A50FBB38}" dt="2026-08-18T11:43:44.957" v="338" actId="478"/>
          <ac:spMkLst>
            <pc:docMk/>
            <pc:sldMk cId="748381103" sldId="1186"/>
            <ac:spMk id="4" creationId="{8F56EFED-1535-5E4B-93DE-F3E23A90269C}"/>
          </ac:spMkLst>
        </pc:spChg>
        <pc:spChg chg="add del mod">
          <ac:chgData name="Cordingley, Russ" userId="ca63eab7-8259-4e34-b8eb-024af8e30be0" providerId="ADAL" clId="{8B0E17BE-C8D8-43FC-A731-BE19A50FBB38}" dt="2026-08-18T12:04:35.839" v="580" actId="478"/>
          <ac:spMkLst>
            <pc:docMk/>
            <pc:sldMk cId="748381103" sldId="1186"/>
            <ac:spMk id="6" creationId="{9ACE609A-DF5D-A9EA-6F55-65DF1BB64F49}"/>
          </ac:spMkLst>
        </pc:spChg>
        <pc:spChg chg="add mod">
          <ac:chgData name="Cordingley, Russ" userId="ca63eab7-8259-4e34-b8eb-024af8e30be0" providerId="ADAL" clId="{8B0E17BE-C8D8-43FC-A731-BE19A50FBB38}" dt="2026-08-19T11:00:01.229" v="943" actId="207"/>
          <ac:spMkLst>
            <pc:docMk/>
            <pc:sldMk cId="748381103" sldId="1186"/>
            <ac:spMk id="7" creationId="{3896E8D1-9254-6F71-48B6-C7DE6F7930A9}"/>
          </ac:spMkLst>
        </pc:spChg>
        <pc:spChg chg="mod">
          <ac:chgData name="Cordingley, Russ" userId="ca63eab7-8259-4e34-b8eb-024af8e30be0" providerId="ADAL" clId="{8B0E17BE-C8D8-43FC-A731-BE19A50FBB38}" dt="2026-08-19T14:14:34.719" v="1762" actId="14100"/>
          <ac:spMkLst>
            <pc:docMk/>
            <pc:sldMk cId="748381103" sldId="1186"/>
            <ac:spMk id="10" creationId="{228ADBED-A2B1-5E44-A4CB-DD2947D22872}"/>
          </ac:spMkLst>
        </pc:spChg>
        <pc:spChg chg="add del">
          <ac:chgData name="Cordingley, Russ" userId="ca63eab7-8259-4e34-b8eb-024af8e30be0" providerId="ADAL" clId="{8B0E17BE-C8D8-43FC-A731-BE19A50FBB38}" dt="2026-08-18T11:44:31.051" v="357" actId="478"/>
          <ac:spMkLst>
            <pc:docMk/>
            <pc:sldMk cId="748381103" sldId="1186"/>
            <ac:spMk id="11" creationId="{E8FCF95A-5BCB-9132-CB8F-C4F83E4C3929}"/>
          </ac:spMkLst>
        </pc:spChg>
        <pc:spChg chg="del">
          <ac:chgData name="Cordingley, Russ" userId="ca63eab7-8259-4e34-b8eb-024af8e30be0" providerId="ADAL" clId="{8B0E17BE-C8D8-43FC-A731-BE19A50FBB38}" dt="2026-08-18T11:43:46.976" v="339" actId="478"/>
          <ac:spMkLst>
            <pc:docMk/>
            <pc:sldMk cId="748381103" sldId="1186"/>
            <ac:spMk id="12" creationId="{A5B3F2E1-C605-63B4-24F8-4D2C7E7CA7E8}"/>
          </ac:spMkLst>
        </pc:spChg>
        <pc:spChg chg="add del">
          <ac:chgData name="Cordingley, Russ" userId="ca63eab7-8259-4e34-b8eb-024af8e30be0" providerId="ADAL" clId="{8B0E17BE-C8D8-43FC-A731-BE19A50FBB38}" dt="2026-08-18T11:44:30.344" v="356" actId="478"/>
          <ac:spMkLst>
            <pc:docMk/>
            <pc:sldMk cId="748381103" sldId="1186"/>
            <ac:spMk id="14" creationId="{9514ECA9-B772-AD72-1FAC-7464ADF8E03F}"/>
          </ac:spMkLst>
        </pc:spChg>
        <pc:spChg chg="add del mod">
          <ac:chgData name="Cordingley, Russ" userId="ca63eab7-8259-4e34-b8eb-024af8e30be0" providerId="ADAL" clId="{8B0E17BE-C8D8-43FC-A731-BE19A50FBB38}" dt="2026-08-18T11:48:14.797" v="384" actId="478"/>
          <ac:spMkLst>
            <pc:docMk/>
            <pc:sldMk cId="748381103" sldId="1186"/>
            <ac:spMk id="16" creationId="{1CF58513-1E1F-9954-5E21-AE31E5F55439}"/>
          </ac:spMkLst>
        </pc:spChg>
        <pc:spChg chg="add del mod">
          <ac:chgData name="Cordingley, Russ" userId="ca63eab7-8259-4e34-b8eb-024af8e30be0" providerId="ADAL" clId="{8B0E17BE-C8D8-43FC-A731-BE19A50FBB38}" dt="2026-08-18T11:48:14.797" v="384" actId="478"/>
          <ac:spMkLst>
            <pc:docMk/>
            <pc:sldMk cId="748381103" sldId="1186"/>
            <ac:spMk id="18" creationId="{66B222C3-4530-0A1E-073A-BAA78839BB96}"/>
          </ac:spMkLst>
        </pc:spChg>
        <pc:spChg chg="add del mod">
          <ac:chgData name="Cordingley, Russ" userId="ca63eab7-8259-4e34-b8eb-024af8e30be0" providerId="ADAL" clId="{8B0E17BE-C8D8-43FC-A731-BE19A50FBB38}" dt="2026-08-18T11:48:14.797" v="384" actId="478"/>
          <ac:spMkLst>
            <pc:docMk/>
            <pc:sldMk cId="748381103" sldId="1186"/>
            <ac:spMk id="20" creationId="{59473E82-C3A3-D7F4-793A-A2E282CCEAB4}"/>
          </ac:spMkLst>
        </pc:spChg>
        <pc:spChg chg="add del mod">
          <ac:chgData name="Cordingley, Russ" userId="ca63eab7-8259-4e34-b8eb-024af8e30be0" providerId="ADAL" clId="{8B0E17BE-C8D8-43FC-A731-BE19A50FBB38}" dt="2026-08-18T11:48:14.797" v="384" actId="478"/>
          <ac:spMkLst>
            <pc:docMk/>
            <pc:sldMk cId="748381103" sldId="1186"/>
            <ac:spMk id="22" creationId="{1746C7A8-2A56-F37C-D5F2-AC2896814538}"/>
          </ac:spMkLst>
        </pc:spChg>
        <pc:spChg chg="add del mod">
          <ac:chgData name="Cordingley, Russ" userId="ca63eab7-8259-4e34-b8eb-024af8e30be0" providerId="ADAL" clId="{8B0E17BE-C8D8-43FC-A731-BE19A50FBB38}" dt="2026-08-18T11:48:14.797" v="384" actId="478"/>
          <ac:spMkLst>
            <pc:docMk/>
            <pc:sldMk cId="748381103" sldId="1186"/>
            <ac:spMk id="24" creationId="{B3E1B16F-7C0A-52DF-3ECE-9B8D34F5DF12}"/>
          </ac:spMkLst>
        </pc:spChg>
        <pc:spChg chg="add del mod">
          <ac:chgData name="Cordingley, Russ" userId="ca63eab7-8259-4e34-b8eb-024af8e30be0" providerId="ADAL" clId="{8B0E17BE-C8D8-43FC-A731-BE19A50FBB38}" dt="2026-08-18T11:48:22.682" v="387" actId="478"/>
          <ac:spMkLst>
            <pc:docMk/>
            <pc:sldMk cId="748381103" sldId="1186"/>
            <ac:spMk id="26" creationId="{E76F721B-3909-E3D1-2CF4-CC1B0D0E0029}"/>
          </ac:spMkLst>
        </pc:spChg>
        <pc:spChg chg="add mod">
          <ac:chgData name="Cordingley, Russ" userId="ca63eab7-8259-4e34-b8eb-024af8e30be0" providerId="ADAL" clId="{8B0E17BE-C8D8-43FC-A731-BE19A50FBB38}" dt="2026-08-19T11:00:18.042" v="945" actId="108"/>
          <ac:spMkLst>
            <pc:docMk/>
            <pc:sldMk cId="748381103" sldId="1186"/>
            <ac:spMk id="28" creationId="{2D1F992D-8A25-86FA-ED2F-C4497562B6A6}"/>
          </ac:spMkLst>
        </pc:spChg>
        <pc:spChg chg="add mod">
          <ac:chgData name="Cordingley, Russ" userId="ca63eab7-8259-4e34-b8eb-024af8e30be0" providerId="ADAL" clId="{8B0E17BE-C8D8-43FC-A731-BE19A50FBB38}" dt="2026-08-19T11:00:21.541" v="946" actId="108"/>
          <ac:spMkLst>
            <pc:docMk/>
            <pc:sldMk cId="748381103" sldId="1186"/>
            <ac:spMk id="30" creationId="{DA614EFB-913B-E056-FC67-F0FD42E2DF08}"/>
          </ac:spMkLst>
        </pc:spChg>
        <pc:spChg chg="add mod">
          <ac:chgData name="Cordingley, Russ" userId="ca63eab7-8259-4e34-b8eb-024af8e30be0" providerId="ADAL" clId="{8B0E17BE-C8D8-43FC-A731-BE19A50FBB38}" dt="2026-08-19T11:00:23.541" v="950" actId="108"/>
          <ac:spMkLst>
            <pc:docMk/>
            <pc:sldMk cId="748381103" sldId="1186"/>
            <ac:spMk id="32" creationId="{B35ABC80-9FCE-57FB-8FB7-089D151A7206}"/>
          </ac:spMkLst>
        </pc:spChg>
        <pc:spChg chg="add mod">
          <ac:chgData name="Cordingley, Russ" userId="ca63eab7-8259-4e34-b8eb-024af8e30be0" providerId="ADAL" clId="{8B0E17BE-C8D8-43FC-A731-BE19A50FBB38}" dt="2026-08-19T11:00:22.354" v="947" actId="108"/>
          <ac:spMkLst>
            <pc:docMk/>
            <pc:sldMk cId="748381103" sldId="1186"/>
            <ac:spMk id="34" creationId="{BA5E34ED-5766-F479-5CD8-6FF17B5F2115}"/>
          </ac:spMkLst>
        </pc:spChg>
        <pc:spChg chg="add mod">
          <ac:chgData name="Cordingley, Russ" userId="ca63eab7-8259-4e34-b8eb-024af8e30be0" providerId="ADAL" clId="{8B0E17BE-C8D8-43FC-A731-BE19A50FBB38}" dt="2026-08-19T11:00:23.935" v="951" actId="108"/>
          <ac:spMkLst>
            <pc:docMk/>
            <pc:sldMk cId="748381103" sldId="1186"/>
            <ac:spMk id="36" creationId="{0F979E19-8B83-1F96-250F-0446BE9222E2}"/>
          </ac:spMkLst>
        </pc:spChg>
        <pc:spChg chg="add mod">
          <ac:chgData name="Cordingley, Russ" userId="ca63eab7-8259-4e34-b8eb-024af8e30be0" providerId="ADAL" clId="{8B0E17BE-C8D8-43FC-A731-BE19A50FBB38}" dt="2026-08-19T11:00:23.181" v="949" actId="108"/>
          <ac:spMkLst>
            <pc:docMk/>
            <pc:sldMk cId="748381103" sldId="1186"/>
            <ac:spMk id="38" creationId="{700A26C2-C4A2-E118-A10D-FA1273C9E048}"/>
          </ac:spMkLst>
        </pc:spChg>
        <pc:spChg chg="add mod">
          <ac:chgData name="Cordingley, Russ" userId="ca63eab7-8259-4e34-b8eb-024af8e30be0" providerId="ADAL" clId="{8B0E17BE-C8D8-43FC-A731-BE19A50FBB38}" dt="2026-08-19T11:00:22.760" v="948" actId="108"/>
          <ac:spMkLst>
            <pc:docMk/>
            <pc:sldMk cId="748381103" sldId="1186"/>
            <ac:spMk id="40" creationId="{C1616FD8-2911-CBBD-C5B9-985D13B76046}"/>
          </ac:spMkLst>
        </pc:spChg>
        <pc:graphicFrameChg chg="add mod">
          <ac:chgData name="Cordingley, Russ" userId="ca63eab7-8259-4e34-b8eb-024af8e30be0" providerId="ADAL" clId="{8B0E17BE-C8D8-43FC-A731-BE19A50FBB38}" dt="2026-08-18T11:59:49.457" v="563"/>
          <ac:graphicFrameMkLst>
            <pc:docMk/>
            <pc:sldMk cId="748381103" sldId="1186"/>
            <ac:graphicFrameMk id="62" creationId="{25950DBA-0BBD-D0C9-626B-FFC8745564D7}"/>
          </ac:graphicFrameMkLst>
        </pc:graphicFrameChg>
        <pc:graphicFrameChg chg="add mod modGraphic">
          <ac:chgData name="Cordingley, Russ" userId="ca63eab7-8259-4e34-b8eb-024af8e30be0" providerId="ADAL" clId="{8B0E17BE-C8D8-43FC-A731-BE19A50FBB38}" dt="2026-08-19T11:30:02.906" v="1035" actId="14100"/>
          <ac:graphicFrameMkLst>
            <pc:docMk/>
            <pc:sldMk cId="748381103" sldId="1186"/>
            <ac:graphicFrameMk id="63" creationId="{7F2672F7-ADB6-7373-9699-5060B678DB1A}"/>
          </ac:graphicFrameMkLst>
        </pc:graphicFrameChg>
        <pc:cxnChg chg="add">
          <ac:chgData name="Cordingley, Russ" userId="ca63eab7-8259-4e34-b8eb-024af8e30be0" providerId="ADAL" clId="{8B0E17BE-C8D8-43FC-A731-BE19A50FBB38}" dt="2026-08-18T11:57:41.088" v="543" actId="11529"/>
          <ac:cxnSpMkLst>
            <pc:docMk/>
            <pc:sldMk cId="748381103" sldId="1186"/>
            <ac:cxnSpMk id="42" creationId="{85ABD6F8-0D92-2F14-B535-3EDD11B87773}"/>
          </ac:cxnSpMkLst>
        </pc:cxnChg>
        <pc:cxnChg chg="add mod">
          <ac:chgData name="Cordingley, Russ" userId="ca63eab7-8259-4e34-b8eb-024af8e30be0" providerId="ADAL" clId="{8B0E17BE-C8D8-43FC-A731-BE19A50FBB38}" dt="2026-08-18T11:57:55.490" v="552" actId="14100"/>
          <ac:cxnSpMkLst>
            <pc:docMk/>
            <pc:sldMk cId="748381103" sldId="1186"/>
            <ac:cxnSpMk id="43" creationId="{5F80DAF0-0359-31F7-572C-05FD29BBE61B}"/>
          </ac:cxnSpMkLst>
        </pc:cxnChg>
        <pc:cxnChg chg="add mod">
          <ac:chgData name="Cordingley, Russ" userId="ca63eab7-8259-4e34-b8eb-024af8e30be0" providerId="ADAL" clId="{8B0E17BE-C8D8-43FC-A731-BE19A50FBB38}" dt="2026-08-18T11:58:11.022" v="556" actId="14100"/>
          <ac:cxnSpMkLst>
            <pc:docMk/>
            <pc:sldMk cId="748381103" sldId="1186"/>
            <ac:cxnSpMk id="44" creationId="{0DEFFE1A-CF5D-9344-1050-B5BA484270B6}"/>
          </ac:cxnSpMkLst>
        </pc:cxnChg>
        <pc:cxnChg chg="add mod">
          <ac:chgData name="Cordingley, Russ" userId="ca63eab7-8259-4e34-b8eb-024af8e30be0" providerId="ADAL" clId="{8B0E17BE-C8D8-43FC-A731-BE19A50FBB38}" dt="2026-08-19T11:00:08.086" v="944" actId="1038"/>
          <ac:cxnSpMkLst>
            <pc:docMk/>
            <pc:sldMk cId="748381103" sldId="1186"/>
            <ac:cxnSpMk id="45" creationId="{FC4C0C73-E9F4-8754-647B-610FF1A4D2D6}"/>
          </ac:cxnSpMkLst>
        </pc:cxnChg>
        <pc:cxnChg chg="add mod">
          <ac:chgData name="Cordingley, Russ" userId="ca63eab7-8259-4e34-b8eb-024af8e30be0" providerId="ADAL" clId="{8B0E17BE-C8D8-43FC-A731-BE19A50FBB38}" dt="2026-08-18T11:58:17.354" v="558" actId="14100"/>
          <ac:cxnSpMkLst>
            <pc:docMk/>
            <pc:sldMk cId="748381103" sldId="1186"/>
            <ac:cxnSpMk id="46" creationId="{97A1CF52-6BCB-0287-7FCC-7858C7032014}"/>
          </ac:cxnSpMkLst>
        </pc:cxnChg>
        <pc:cxnChg chg="add mod">
          <ac:chgData name="Cordingley, Russ" userId="ca63eab7-8259-4e34-b8eb-024af8e30be0" providerId="ADAL" clId="{8B0E17BE-C8D8-43FC-A731-BE19A50FBB38}" dt="2026-08-18T11:57:48.599" v="550" actId="14100"/>
          <ac:cxnSpMkLst>
            <pc:docMk/>
            <pc:sldMk cId="748381103" sldId="1186"/>
            <ac:cxnSpMk id="47" creationId="{B56BF762-EFA4-A0FF-2749-5255EBF9257A}"/>
          </ac:cxnSpMkLst>
        </pc:cxnChg>
        <pc:cxnChg chg="add mod">
          <ac:chgData name="Cordingley, Russ" userId="ca63eab7-8259-4e34-b8eb-024af8e30be0" providerId="ADAL" clId="{8B0E17BE-C8D8-43FC-A731-BE19A50FBB38}" dt="2026-08-18T11:58:31.006" v="562" actId="14100"/>
          <ac:cxnSpMkLst>
            <pc:docMk/>
            <pc:sldMk cId="748381103" sldId="1186"/>
            <ac:cxnSpMk id="58" creationId="{B2CBFD68-49FB-D005-D516-4A7ACE515511}"/>
          </ac:cxnSpMkLst>
        </pc:cxnChg>
      </pc:sldChg>
      <pc:sldChg chg="del">
        <pc:chgData name="Cordingley, Russ" userId="ca63eab7-8259-4e34-b8eb-024af8e30be0" providerId="ADAL" clId="{8B0E17BE-C8D8-43FC-A731-BE19A50FBB38}" dt="2026-08-18T11:43:00.590" v="325" actId="47"/>
        <pc:sldMkLst>
          <pc:docMk/>
          <pc:sldMk cId="1274898324" sldId="1187"/>
        </pc:sldMkLst>
      </pc:sldChg>
      <pc:sldChg chg="del">
        <pc:chgData name="Cordingley, Russ" userId="ca63eab7-8259-4e34-b8eb-024af8e30be0" providerId="ADAL" clId="{8B0E17BE-C8D8-43FC-A731-BE19A50FBB38}" dt="2026-08-18T11:43:00.590" v="325" actId="47"/>
        <pc:sldMkLst>
          <pc:docMk/>
          <pc:sldMk cId="1811527394" sldId="1188"/>
        </pc:sldMkLst>
      </pc:sldChg>
      <pc:sldChg chg="del">
        <pc:chgData name="Cordingley, Russ" userId="ca63eab7-8259-4e34-b8eb-024af8e30be0" providerId="ADAL" clId="{8B0E17BE-C8D8-43FC-A731-BE19A50FBB38}" dt="2026-08-18T11:43:00.590" v="325" actId="47"/>
        <pc:sldMkLst>
          <pc:docMk/>
          <pc:sldMk cId="3136145608" sldId="1189"/>
        </pc:sldMkLst>
      </pc:sldChg>
      <pc:sldChg chg="del">
        <pc:chgData name="Cordingley, Russ" userId="ca63eab7-8259-4e34-b8eb-024af8e30be0" providerId="ADAL" clId="{8B0E17BE-C8D8-43FC-A731-BE19A50FBB38}" dt="2026-08-18T11:43:00.590" v="325" actId="47"/>
        <pc:sldMkLst>
          <pc:docMk/>
          <pc:sldMk cId="4018305118" sldId="1190"/>
        </pc:sldMkLst>
      </pc:sldChg>
      <pc:sldChg chg="del">
        <pc:chgData name="Cordingley, Russ" userId="ca63eab7-8259-4e34-b8eb-024af8e30be0" providerId="ADAL" clId="{8B0E17BE-C8D8-43FC-A731-BE19A50FBB38}" dt="2026-08-18T11:43:00.590" v="325" actId="47"/>
        <pc:sldMkLst>
          <pc:docMk/>
          <pc:sldMk cId="2376676324" sldId="1192"/>
        </pc:sldMkLst>
      </pc:sldChg>
      <pc:sldChg chg="del">
        <pc:chgData name="Cordingley, Russ" userId="ca63eab7-8259-4e34-b8eb-024af8e30be0" providerId="ADAL" clId="{8B0E17BE-C8D8-43FC-A731-BE19A50FBB38}" dt="2026-08-18T11:43:00.590" v="325" actId="47"/>
        <pc:sldMkLst>
          <pc:docMk/>
          <pc:sldMk cId="2321201682" sldId="1196"/>
        </pc:sldMkLst>
      </pc:sldChg>
      <pc:sldChg chg="del">
        <pc:chgData name="Cordingley, Russ" userId="ca63eab7-8259-4e34-b8eb-024af8e30be0" providerId="ADAL" clId="{8B0E17BE-C8D8-43FC-A731-BE19A50FBB38}" dt="2026-08-18T11:43:00.590" v="325" actId="47"/>
        <pc:sldMkLst>
          <pc:docMk/>
          <pc:sldMk cId="4096049945" sldId="1197"/>
        </pc:sldMkLst>
      </pc:sldChg>
      <pc:sldChg chg="del">
        <pc:chgData name="Cordingley, Russ" userId="ca63eab7-8259-4e34-b8eb-024af8e30be0" providerId="ADAL" clId="{8B0E17BE-C8D8-43FC-A731-BE19A50FBB38}" dt="2026-08-18T11:43:00.590" v="325" actId="47"/>
        <pc:sldMkLst>
          <pc:docMk/>
          <pc:sldMk cId="3833686319" sldId="1198"/>
        </pc:sldMkLst>
      </pc:sldChg>
      <pc:sldChg chg="del">
        <pc:chgData name="Cordingley, Russ" userId="ca63eab7-8259-4e34-b8eb-024af8e30be0" providerId="ADAL" clId="{8B0E17BE-C8D8-43FC-A731-BE19A50FBB38}" dt="2026-08-18T11:43:00.590" v="325" actId="47"/>
        <pc:sldMkLst>
          <pc:docMk/>
          <pc:sldMk cId="99176225" sldId="1199"/>
        </pc:sldMkLst>
      </pc:sldChg>
      <pc:sldChg chg="del">
        <pc:chgData name="Cordingley, Russ" userId="ca63eab7-8259-4e34-b8eb-024af8e30be0" providerId="ADAL" clId="{8B0E17BE-C8D8-43FC-A731-BE19A50FBB38}" dt="2026-08-18T11:43:00.590" v="325" actId="47"/>
        <pc:sldMkLst>
          <pc:docMk/>
          <pc:sldMk cId="3016144619" sldId="1200"/>
        </pc:sldMkLst>
      </pc:sldChg>
      <pc:sldChg chg="del">
        <pc:chgData name="Cordingley, Russ" userId="ca63eab7-8259-4e34-b8eb-024af8e30be0" providerId="ADAL" clId="{8B0E17BE-C8D8-43FC-A731-BE19A50FBB38}" dt="2026-08-18T11:43:00.590" v="325" actId="47"/>
        <pc:sldMkLst>
          <pc:docMk/>
          <pc:sldMk cId="1977423176" sldId="1201"/>
        </pc:sldMkLst>
      </pc:sldChg>
      <pc:sldChg chg="del">
        <pc:chgData name="Cordingley, Russ" userId="ca63eab7-8259-4e34-b8eb-024af8e30be0" providerId="ADAL" clId="{8B0E17BE-C8D8-43FC-A731-BE19A50FBB38}" dt="2026-08-18T11:43:00.590" v="325" actId="47"/>
        <pc:sldMkLst>
          <pc:docMk/>
          <pc:sldMk cId="600112111" sldId="1202"/>
        </pc:sldMkLst>
      </pc:sldChg>
      <pc:sldChg chg="del">
        <pc:chgData name="Cordingley, Russ" userId="ca63eab7-8259-4e34-b8eb-024af8e30be0" providerId="ADAL" clId="{8B0E17BE-C8D8-43FC-A731-BE19A50FBB38}" dt="2026-08-18T11:43:00.590" v="325" actId="47"/>
        <pc:sldMkLst>
          <pc:docMk/>
          <pc:sldMk cId="320228147" sldId="1203"/>
        </pc:sldMkLst>
      </pc:sldChg>
      <pc:sldChg chg="del">
        <pc:chgData name="Cordingley, Russ" userId="ca63eab7-8259-4e34-b8eb-024af8e30be0" providerId="ADAL" clId="{8B0E17BE-C8D8-43FC-A731-BE19A50FBB38}" dt="2026-08-18T11:43:00.590" v="325" actId="47"/>
        <pc:sldMkLst>
          <pc:docMk/>
          <pc:sldMk cId="2398658642" sldId="1204"/>
        </pc:sldMkLst>
      </pc:sldChg>
      <pc:sldChg chg="del">
        <pc:chgData name="Cordingley, Russ" userId="ca63eab7-8259-4e34-b8eb-024af8e30be0" providerId="ADAL" clId="{8B0E17BE-C8D8-43FC-A731-BE19A50FBB38}" dt="2026-08-18T11:43:00.590" v="325" actId="47"/>
        <pc:sldMkLst>
          <pc:docMk/>
          <pc:sldMk cId="3009363205" sldId="1205"/>
        </pc:sldMkLst>
      </pc:sldChg>
      <pc:sldChg chg="del">
        <pc:chgData name="Cordingley, Russ" userId="ca63eab7-8259-4e34-b8eb-024af8e30be0" providerId="ADAL" clId="{8B0E17BE-C8D8-43FC-A731-BE19A50FBB38}" dt="2026-08-18T11:43:00.590" v="325" actId="47"/>
        <pc:sldMkLst>
          <pc:docMk/>
          <pc:sldMk cId="2521129546" sldId="1226"/>
        </pc:sldMkLst>
      </pc:sldChg>
      <pc:sldChg chg="del">
        <pc:chgData name="Cordingley, Russ" userId="ca63eab7-8259-4e34-b8eb-024af8e30be0" providerId="ADAL" clId="{8B0E17BE-C8D8-43FC-A731-BE19A50FBB38}" dt="2026-08-18T11:43:00.590" v="325" actId="47"/>
        <pc:sldMkLst>
          <pc:docMk/>
          <pc:sldMk cId="3511879490" sldId="1227"/>
        </pc:sldMkLst>
      </pc:sldChg>
      <pc:sldChg chg="del">
        <pc:chgData name="Cordingley, Russ" userId="ca63eab7-8259-4e34-b8eb-024af8e30be0" providerId="ADAL" clId="{8B0E17BE-C8D8-43FC-A731-BE19A50FBB38}" dt="2026-08-18T11:43:00.590" v="325" actId="47"/>
        <pc:sldMkLst>
          <pc:docMk/>
          <pc:sldMk cId="1565090537" sldId="1228"/>
        </pc:sldMkLst>
      </pc:sldChg>
      <pc:sldChg chg="del">
        <pc:chgData name="Cordingley, Russ" userId="ca63eab7-8259-4e34-b8eb-024af8e30be0" providerId="ADAL" clId="{8B0E17BE-C8D8-43FC-A731-BE19A50FBB38}" dt="2026-08-18T11:43:00.590" v="325" actId="47"/>
        <pc:sldMkLst>
          <pc:docMk/>
          <pc:sldMk cId="585154774" sldId="1229"/>
        </pc:sldMkLst>
      </pc:sldChg>
      <pc:sldChg chg="addSp delSp modSp del mod modShow">
        <pc:chgData name="Cordingley, Russ" userId="ca63eab7-8259-4e34-b8eb-024af8e30be0" providerId="ADAL" clId="{8B0E17BE-C8D8-43FC-A731-BE19A50FBB38}" dt="2026-08-19T17:03:48.705" v="2134" actId="2696"/>
        <pc:sldMkLst>
          <pc:docMk/>
          <pc:sldMk cId="3613102790" sldId="1230"/>
        </pc:sldMkLst>
        <pc:spChg chg="add del mod">
          <ac:chgData name="Cordingley, Russ" userId="ca63eab7-8259-4e34-b8eb-024af8e30be0" providerId="ADAL" clId="{8B0E17BE-C8D8-43FC-A731-BE19A50FBB38}" dt="2026-08-19T10:27:19.128" v="863" actId="478"/>
          <ac:spMkLst>
            <pc:docMk/>
            <pc:sldMk cId="3613102790" sldId="1230"/>
            <ac:spMk id="3" creationId="{BC54E46B-4500-2DAD-EF85-79243D002C01}"/>
          </ac:spMkLst>
        </pc:spChg>
        <pc:spChg chg="add del mod">
          <ac:chgData name="Cordingley, Russ" userId="ca63eab7-8259-4e34-b8eb-024af8e30be0" providerId="ADAL" clId="{8B0E17BE-C8D8-43FC-A731-BE19A50FBB38}" dt="2026-08-19T10:47:13.400" v="882" actId="478"/>
          <ac:spMkLst>
            <pc:docMk/>
            <pc:sldMk cId="3613102790" sldId="1230"/>
            <ac:spMk id="6" creationId="{9E797437-960C-7AC2-0253-1BD112E24D98}"/>
          </ac:spMkLst>
        </pc:spChg>
        <pc:spChg chg="add mod">
          <ac:chgData name="Cordingley, Russ" userId="ca63eab7-8259-4e34-b8eb-024af8e30be0" providerId="ADAL" clId="{8B0E17BE-C8D8-43FC-A731-BE19A50FBB38}" dt="2026-08-19T12:37:09.691" v="1656" actId="1076"/>
          <ac:spMkLst>
            <pc:docMk/>
            <pc:sldMk cId="3613102790" sldId="1230"/>
            <ac:spMk id="8" creationId="{D319CA84-5EF2-81A7-367B-646E47CEC3F0}"/>
          </ac:spMkLst>
        </pc:spChg>
        <pc:spChg chg="mod">
          <ac:chgData name="Cordingley, Russ" userId="ca63eab7-8259-4e34-b8eb-024af8e30be0" providerId="ADAL" clId="{8B0E17BE-C8D8-43FC-A731-BE19A50FBB38}" dt="2026-08-19T14:58:00.266" v="2019" actId="20577"/>
          <ac:spMkLst>
            <pc:docMk/>
            <pc:sldMk cId="3613102790" sldId="1230"/>
            <ac:spMk id="10" creationId="{F273C360-7902-D7E7-37D2-4C4083ABFBB4}"/>
          </ac:spMkLst>
        </pc:spChg>
        <pc:spChg chg="add mod">
          <ac:chgData name="Cordingley, Russ" userId="ca63eab7-8259-4e34-b8eb-024af8e30be0" providerId="ADAL" clId="{8B0E17BE-C8D8-43FC-A731-BE19A50FBB38}" dt="2026-08-19T12:37:09.691" v="1656" actId="1076"/>
          <ac:spMkLst>
            <pc:docMk/>
            <pc:sldMk cId="3613102790" sldId="1230"/>
            <ac:spMk id="11" creationId="{D0ACEAD5-2F19-1C09-FD96-5A6FD0704836}"/>
          </ac:spMkLst>
        </pc:spChg>
        <pc:spChg chg="add mod">
          <ac:chgData name="Cordingley, Russ" userId="ca63eab7-8259-4e34-b8eb-024af8e30be0" providerId="ADAL" clId="{8B0E17BE-C8D8-43FC-A731-BE19A50FBB38}" dt="2026-08-19T12:37:27.546" v="1658" actId="255"/>
          <ac:spMkLst>
            <pc:docMk/>
            <pc:sldMk cId="3613102790" sldId="1230"/>
            <ac:spMk id="13" creationId="{C35C22A6-55C3-7E2F-73F2-118B6ACFFA77}"/>
          </ac:spMkLst>
        </pc:spChg>
        <pc:spChg chg="add mod">
          <ac:chgData name="Cordingley, Russ" userId="ca63eab7-8259-4e34-b8eb-024af8e30be0" providerId="ADAL" clId="{8B0E17BE-C8D8-43FC-A731-BE19A50FBB38}" dt="2026-08-19T12:37:09.691" v="1656" actId="1076"/>
          <ac:spMkLst>
            <pc:docMk/>
            <pc:sldMk cId="3613102790" sldId="1230"/>
            <ac:spMk id="15" creationId="{56EF85B3-52B2-C7B5-70FC-34545A49DF3E}"/>
          </ac:spMkLst>
        </pc:spChg>
        <pc:spChg chg="add mod">
          <ac:chgData name="Cordingley, Russ" userId="ca63eab7-8259-4e34-b8eb-024af8e30be0" providerId="ADAL" clId="{8B0E17BE-C8D8-43FC-A731-BE19A50FBB38}" dt="2026-08-19T12:37:09.691" v="1656" actId="1076"/>
          <ac:spMkLst>
            <pc:docMk/>
            <pc:sldMk cId="3613102790" sldId="1230"/>
            <ac:spMk id="17" creationId="{856B8A12-39E1-DE56-13C5-F73405753EDA}"/>
          </ac:spMkLst>
        </pc:spChg>
        <pc:spChg chg="mod">
          <ac:chgData name="Cordingley, Russ" userId="ca63eab7-8259-4e34-b8eb-024af8e30be0" providerId="ADAL" clId="{8B0E17BE-C8D8-43FC-A731-BE19A50FBB38}" dt="2026-08-19T12:37:27.546" v="1658" actId="255"/>
          <ac:spMkLst>
            <pc:docMk/>
            <pc:sldMk cId="3613102790" sldId="1230"/>
            <ac:spMk id="19" creationId="{1B6F60B5-03A1-CCDF-EB30-478EC82D09BA}"/>
          </ac:spMkLst>
        </pc:spChg>
        <pc:spChg chg="add mod">
          <ac:chgData name="Cordingley, Russ" userId="ca63eab7-8259-4e34-b8eb-024af8e30be0" providerId="ADAL" clId="{8B0E17BE-C8D8-43FC-A731-BE19A50FBB38}" dt="2026-08-19T12:37:09.691" v="1656" actId="1076"/>
          <ac:spMkLst>
            <pc:docMk/>
            <pc:sldMk cId="3613102790" sldId="1230"/>
            <ac:spMk id="21" creationId="{860AA80C-AF41-F0E5-BC81-F61D5D78577C}"/>
          </ac:spMkLst>
        </pc:spChg>
        <pc:spChg chg="add mod">
          <ac:chgData name="Cordingley, Russ" userId="ca63eab7-8259-4e34-b8eb-024af8e30be0" providerId="ADAL" clId="{8B0E17BE-C8D8-43FC-A731-BE19A50FBB38}" dt="2026-08-19T12:37:09.691" v="1656" actId="1076"/>
          <ac:spMkLst>
            <pc:docMk/>
            <pc:sldMk cId="3613102790" sldId="1230"/>
            <ac:spMk id="23" creationId="{1194BCD6-0EE1-9657-9E66-12C8A66817C7}"/>
          </ac:spMkLst>
        </pc:spChg>
        <pc:spChg chg="add mod">
          <ac:chgData name="Cordingley, Russ" userId="ca63eab7-8259-4e34-b8eb-024af8e30be0" providerId="ADAL" clId="{8B0E17BE-C8D8-43FC-A731-BE19A50FBB38}" dt="2026-08-19T12:37:27.546" v="1658" actId="255"/>
          <ac:spMkLst>
            <pc:docMk/>
            <pc:sldMk cId="3613102790" sldId="1230"/>
            <ac:spMk id="25" creationId="{FADF7185-5EA3-0A06-1A9D-A60EC3F84521}"/>
          </ac:spMkLst>
        </pc:spChg>
        <pc:spChg chg="add mod">
          <ac:chgData name="Cordingley, Russ" userId="ca63eab7-8259-4e34-b8eb-024af8e30be0" providerId="ADAL" clId="{8B0E17BE-C8D8-43FC-A731-BE19A50FBB38}" dt="2026-08-19T12:37:09.691" v="1656" actId="1076"/>
          <ac:spMkLst>
            <pc:docMk/>
            <pc:sldMk cId="3613102790" sldId="1230"/>
            <ac:spMk id="29" creationId="{75DE7127-8D96-C739-DDA3-9F2EDA46CF61}"/>
          </ac:spMkLst>
        </pc:spChg>
        <pc:spChg chg="add mod">
          <ac:chgData name="Cordingley, Russ" userId="ca63eab7-8259-4e34-b8eb-024af8e30be0" providerId="ADAL" clId="{8B0E17BE-C8D8-43FC-A731-BE19A50FBB38}" dt="2026-08-19T12:37:27.546" v="1658" actId="255"/>
          <ac:spMkLst>
            <pc:docMk/>
            <pc:sldMk cId="3613102790" sldId="1230"/>
            <ac:spMk id="31" creationId="{FA8AF593-70DF-EB0E-5433-394B96C28DCE}"/>
          </ac:spMkLst>
        </pc:spChg>
      </pc:sldChg>
      <pc:sldChg chg="del">
        <pc:chgData name="Cordingley, Russ" userId="ca63eab7-8259-4e34-b8eb-024af8e30be0" providerId="ADAL" clId="{8B0E17BE-C8D8-43FC-A731-BE19A50FBB38}" dt="2026-08-18T11:43:00.590" v="325" actId="47"/>
        <pc:sldMkLst>
          <pc:docMk/>
          <pc:sldMk cId="2440212824" sldId="1232"/>
        </pc:sldMkLst>
      </pc:sldChg>
      <pc:sldChg chg="del">
        <pc:chgData name="Cordingley, Russ" userId="ca63eab7-8259-4e34-b8eb-024af8e30be0" providerId="ADAL" clId="{8B0E17BE-C8D8-43FC-A731-BE19A50FBB38}" dt="2026-08-18T11:43:00.590" v="325" actId="47"/>
        <pc:sldMkLst>
          <pc:docMk/>
          <pc:sldMk cId="1749681936" sldId="1235"/>
        </pc:sldMkLst>
      </pc:sldChg>
      <pc:sldChg chg="del">
        <pc:chgData name="Cordingley, Russ" userId="ca63eab7-8259-4e34-b8eb-024af8e30be0" providerId="ADAL" clId="{8B0E17BE-C8D8-43FC-A731-BE19A50FBB38}" dt="2026-08-18T11:43:00.590" v="325" actId="47"/>
        <pc:sldMkLst>
          <pc:docMk/>
          <pc:sldMk cId="2770348511" sldId="1236"/>
        </pc:sldMkLst>
      </pc:sldChg>
      <pc:sldChg chg="del">
        <pc:chgData name="Cordingley, Russ" userId="ca63eab7-8259-4e34-b8eb-024af8e30be0" providerId="ADAL" clId="{8B0E17BE-C8D8-43FC-A731-BE19A50FBB38}" dt="2026-08-18T11:43:00.590" v="325" actId="47"/>
        <pc:sldMkLst>
          <pc:docMk/>
          <pc:sldMk cId="2135593256" sldId="1237"/>
        </pc:sldMkLst>
      </pc:sldChg>
      <pc:sldChg chg="del">
        <pc:chgData name="Cordingley, Russ" userId="ca63eab7-8259-4e34-b8eb-024af8e30be0" providerId="ADAL" clId="{8B0E17BE-C8D8-43FC-A731-BE19A50FBB38}" dt="2026-08-18T11:43:00.590" v="325" actId="47"/>
        <pc:sldMkLst>
          <pc:docMk/>
          <pc:sldMk cId="952070643" sldId="1238"/>
        </pc:sldMkLst>
      </pc:sldChg>
      <pc:sldChg chg="del">
        <pc:chgData name="Cordingley, Russ" userId="ca63eab7-8259-4e34-b8eb-024af8e30be0" providerId="ADAL" clId="{8B0E17BE-C8D8-43FC-A731-BE19A50FBB38}" dt="2026-08-18T11:43:00.590" v="325" actId="47"/>
        <pc:sldMkLst>
          <pc:docMk/>
          <pc:sldMk cId="1296870127" sldId="1239"/>
        </pc:sldMkLst>
      </pc:sldChg>
      <pc:sldChg chg="del">
        <pc:chgData name="Cordingley, Russ" userId="ca63eab7-8259-4e34-b8eb-024af8e30be0" providerId="ADAL" clId="{8B0E17BE-C8D8-43FC-A731-BE19A50FBB38}" dt="2026-08-18T11:43:00.590" v="325" actId="47"/>
        <pc:sldMkLst>
          <pc:docMk/>
          <pc:sldMk cId="2375327215" sldId="1240"/>
        </pc:sldMkLst>
      </pc:sldChg>
      <pc:sldChg chg="del">
        <pc:chgData name="Cordingley, Russ" userId="ca63eab7-8259-4e34-b8eb-024af8e30be0" providerId="ADAL" clId="{8B0E17BE-C8D8-43FC-A731-BE19A50FBB38}" dt="2026-08-18T11:43:00.590" v="325" actId="47"/>
        <pc:sldMkLst>
          <pc:docMk/>
          <pc:sldMk cId="2440316185" sldId="1241"/>
        </pc:sldMkLst>
      </pc:sldChg>
      <pc:sldChg chg="del">
        <pc:chgData name="Cordingley, Russ" userId="ca63eab7-8259-4e34-b8eb-024af8e30be0" providerId="ADAL" clId="{8B0E17BE-C8D8-43FC-A731-BE19A50FBB38}" dt="2026-08-18T11:43:00.590" v="325" actId="47"/>
        <pc:sldMkLst>
          <pc:docMk/>
          <pc:sldMk cId="539441540" sldId="1242"/>
        </pc:sldMkLst>
      </pc:sldChg>
      <pc:sldChg chg="del">
        <pc:chgData name="Cordingley, Russ" userId="ca63eab7-8259-4e34-b8eb-024af8e30be0" providerId="ADAL" clId="{8B0E17BE-C8D8-43FC-A731-BE19A50FBB38}" dt="2026-08-18T11:43:00.590" v="325" actId="47"/>
        <pc:sldMkLst>
          <pc:docMk/>
          <pc:sldMk cId="3100870736" sldId="1243"/>
        </pc:sldMkLst>
      </pc:sldChg>
      <pc:sldChg chg="del">
        <pc:chgData name="Cordingley, Russ" userId="ca63eab7-8259-4e34-b8eb-024af8e30be0" providerId="ADAL" clId="{8B0E17BE-C8D8-43FC-A731-BE19A50FBB38}" dt="2026-08-18T11:43:00.590" v="325" actId="47"/>
        <pc:sldMkLst>
          <pc:docMk/>
          <pc:sldMk cId="1717272559" sldId="1244"/>
        </pc:sldMkLst>
      </pc:sldChg>
      <pc:sldChg chg="del">
        <pc:chgData name="Cordingley, Russ" userId="ca63eab7-8259-4e34-b8eb-024af8e30be0" providerId="ADAL" clId="{8B0E17BE-C8D8-43FC-A731-BE19A50FBB38}" dt="2026-08-18T11:43:00.590" v="325" actId="47"/>
        <pc:sldMkLst>
          <pc:docMk/>
          <pc:sldMk cId="3342861441" sldId="1245"/>
        </pc:sldMkLst>
      </pc:sldChg>
      <pc:sldChg chg="del">
        <pc:chgData name="Cordingley, Russ" userId="ca63eab7-8259-4e34-b8eb-024af8e30be0" providerId="ADAL" clId="{8B0E17BE-C8D8-43FC-A731-BE19A50FBB38}" dt="2026-08-18T11:43:00.590" v="325" actId="47"/>
        <pc:sldMkLst>
          <pc:docMk/>
          <pc:sldMk cId="3475891509" sldId="1246"/>
        </pc:sldMkLst>
      </pc:sldChg>
      <pc:sldChg chg="del">
        <pc:chgData name="Cordingley, Russ" userId="ca63eab7-8259-4e34-b8eb-024af8e30be0" providerId="ADAL" clId="{8B0E17BE-C8D8-43FC-A731-BE19A50FBB38}" dt="2026-08-18T11:43:00.590" v="325" actId="47"/>
        <pc:sldMkLst>
          <pc:docMk/>
          <pc:sldMk cId="1355062533" sldId="1247"/>
        </pc:sldMkLst>
      </pc:sldChg>
      <pc:sldChg chg="del">
        <pc:chgData name="Cordingley, Russ" userId="ca63eab7-8259-4e34-b8eb-024af8e30be0" providerId="ADAL" clId="{8B0E17BE-C8D8-43FC-A731-BE19A50FBB38}" dt="2026-08-18T11:43:00.590" v="325" actId="47"/>
        <pc:sldMkLst>
          <pc:docMk/>
          <pc:sldMk cId="2625787748" sldId="1248"/>
        </pc:sldMkLst>
      </pc:sldChg>
      <pc:sldChg chg="del">
        <pc:chgData name="Cordingley, Russ" userId="ca63eab7-8259-4e34-b8eb-024af8e30be0" providerId="ADAL" clId="{8B0E17BE-C8D8-43FC-A731-BE19A50FBB38}" dt="2026-08-18T11:43:00.590" v="325" actId="47"/>
        <pc:sldMkLst>
          <pc:docMk/>
          <pc:sldMk cId="2283508066" sldId="1249"/>
        </pc:sldMkLst>
      </pc:sldChg>
      <pc:sldChg chg="del">
        <pc:chgData name="Cordingley, Russ" userId="ca63eab7-8259-4e34-b8eb-024af8e30be0" providerId="ADAL" clId="{8B0E17BE-C8D8-43FC-A731-BE19A50FBB38}" dt="2026-08-18T11:43:00.590" v="325" actId="47"/>
        <pc:sldMkLst>
          <pc:docMk/>
          <pc:sldMk cId="3500639166" sldId="1250"/>
        </pc:sldMkLst>
      </pc:sldChg>
      <pc:sldChg chg="del">
        <pc:chgData name="Cordingley, Russ" userId="ca63eab7-8259-4e34-b8eb-024af8e30be0" providerId="ADAL" clId="{8B0E17BE-C8D8-43FC-A731-BE19A50FBB38}" dt="2026-08-18T11:43:00.590" v="325" actId="47"/>
        <pc:sldMkLst>
          <pc:docMk/>
          <pc:sldMk cId="4072601249" sldId="1251"/>
        </pc:sldMkLst>
      </pc:sldChg>
      <pc:sldChg chg="del">
        <pc:chgData name="Cordingley, Russ" userId="ca63eab7-8259-4e34-b8eb-024af8e30be0" providerId="ADAL" clId="{8B0E17BE-C8D8-43FC-A731-BE19A50FBB38}" dt="2026-08-18T11:43:00.590" v="325" actId="47"/>
        <pc:sldMkLst>
          <pc:docMk/>
          <pc:sldMk cId="3585179560" sldId="1252"/>
        </pc:sldMkLst>
      </pc:sldChg>
      <pc:sldChg chg="del">
        <pc:chgData name="Cordingley, Russ" userId="ca63eab7-8259-4e34-b8eb-024af8e30be0" providerId="ADAL" clId="{8B0E17BE-C8D8-43FC-A731-BE19A50FBB38}" dt="2026-08-18T11:43:00.590" v="325" actId="47"/>
        <pc:sldMkLst>
          <pc:docMk/>
          <pc:sldMk cId="1383302495" sldId="1253"/>
        </pc:sldMkLst>
      </pc:sldChg>
      <pc:sldChg chg="del">
        <pc:chgData name="Cordingley, Russ" userId="ca63eab7-8259-4e34-b8eb-024af8e30be0" providerId="ADAL" clId="{8B0E17BE-C8D8-43FC-A731-BE19A50FBB38}" dt="2026-08-18T11:43:00.590" v="325" actId="47"/>
        <pc:sldMkLst>
          <pc:docMk/>
          <pc:sldMk cId="3433748152" sldId="1254"/>
        </pc:sldMkLst>
      </pc:sldChg>
      <pc:sldChg chg="del">
        <pc:chgData name="Cordingley, Russ" userId="ca63eab7-8259-4e34-b8eb-024af8e30be0" providerId="ADAL" clId="{8B0E17BE-C8D8-43FC-A731-BE19A50FBB38}" dt="2026-08-18T11:43:00.590" v="325" actId="47"/>
        <pc:sldMkLst>
          <pc:docMk/>
          <pc:sldMk cId="3463033618" sldId="1255"/>
        </pc:sldMkLst>
      </pc:sldChg>
      <pc:sldChg chg="del">
        <pc:chgData name="Cordingley, Russ" userId="ca63eab7-8259-4e34-b8eb-024af8e30be0" providerId="ADAL" clId="{8B0E17BE-C8D8-43FC-A731-BE19A50FBB38}" dt="2026-08-18T11:43:00.590" v="325" actId="47"/>
        <pc:sldMkLst>
          <pc:docMk/>
          <pc:sldMk cId="1327800440" sldId="1256"/>
        </pc:sldMkLst>
      </pc:sldChg>
      <pc:sldChg chg="del">
        <pc:chgData name="Cordingley, Russ" userId="ca63eab7-8259-4e34-b8eb-024af8e30be0" providerId="ADAL" clId="{8B0E17BE-C8D8-43FC-A731-BE19A50FBB38}" dt="2026-08-18T11:43:00.590" v="325" actId="47"/>
        <pc:sldMkLst>
          <pc:docMk/>
          <pc:sldMk cId="3975372697" sldId="1257"/>
        </pc:sldMkLst>
      </pc:sldChg>
      <pc:sldChg chg="del">
        <pc:chgData name="Cordingley, Russ" userId="ca63eab7-8259-4e34-b8eb-024af8e30be0" providerId="ADAL" clId="{8B0E17BE-C8D8-43FC-A731-BE19A50FBB38}" dt="2026-08-18T11:43:00.590" v="325" actId="47"/>
        <pc:sldMkLst>
          <pc:docMk/>
          <pc:sldMk cId="2016973272" sldId="1258"/>
        </pc:sldMkLst>
      </pc:sldChg>
      <pc:sldChg chg="del">
        <pc:chgData name="Cordingley, Russ" userId="ca63eab7-8259-4e34-b8eb-024af8e30be0" providerId="ADAL" clId="{8B0E17BE-C8D8-43FC-A731-BE19A50FBB38}" dt="2026-08-18T11:43:00.590" v="325" actId="47"/>
        <pc:sldMkLst>
          <pc:docMk/>
          <pc:sldMk cId="1524393989" sldId="1259"/>
        </pc:sldMkLst>
      </pc:sldChg>
      <pc:sldChg chg="del">
        <pc:chgData name="Cordingley, Russ" userId="ca63eab7-8259-4e34-b8eb-024af8e30be0" providerId="ADAL" clId="{8B0E17BE-C8D8-43FC-A731-BE19A50FBB38}" dt="2026-08-18T11:43:00.590" v="325" actId="47"/>
        <pc:sldMkLst>
          <pc:docMk/>
          <pc:sldMk cId="2526442985" sldId="1260"/>
        </pc:sldMkLst>
      </pc:sldChg>
      <pc:sldChg chg="del">
        <pc:chgData name="Cordingley, Russ" userId="ca63eab7-8259-4e34-b8eb-024af8e30be0" providerId="ADAL" clId="{8B0E17BE-C8D8-43FC-A731-BE19A50FBB38}" dt="2026-08-18T11:43:00.590" v="325" actId="47"/>
        <pc:sldMkLst>
          <pc:docMk/>
          <pc:sldMk cId="4094227555" sldId="1261"/>
        </pc:sldMkLst>
      </pc:sldChg>
      <pc:sldChg chg="del">
        <pc:chgData name="Cordingley, Russ" userId="ca63eab7-8259-4e34-b8eb-024af8e30be0" providerId="ADAL" clId="{8B0E17BE-C8D8-43FC-A731-BE19A50FBB38}" dt="2026-08-18T11:43:00.590" v="325" actId="47"/>
        <pc:sldMkLst>
          <pc:docMk/>
          <pc:sldMk cId="1973869861" sldId="1262"/>
        </pc:sldMkLst>
      </pc:sldChg>
      <pc:sldChg chg="del">
        <pc:chgData name="Cordingley, Russ" userId="ca63eab7-8259-4e34-b8eb-024af8e30be0" providerId="ADAL" clId="{8B0E17BE-C8D8-43FC-A731-BE19A50FBB38}" dt="2026-08-18T11:43:00.590" v="325" actId="47"/>
        <pc:sldMkLst>
          <pc:docMk/>
          <pc:sldMk cId="1230590341" sldId="1263"/>
        </pc:sldMkLst>
      </pc:sldChg>
      <pc:sldChg chg="del">
        <pc:chgData name="Cordingley, Russ" userId="ca63eab7-8259-4e34-b8eb-024af8e30be0" providerId="ADAL" clId="{8B0E17BE-C8D8-43FC-A731-BE19A50FBB38}" dt="2026-08-18T11:43:00.590" v="325" actId="47"/>
        <pc:sldMkLst>
          <pc:docMk/>
          <pc:sldMk cId="33639512" sldId="1264"/>
        </pc:sldMkLst>
      </pc:sldChg>
      <pc:sldChg chg="del">
        <pc:chgData name="Cordingley, Russ" userId="ca63eab7-8259-4e34-b8eb-024af8e30be0" providerId="ADAL" clId="{8B0E17BE-C8D8-43FC-A731-BE19A50FBB38}" dt="2026-08-18T11:43:00.590" v="325" actId="47"/>
        <pc:sldMkLst>
          <pc:docMk/>
          <pc:sldMk cId="2215848443" sldId="1265"/>
        </pc:sldMkLst>
      </pc:sldChg>
      <pc:sldChg chg="del">
        <pc:chgData name="Cordingley, Russ" userId="ca63eab7-8259-4e34-b8eb-024af8e30be0" providerId="ADAL" clId="{8B0E17BE-C8D8-43FC-A731-BE19A50FBB38}" dt="2026-08-18T11:43:00.590" v="325" actId="47"/>
        <pc:sldMkLst>
          <pc:docMk/>
          <pc:sldMk cId="641259975" sldId="1266"/>
        </pc:sldMkLst>
      </pc:sldChg>
      <pc:sldChg chg="del">
        <pc:chgData name="Cordingley, Russ" userId="ca63eab7-8259-4e34-b8eb-024af8e30be0" providerId="ADAL" clId="{8B0E17BE-C8D8-43FC-A731-BE19A50FBB38}" dt="2026-08-18T11:43:00.590" v="325" actId="47"/>
        <pc:sldMkLst>
          <pc:docMk/>
          <pc:sldMk cId="358932093" sldId="1267"/>
        </pc:sldMkLst>
      </pc:sldChg>
      <pc:sldChg chg="del">
        <pc:chgData name="Cordingley, Russ" userId="ca63eab7-8259-4e34-b8eb-024af8e30be0" providerId="ADAL" clId="{8B0E17BE-C8D8-43FC-A731-BE19A50FBB38}" dt="2026-08-18T11:43:00.590" v="325" actId="47"/>
        <pc:sldMkLst>
          <pc:docMk/>
          <pc:sldMk cId="2785897649" sldId="1268"/>
        </pc:sldMkLst>
      </pc:sldChg>
      <pc:sldChg chg="del">
        <pc:chgData name="Cordingley, Russ" userId="ca63eab7-8259-4e34-b8eb-024af8e30be0" providerId="ADAL" clId="{8B0E17BE-C8D8-43FC-A731-BE19A50FBB38}" dt="2026-08-18T11:43:00.590" v="325" actId="47"/>
        <pc:sldMkLst>
          <pc:docMk/>
          <pc:sldMk cId="1374618041" sldId="1269"/>
        </pc:sldMkLst>
      </pc:sldChg>
      <pc:sldChg chg="del">
        <pc:chgData name="Cordingley, Russ" userId="ca63eab7-8259-4e34-b8eb-024af8e30be0" providerId="ADAL" clId="{8B0E17BE-C8D8-43FC-A731-BE19A50FBB38}" dt="2026-08-18T11:43:00.590" v="325" actId="47"/>
        <pc:sldMkLst>
          <pc:docMk/>
          <pc:sldMk cId="3679222797" sldId="1270"/>
        </pc:sldMkLst>
      </pc:sldChg>
      <pc:sldChg chg="del">
        <pc:chgData name="Cordingley, Russ" userId="ca63eab7-8259-4e34-b8eb-024af8e30be0" providerId="ADAL" clId="{8B0E17BE-C8D8-43FC-A731-BE19A50FBB38}" dt="2026-08-18T11:43:00.590" v="325" actId="47"/>
        <pc:sldMkLst>
          <pc:docMk/>
          <pc:sldMk cId="390269306" sldId="1271"/>
        </pc:sldMkLst>
      </pc:sldChg>
      <pc:sldChg chg="del">
        <pc:chgData name="Cordingley, Russ" userId="ca63eab7-8259-4e34-b8eb-024af8e30be0" providerId="ADAL" clId="{8B0E17BE-C8D8-43FC-A731-BE19A50FBB38}" dt="2026-08-18T11:43:00.590" v="325" actId="47"/>
        <pc:sldMkLst>
          <pc:docMk/>
          <pc:sldMk cId="102902579" sldId="1272"/>
        </pc:sldMkLst>
      </pc:sldChg>
      <pc:sldChg chg="del">
        <pc:chgData name="Cordingley, Russ" userId="ca63eab7-8259-4e34-b8eb-024af8e30be0" providerId="ADAL" clId="{8B0E17BE-C8D8-43FC-A731-BE19A50FBB38}" dt="2026-08-18T11:43:00.590" v="325" actId="47"/>
        <pc:sldMkLst>
          <pc:docMk/>
          <pc:sldMk cId="3041273422" sldId="1273"/>
        </pc:sldMkLst>
      </pc:sldChg>
      <pc:sldChg chg="del">
        <pc:chgData name="Cordingley, Russ" userId="ca63eab7-8259-4e34-b8eb-024af8e30be0" providerId="ADAL" clId="{8B0E17BE-C8D8-43FC-A731-BE19A50FBB38}" dt="2026-08-18T11:43:00.590" v="325" actId="47"/>
        <pc:sldMkLst>
          <pc:docMk/>
          <pc:sldMk cId="1699669529" sldId="1274"/>
        </pc:sldMkLst>
      </pc:sldChg>
      <pc:sldChg chg="del">
        <pc:chgData name="Cordingley, Russ" userId="ca63eab7-8259-4e34-b8eb-024af8e30be0" providerId="ADAL" clId="{8B0E17BE-C8D8-43FC-A731-BE19A50FBB38}" dt="2026-08-18T11:43:00.590" v="325" actId="47"/>
        <pc:sldMkLst>
          <pc:docMk/>
          <pc:sldMk cId="3229631146" sldId="1275"/>
        </pc:sldMkLst>
      </pc:sldChg>
      <pc:sldChg chg="del">
        <pc:chgData name="Cordingley, Russ" userId="ca63eab7-8259-4e34-b8eb-024af8e30be0" providerId="ADAL" clId="{8B0E17BE-C8D8-43FC-A731-BE19A50FBB38}" dt="2026-08-18T11:43:00.590" v="325" actId="47"/>
        <pc:sldMkLst>
          <pc:docMk/>
          <pc:sldMk cId="661932355" sldId="1276"/>
        </pc:sldMkLst>
      </pc:sldChg>
      <pc:sldChg chg="del">
        <pc:chgData name="Cordingley, Russ" userId="ca63eab7-8259-4e34-b8eb-024af8e30be0" providerId="ADAL" clId="{8B0E17BE-C8D8-43FC-A731-BE19A50FBB38}" dt="2026-08-18T11:43:00.590" v="325" actId="47"/>
        <pc:sldMkLst>
          <pc:docMk/>
          <pc:sldMk cId="2406308815" sldId="1277"/>
        </pc:sldMkLst>
      </pc:sldChg>
      <pc:sldChg chg="del">
        <pc:chgData name="Cordingley, Russ" userId="ca63eab7-8259-4e34-b8eb-024af8e30be0" providerId="ADAL" clId="{8B0E17BE-C8D8-43FC-A731-BE19A50FBB38}" dt="2026-08-18T11:43:00.590" v="325" actId="47"/>
        <pc:sldMkLst>
          <pc:docMk/>
          <pc:sldMk cId="1835208793" sldId="1278"/>
        </pc:sldMkLst>
      </pc:sldChg>
      <pc:sldChg chg="del">
        <pc:chgData name="Cordingley, Russ" userId="ca63eab7-8259-4e34-b8eb-024af8e30be0" providerId="ADAL" clId="{8B0E17BE-C8D8-43FC-A731-BE19A50FBB38}" dt="2026-08-18T11:43:00.590" v="325" actId="47"/>
        <pc:sldMkLst>
          <pc:docMk/>
          <pc:sldMk cId="703423987" sldId="1279"/>
        </pc:sldMkLst>
      </pc:sldChg>
      <pc:sldChg chg="del">
        <pc:chgData name="Cordingley, Russ" userId="ca63eab7-8259-4e34-b8eb-024af8e30be0" providerId="ADAL" clId="{8B0E17BE-C8D8-43FC-A731-BE19A50FBB38}" dt="2026-08-18T11:43:00.590" v="325" actId="47"/>
        <pc:sldMkLst>
          <pc:docMk/>
          <pc:sldMk cId="221646519" sldId="1280"/>
        </pc:sldMkLst>
      </pc:sldChg>
      <pc:sldChg chg="del">
        <pc:chgData name="Cordingley, Russ" userId="ca63eab7-8259-4e34-b8eb-024af8e30be0" providerId="ADAL" clId="{8B0E17BE-C8D8-43FC-A731-BE19A50FBB38}" dt="2026-08-18T11:43:00.590" v="325" actId="47"/>
        <pc:sldMkLst>
          <pc:docMk/>
          <pc:sldMk cId="3678940910" sldId="1281"/>
        </pc:sldMkLst>
      </pc:sldChg>
      <pc:sldChg chg="del">
        <pc:chgData name="Cordingley, Russ" userId="ca63eab7-8259-4e34-b8eb-024af8e30be0" providerId="ADAL" clId="{8B0E17BE-C8D8-43FC-A731-BE19A50FBB38}" dt="2026-08-18T11:43:00.590" v="325" actId="47"/>
        <pc:sldMkLst>
          <pc:docMk/>
          <pc:sldMk cId="1793938601" sldId="1282"/>
        </pc:sldMkLst>
      </pc:sldChg>
      <pc:sldChg chg="modSp add mod ord">
        <pc:chgData name="Cordingley, Russ" userId="ca63eab7-8259-4e34-b8eb-024af8e30be0" providerId="ADAL" clId="{8B0E17BE-C8D8-43FC-A731-BE19A50FBB38}" dt="2026-08-19T10:27:09.016" v="862" actId="20577"/>
        <pc:sldMkLst>
          <pc:docMk/>
          <pc:sldMk cId="1778848994" sldId="1284"/>
        </pc:sldMkLst>
        <pc:spChg chg="mod">
          <ac:chgData name="Cordingley, Russ" userId="ca63eab7-8259-4e34-b8eb-024af8e30be0" providerId="ADAL" clId="{8B0E17BE-C8D8-43FC-A731-BE19A50FBB38}" dt="2026-08-19T10:27:09.016" v="862" actId="20577"/>
          <ac:spMkLst>
            <pc:docMk/>
            <pc:sldMk cId="1778848994" sldId="1284"/>
            <ac:spMk id="9" creationId="{B1ADD095-A612-830B-ABC0-E19F830223BA}"/>
          </ac:spMkLst>
        </pc:spChg>
      </pc:sldChg>
      <pc:sldChg chg="addSp delSp modSp new mod modNotesTx">
        <pc:chgData name="Cordingley, Russ" userId="ca63eab7-8259-4e34-b8eb-024af8e30be0" providerId="ADAL" clId="{8B0E17BE-C8D8-43FC-A731-BE19A50FBB38}" dt="2026-08-19T15:43:35.563" v="2022" actId="20577"/>
        <pc:sldMkLst>
          <pc:docMk/>
          <pc:sldMk cId="902183347" sldId="1285"/>
        </pc:sldMkLst>
        <pc:spChg chg="del">
          <ac:chgData name="Cordingley, Russ" userId="ca63eab7-8259-4e34-b8eb-024af8e30be0" providerId="ADAL" clId="{8B0E17BE-C8D8-43FC-A731-BE19A50FBB38}" dt="2026-08-19T10:05:55.071" v="664" actId="478"/>
          <ac:spMkLst>
            <pc:docMk/>
            <pc:sldMk cId="902183347" sldId="1285"/>
            <ac:spMk id="2" creationId="{FCB7A814-46AA-BB88-A2BE-3A61888B3242}"/>
          </ac:spMkLst>
        </pc:spChg>
        <pc:spChg chg="mod">
          <ac:chgData name="Cordingley, Russ" userId="ca63eab7-8259-4e34-b8eb-024af8e30be0" providerId="ADAL" clId="{8B0E17BE-C8D8-43FC-A731-BE19A50FBB38}" dt="2026-08-19T11:01:23.397" v="987" actId="313"/>
          <ac:spMkLst>
            <pc:docMk/>
            <pc:sldMk cId="902183347" sldId="1285"/>
            <ac:spMk id="3" creationId="{D958B2C9-A84F-C8F6-291D-EB78E31FDF16}"/>
          </ac:spMkLst>
        </pc:spChg>
        <pc:graphicFrameChg chg="add del mod">
          <ac:chgData name="Cordingley, Russ" userId="ca63eab7-8259-4e34-b8eb-024af8e30be0" providerId="ADAL" clId="{8B0E17BE-C8D8-43FC-A731-BE19A50FBB38}" dt="2026-08-19T14:56:12.521" v="1993" actId="478"/>
          <ac:graphicFrameMkLst>
            <pc:docMk/>
            <pc:sldMk cId="902183347" sldId="1285"/>
            <ac:graphicFrameMk id="6" creationId="{60A8A6E2-08FF-1815-8A0C-24721D60F941}"/>
          </ac:graphicFrameMkLst>
        </pc:graphicFrameChg>
        <pc:picChg chg="add mod">
          <ac:chgData name="Cordingley, Russ" userId="ca63eab7-8259-4e34-b8eb-024af8e30be0" providerId="ADAL" clId="{8B0E17BE-C8D8-43FC-A731-BE19A50FBB38}" dt="2026-08-19T15:43:10.294" v="2020" actId="1076"/>
          <ac:picMkLst>
            <pc:docMk/>
            <pc:sldMk cId="902183347" sldId="1285"/>
            <ac:picMk id="5" creationId="{672CCCA5-F39F-00D3-E9B0-B664412C5C08}"/>
          </ac:picMkLst>
        </pc:picChg>
      </pc:sldChg>
      <pc:sldChg chg="modSp add mod">
        <pc:chgData name="Cordingley, Russ" userId="ca63eab7-8259-4e34-b8eb-024af8e30be0" providerId="ADAL" clId="{8B0E17BE-C8D8-43FC-A731-BE19A50FBB38}" dt="2026-08-19T10:10:25.715" v="713" actId="20577"/>
        <pc:sldMkLst>
          <pc:docMk/>
          <pc:sldMk cId="2843360712" sldId="1286"/>
        </pc:sldMkLst>
        <pc:spChg chg="mod">
          <ac:chgData name="Cordingley, Russ" userId="ca63eab7-8259-4e34-b8eb-024af8e30be0" providerId="ADAL" clId="{8B0E17BE-C8D8-43FC-A731-BE19A50FBB38}" dt="2026-08-19T10:10:25.715" v="713" actId="20577"/>
          <ac:spMkLst>
            <pc:docMk/>
            <pc:sldMk cId="2843360712" sldId="1286"/>
            <ac:spMk id="9" creationId="{9497ADA2-442A-E2D2-796A-B9696AACE5EC}"/>
          </ac:spMkLst>
        </pc:spChg>
      </pc:sldChg>
      <pc:sldChg chg="addSp delSp modSp add mod">
        <pc:chgData name="Cordingley, Russ" userId="ca63eab7-8259-4e34-b8eb-024af8e30be0" providerId="ADAL" clId="{8B0E17BE-C8D8-43FC-A731-BE19A50FBB38}" dt="2026-08-19T17:12:01.805" v="2241" actId="1076"/>
        <pc:sldMkLst>
          <pc:docMk/>
          <pc:sldMk cId="810422333" sldId="1287"/>
        </pc:sldMkLst>
        <pc:spChg chg="add del mod">
          <ac:chgData name="Cordingley, Russ" userId="ca63eab7-8259-4e34-b8eb-024af8e30be0" providerId="ADAL" clId="{8B0E17BE-C8D8-43FC-A731-BE19A50FBB38}" dt="2026-08-19T14:49:00.992" v="1975" actId="478"/>
          <ac:spMkLst>
            <pc:docMk/>
            <pc:sldMk cId="810422333" sldId="1287"/>
            <ac:spMk id="2" creationId="{DF6D24EF-91D2-29A7-A9BF-76F9737F8F43}"/>
          </ac:spMkLst>
        </pc:spChg>
        <pc:spChg chg="del mod">
          <ac:chgData name="Cordingley, Russ" userId="ca63eab7-8259-4e34-b8eb-024af8e30be0" providerId="ADAL" clId="{8B0E17BE-C8D8-43FC-A731-BE19A50FBB38}" dt="2026-08-19T10:50:17.418" v="920" actId="478"/>
          <ac:spMkLst>
            <pc:docMk/>
            <pc:sldMk cId="810422333" sldId="1287"/>
            <ac:spMk id="3" creationId="{3C456ABF-8434-ECF2-C3D8-81FAE026C6F7}"/>
          </ac:spMkLst>
        </pc:spChg>
        <pc:spChg chg="add mod">
          <ac:chgData name="Cordingley, Russ" userId="ca63eab7-8259-4e34-b8eb-024af8e30be0" providerId="ADAL" clId="{8B0E17BE-C8D8-43FC-A731-BE19A50FBB38}" dt="2026-08-19T16:45:21.288" v="2055" actId="1076"/>
          <ac:spMkLst>
            <pc:docMk/>
            <pc:sldMk cId="810422333" sldId="1287"/>
            <ac:spMk id="5" creationId="{AD0DD46D-1A3B-3CBE-ACAD-3ECAC8FCFE77}"/>
          </ac:spMkLst>
        </pc:spChg>
        <pc:spChg chg="del mod">
          <ac:chgData name="Cordingley, Russ" userId="ca63eab7-8259-4e34-b8eb-024af8e30be0" providerId="ADAL" clId="{8B0E17BE-C8D8-43FC-A731-BE19A50FBB38}" dt="2026-08-19T13:38:01.039" v="1756" actId="478"/>
          <ac:spMkLst>
            <pc:docMk/>
            <pc:sldMk cId="810422333" sldId="1287"/>
            <ac:spMk id="6" creationId="{6096F889-C0F2-424F-72A9-61FB3D929A27}"/>
          </ac:spMkLst>
        </pc:spChg>
        <pc:spChg chg="mod">
          <ac:chgData name="Cordingley, Russ" userId="ca63eab7-8259-4e34-b8eb-024af8e30be0" providerId="ADAL" clId="{8B0E17BE-C8D8-43FC-A731-BE19A50FBB38}" dt="2026-08-19T16:45:21.288" v="2055" actId="1076"/>
          <ac:spMkLst>
            <pc:docMk/>
            <pc:sldMk cId="810422333" sldId="1287"/>
            <ac:spMk id="7" creationId="{57F3A53B-ADDC-B4C7-2C88-FBA30020ACC5}"/>
          </ac:spMkLst>
        </pc:spChg>
        <pc:spChg chg="del">
          <ac:chgData name="Cordingley, Russ" userId="ca63eab7-8259-4e34-b8eb-024af8e30be0" providerId="ADAL" clId="{8B0E17BE-C8D8-43FC-A731-BE19A50FBB38}" dt="2026-08-19T17:11:47.737" v="2237" actId="478"/>
          <ac:spMkLst>
            <pc:docMk/>
            <pc:sldMk cId="810422333" sldId="1287"/>
            <ac:spMk id="8" creationId="{9D462C66-0AD7-2FBE-9BCB-24129BFA7A3A}"/>
          </ac:spMkLst>
        </pc:spChg>
        <pc:spChg chg="del">
          <ac:chgData name="Cordingley, Russ" userId="ca63eab7-8259-4e34-b8eb-024af8e30be0" providerId="ADAL" clId="{8B0E17BE-C8D8-43FC-A731-BE19A50FBB38}" dt="2026-08-19T17:11:47.737" v="2237" actId="478"/>
          <ac:spMkLst>
            <pc:docMk/>
            <pc:sldMk cId="810422333" sldId="1287"/>
            <ac:spMk id="9" creationId="{C51A93D7-328F-0FE8-741B-9B2B2849B593}"/>
          </ac:spMkLst>
        </pc:spChg>
        <pc:spChg chg="del mod">
          <ac:chgData name="Cordingley, Russ" userId="ca63eab7-8259-4e34-b8eb-024af8e30be0" providerId="ADAL" clId="{8B0E17BE-C8D8-43FC-A731-BE19A50FBB38}" dt="2026-08-19T10:51:43.382" v="927" actId="478"/>
          <ac:spMkLst>
            <pc:docMk/>
            <pc:sldMk cId="810422333" sldId="1287"/>
            <ac:spMk id="10" creationId="{DFC2FD99-EB1C-6CD6-8ACC-C9E3D5E8A8A1}"/>
          </ac:spMkLst>
        </pc:spChg>
        <pc:spChg chg="del mod">
          <ac:chgData name="Cordingley, Russ" userId="ca63eab7-8259-4e34-b8eb-024af8e30be0" providerId="ADAL" clId="{8B0E17BE-C8D8-43FC-A731-BE19A50FBB38}" dt="2026-08-19T16:45:28.393" v="2056" actId="478"/>
          <ac:spMkLst>
            <pc:docMk/>
            <pc:sldMk cId="810422333" sldId="1287"/>
            <ac:spMk id="11" creationId="{ADFC9E3A-2A34-7304-E56F-4D802E1DA7D8}"/>
          </ac:spMkLst>
        </pc:spChg>
        <pc:spChg chg="del mod">
          <ac:chgData name="Cordingley, Russ" userId="ca63eab7-8259-4e34-b8eb-024af8e30be0" providerId="ADAL" clId="{8B0E17BE-C8D8-43FC-A731-BE19A50FBB38}" dt="2026-08-19T16:45:36.760" v="2066" actId="478"/>
          <ac:spMkLst>
            <pc:docMk/>
            <pc:sldMk cId="810422333" sldId="1287"/>
            <ac:spMk id="12" creationId="{D00199F9-301B-E2F0-48C3-CE91093F6961}"/>
          </ac:spMkLst>
        </pc:spChg>
        <pc:spChg chg="add del mod">
          <ac:chgData name="Cordingley, Russ" userId="ca63eab7-8259-4e34-b8eb-024af8e30be0" providerId="ADAL" clId="{8B0E17BE-C8D8-43FC-A731-BE19A50FBB38}" dt="2026-08-19T16:45:30.459" v="2059" actId="478"/>
          <ac:spMkLst>
            <pc:docMk/>
            <pc:sldMk cId="810422333" sldId="1287"/>
            <ac:spMk id="13" creationId="{136357F1-2FB3-7C57-273E-868061B5BBC5}"/>
          </ac:spMkLst>
        </pc:spChg>
        <pc:spChg chg="add del mod">
          <ac:chgData name="Cordingley, Russ" userId="ca63eab7-8259-4e34-b8eb-024af8e30be0" providerId="ADAL" clId="{8B0E17BE-C8D8-43FC-A731-BE19A50FBB38}" dt="2026-08-19T16:45:29.956" v="2058" actId="478"/>
          <ac:spMkLst>
            <pc:docMk/>
            <pc:sldMk cId="810422333" sldId="1287"/>
            <ac:spMk id="14" creationId="{D58D2169-4912-7104-0213-AFD2159DEFFD}"/>
          </ac:spMkLst>
        </pc:spChg>
        <pc:spChg chg="add del mod">
          <ac:chgData name="Cordingley, Russ" userId="ca63eab7-8259-4e34-b8eb-024af8e30be0" providerId="ADAL" clId="{8B0E17BE-C8D8-43FC-A731-BE19A50FBB38}" dt="2026-08-19T16:45:31.014" v="2060" actId="478"/>
          <ac:spMkLst>
            <pc:docMk/>
            <pc:sldMk cId="810422333" sldId="1287"/>
            <ac:spMk id="15" creationId="{D6C97340-D659-A620-A7AC-3EE93CFCA3C4}"/>
          </ac:spMkLst>
        </pc:spChg>
        <pc:spChg chg="del mod">
          <ac:chgData name="Cordingley, Russ" userId="ca63eab7-8259-4e34-b8eb-024af8e30be0" providerId="ADAL" clId="{8B0E17BE-C8D8-43FC-A731-BE19A50FBB38}" dt="2026-08-19T16:45:32.524" v="2062" actId="478"/>
          <ac:spMkLst>
            <pc:docMk/>
            <pc:sldMk cId="810422333" sldId="1287"/>
            <ac:spMk id="16" creationId="{90459F6B-A0BB-858E-7F03-48757AAABAA8}"/>
          </ac:spMkLst>
        </pc:spChg>
        <pc:spChg chg="add del mod">
          <ac:chgData name="Cordingley, Russ" userId="ca63eab7-8259-4e34-b8eb-024af8e30be0" providerId="ADAL" clId="{8B0E17BE-C8D8-43FC-A731-BE19A50FBB38}" dt="2026-08-19T16:45:34.982" v="2065" actId="478"/>
          <ac:spMkLst>
            <pc:docMk/>
            <pc:sldMk cId="810422333" sldId="1287"/>
            <ac:spMk id="17" creationId="{955D38BE-DFFE-C03B-2F8B-8BF5F9BBF33E}"/>
          </ac:spMkLst>
        </pc:spChg>
        <pc:spChg chg="add del mod">
          <ac:chgData name="Cordingley, Russ" userId="ca63eab7-8259-4e34-b8eb-024af8e30be0" providerId="ADAL" clId="{8B0E17BE-C8D8-43FC-A731-BE19A50FBB38}" dt="2026-08-19T16:45:34.190" v="2064" actId="478"/>
          <ac:spMkLst>
            <pc:docMk/>
            <pc:sldMk cId="810422333" sldId="1287"/>
            <ac:spMk id="18" creationId="{4701E6E2-FBCB-12A9-8945-5E0DD049F8B1}"/>
          </ac:spMkLst>
        </pc:spChg>
        <pc:spChg chg="del mod">
          <ac:chgData name="Cordingley, Russ" userId="ca63eab7-8259-4e34-b8eb-024af8e30be0" providerId="ADAL" clId="{8B0E17BE-C8D8-43FC-A731-BE19A50FBB38}" dt="2026-08-19T16:45:08.325" v="2051" actId="478"/>
          <ac:spMkLst>
            <pc:docMk/>
            <pc:sldMk cId="810422333" sldId="1287"/>
            <ac:spMk id="19" creationId="{02713E50-2DE7-884E-23FA-A28A04DD905F}"/>
          </ac:spMkLst>
        </pc:spChg>
        <pc:spChg chg="del mod">
          <ac:chgData name="Cordingley, Russ" userId="ca63eab7-8259-4e34-b8eb-024af8e30be0" providerId="ADAL" clId="{8B0E17BE-C8D8-43FC-A731-BE19A50FBB38}" dt="2026-08-19T16:45:11.154" v="2052" actId="478"/>
          <ac:spMkLst>
            <pc:docMk/>
            <pc:sldMk cId="810422333" sldId="1287"/>
            <ac:spMk id="20" creationId="{4D202476-BA0C-E5B6-297B-D781EFB99252}"/>
          </ac:spMkLst>
        </pc:spChg>
        <pc:spChg chg="add del mod">
          <ac:chgData name="Cordingley, Russ" userId="ca63eab7-8259-4e34-b8eb-024af8e30be0" providerId="ADAL" clId="{8B0E17BE-C8D8-43FC-A731-BE19A50FBB38}" dt="2026-08-19T17:11:47.737" v="2237" actId="478"/>
          <ac:spMkLst>
            <pc:docMk/>
            <pc:sldMk cId="810422333" sldId="1287"/>
            <ac:spMk id="21" creationId="{EF59CF9F-53DB-47DF-060B-B1FFEB270DC6}"/>
          </ac:spMkLst>
        </pc:spChg>
        <pc:spChg chg="del">
          <ac:chgData name="Cordingley, Russ" userId="ca63eab7-8259-4e34-b8eb-024af8e30be0" providerId="ADAL" clId="{8B0E17BE-C8D8-43FC-A731-BE19A50FBB38}" dt="2026-08-19T17:11:47.737" v="2237" actId="478"/>
          <ac:spMkLst>
            <pc:docMk/>
            <pc:sldMk cId="810422333" sldId="1287"/>
            <ac:spMk id="22" creationId="{D326BB15-1A25-39D4-8EEE-B232DA20992C}"/>
          </ac:spMkLst>
        </pc:spChg>
        <pc:spChg chg="del mod">
          <ac:chgData name="Cordingley, Russ" userId="ca63eab7-8259-4e34-b8eb-024af8e30be0" providerId="ADAL" clId="{8B0E17BE-C8D8-43FC-A731-BE19A50FBB38}" dt="2026-08-19T17:11:47.737" v="2237" actId="478"/>
          <ac:spMkLst>
            <pc:docMk/>
            <pc:sldMk cId="810422333" sldId="1287"/>
            <ac:spMk id="23" creationId="{C00E9A0A-473B-EC01-75B7-A864F559541F}"/>
          </ac:spMkLst>
        </pc:spChg>
        <pc:spChg chg="del mod">
          <ac:chgData name="Cordingley, Russ" userId="ca63eab7-8259-4e34-b8eb-024af8e30be0" providerId="ADAL" clId="{8B0E17BE-C8D8-43FC-A731-BE19A50FBB38}" dt="2026-08-19T17:11:47.737" v="2237" actId="478"/>
          <ac:spMkLst>
            <pc:docMk/>
            <pc:sldMk cId="810422333" sldId="1287"/>
            <ac:spMk id="24" creationId="{38D7361A-4637-B4D0-87C2-204698B28C30}"/>
          </ac:spMkLst>
        </pc:spChg>
        <pc:spChg chg="del mod">
          <ac:chgData name="Cordingley, Russ" userId="ca63eab7-8259-4e34-b8eb-024af8e30be0" providerId="ADAL" clId="{8B0E17BE-C8D8-43FC-A731-BE19A50FBB38}" dt="2026-08-19T17:11:47.737" v="2237" actId="478"/>
          <ac:spMkLst>
            <pc:docMk/>
            <pc:sldMk cId="810422333" sldId="1287"/>
            <ac:spMk id="25" creationId="{77462B7E-7569-827D-AACD-329C745E7F5C}"/>
          </ac:spMkLst>
        </pc:spChg>
        <pc:spChg chg="del mod">
          <ac:chgData name="Cordingley, Russ" userId="ca63eab7-8259-4e34-b8eb-024af8e30be0" providerId="ADAL" clId="{8B0E17BE-C8D8-43FC-A731-BE19A50FBB38}" dt="2026-08-19T17:11:47.737" v="2237" actId="478"/>
          <ac:spMkLst>
            <pc:docMk/>
            <pc:sldMk cId="810422333" sldId="1287"/>
            <ac:spMk id="26" creationId="{6B99ABC1-125B-EBA4-40BC-3D0C7DE687A5}"/>
          </ac:spMkLst>
        </pc:spChg>
        <pc:spChg chg="add del mod">
          <ac:chgData name="Cordingley, Russ" userId="ca63eab7-8259-4e34-b8eb-024af8e30be0" providerId="ADAL" clId="{8B0E17BE-C8D8-43FC-A731-BE19A50FBB38}" dt="2026-08-19T17:11:47.737" v="2237" actId="478"/>
          <ac:spMkLst>
            <pc:docMk/>
            <pc:sldMk cId="810422333" sldId="1287"/>
            <ac:spMk id="27" creationId="{AE6B6D4A-6CE5-D394-543B-A8580D29B656}"/>
          </ac:spMkLst>
        </pc:spChg>
        <pc:spChg chg="del mod">
          <ac:chgData name="Cordingley, Russ" userId="ca63eab7-8259-4e34-b8eb-024af8e30be0" providerId="ADAL" clId="{8B0E17BE-C8D8-43FC-A731-BE19A50FBB38}" dt="2026-08-19T17:11:47.737" v="2237" actId="478"/>
          <ac:spMkLst>
            <pc:docMk/>
            <pc:sldMk cId="810422333" sldId="1287"/>
            <ac:spMk id="28" creationId="{9DA53288-05EE-7306-96B7-816F7310F763}"/>
          </ac:spMkLst>
        </pc:spChg>
        <pc:spChg chg="del">
          <ac:chgData name="Cordingley, Russ" userId="ca63eab7-8259-4e34-b8eb-024af8e30be0" providerId="ADAL" clId="{8B0E17BE-C8D8-43FC-A731-BE19A50FBB38}" dt="2026-08-19T17:09:50.141" v="2233" actId="478"/>
          <ac:spMkLst>
            <pc:docMk/>
            <pc:sldMk cId="810422333" sldId="1287"/>
            <ac:spMk id="29" creationId="{F18660BF-EB50-BC82-D67F-13C3C662B245}"/>
          </ac:spMkLst>
        </pc:spChg>
        <pc:spChg chg="add del mod">
          <ac:chgData name="Cordingley, Russ" userId="ca63eab7-8259-4e34-b8eb-024af8e30be0" providerId="ADAL" clId="{8B0E17BE-C8D8-43FC-A731-BE19A50FBB38}" dt="2026-08-19T17:09:50.141" v="2233" actId="478"/>
          <ac:spMkLst>
            <pc:docMk/>
            <pc:sldMk cId="810422333" sldId="1287"/>
            <ac:spMk id="30" creationId="{E9EC11CB-5BB0-2899-5F65-97419858CEBD}"/>
          </ac:spMkLst>
        </pc:spChg>
        <pc:spChg chg="add del mod">
          <ac:chgData name="Cordingley, Russ" userId="ca63eab7-8259-4e34-b8eb-024af8e30be0" providerId="ADAL" clId="{8B0E17BE-C8D8-43FC-A731-BE19A50FBB38}" dt="2026-08-19T16:35:40.091" v="2038" actId="478"/>
          <ac:spMkLst>
            <pc:docMk/>
            <pc:sldMk cId="810422333" sldId="1287"/>
            <ac:spMk id="31" creationId="{7E0DAF2D-C1B9-3851-1545-7DF812F4BE02}"/>
          </ac:spMkLst>
        </pc:spChg>
        <pc:spChg chg="del">
          <ac:chgData name="Cordingley, Russ" userId="ca63eab7-8259-4e34-b8eb-024af8e30be0" providerId="ADAL" clId="{8B0E17BE-C8D8-43FC-A731-BE19A50FBB38}" dt="2026-08-19T16:35:41.924" v="2039" actId="478"/>
          <ac:spMkLst>
            <pc:docMk/>
            <pc:sldMk cId="810422333" sldId="1287"/>
            <ac:spMk id="32" creationId="{0805EE7E-E719-EE18-D52E-E4591C60F94B}"/>
          </ac:spMkLst>
        </pc:spChg>
        <pc:spChg chg="del">
          <ac:chgData name="Cordingley, Russ" userId="ca63eab7-8259-4e34-b8eb-024af8e30be0" providerId="ADAL" clId="{8B0E17BE-C8D8-43FC-A731-BE19A50FBB38}" dt="2026-08-19T17:09:00.086" v="2228" actId="478"/>
          <ac:spMkLst>
            <pc:docMk/>
            <pc:sldMk cId="810422333" sldId="1287"/>
            <ac:spMk id="33" creationId="{C24CC143-5682-3C02-05D9-4DDEDC57A961}"/>
          </ac:spMkLst>
        </pc:spChg>
        <pc:spChg chg="del mod">
          <ac:chgData name="Cordingley, Russ" userId="ca63eab7-8259-4e34-b8eb-024af8e30be0" providerId="ADAL" clId="{8B0E17BE-C8D8-43FC-A731-BE19A50FBB38}" dt="2026-08-19T17:08:59.318" v="2227" actId="478"/>
          <ac:spMkLst>
            <pc:docMk/>
            <pc:sldMk cId="810422333" sldId="1287"/>
            <ac:spMk id="34" creationId="{BC405523-29D4-A42B-FACB-C0A7AF749747}"/>
          </ac:spMkLst>
        </pc:spChg>
        <pc:spChg chg="del">
          <ac:chgData name="Cordingley, Russ" userId="ca63eab7-8259-4e34-b8eb-024af8e30be0" providerId="ADAL" clId="{8B0E17BE-C8D8-43FC-A731-BE19A50FBB38}" dt="2026-08-19T17:09:01.387" v="2229" actId="478"/>
          <ac:spMkLst>
            <pc:docMk/>
            <pc:sldMk cId="810422333" sldId="1287"/>
            <ac:spMk id="35" creationId="{B5A3CFE0-DB9E-A4EF-1353-4AF5B246E48C}"/>
          </ac:spMkLst>
        </pc:spChg>
        <pc:spChg chg="del mod">
          <ac:chgData name="Cordingley, Russ" userId="ca63eab7-8259-4e34-b8eb-024af8e30be0" providerId="ADAL" clId="{8B0E17BE-C8D8-43FC-A731-BE19A50FBB38}" dt="2026-08-19T17:09:03.238" v="2230" actId="478"/>
          <ac:spMkLst>
            <pc:docMk/>
            <pc:sldMk cId="810422333" sldId="1287"/>
            <ac:spMk id="36" creationId="{747E2686-F7CA-00A6-4CF6-E907978B546C}"/>
          </ac:spMkLst>
        </pc:spChg>
        <pc:spChg chg="del">
          <ac:chgData name="Cordingley, Russ" userId="ca63eab7-8259-4e34-b8eb-024af8e30be0" providerId="ADAL" clId="{8B0E17BE-C8D8-43FC-A731-BE19A50FBB38}" dt="2026-08-19T17:09:05.792" v="2232" actId="478"/>
          <ac:spMkLst>
            <pc:docMk/>
            <pc:sldMk cId="810422333" sldId="1287"/>
            <ac:spMk id="37" creationId="{5F09074B-2539-CAF1-C9AD-B2319FE5942C}"/>
          </ac:spMkLst>
        </pc:spChg>
        <pc:spChg chg="add del mod">
          <ac:chgData name="Cordingley, Russ" userId="ca63eab7-8259-4e34-b8eb-024af8e30be0" providerId="ADAL" clId="{8B0E17BE-C8D8-43FC-A731-BE19A50FBB38}" dt="2026-08-19T17:09:04.823" v="2231" actId="478"/>
          <ac:spMkLst>
            <pc:docMk/>
            <pc:sldMk cId="810422333" sldId="1287"/>
            <ac:spMk id="38" creationId="{24C01869-7A27-97D1-CF10-79F95E1778B8}"/>
          </ac:spMkLst>
        </pc:spChg>
        <pc:spChg chg="add mod">
          <ac:chgData name="Cordingley, Russ" userId="ca63eab7-8259-4e34-b8eb-024af8e30be0" providerId="ADAL" clId="{8B0E17BE-C8D8-43FC-A731-BE19A50FBB38}" dt="2026-08-19T14:49:13.130" v="1988" actId="20577"/>
          <ac:spMkLst>
            <pc:docMk/>
            <pc:sldMk cId="810422333" sldId="1287"/>
            <ac:spMk id="40" creationId="{EFFCB17F-5C5E-0580-29C3-48685308E10B}"/>
          </ac:spMkLst>
        </pc:spChg>
        <pc:spChg chg="add del mod">
          <ac:chgData name="Cordingley, Russ" userId="ca63eab7-8259-4e34-b8eb-024af8e30be0" providerId="ADAL" clId="{8B0E17BE-C8D8-43FC-A731-BE19A50FBB38}" dt="2026-08-19T16:21:03.622" v="2034" actId="478"/>
          <ac:spMkLst>
            <pc:docMk/>
            <pc:sldMk cId="810422333" sldId="1287"/>
            <ac:spMk id="42" creationId="{F392BF62-B56D-04EE-012E-0D0A6B90E4A7}"/>
          </ac:spMkLst>
        </pc:spChg>
        <pc:spChg chg="add mod">
          <ac:chgData name="Cordingley, Russ" userId="ca63eab7-8259-4e34-b8eb-024af8e30be0" providerId="ADAL" clId="{8B0E17BE-C8D8-43FC-A731-BE19A50FBB38}" dt="2026-08-19T17:07:38.223" v="2176" actId="20577"/>
          <ac:spMkLst>
            <pc:docMk/>
            <pc:sldMk cId="810422333" sldId="1287"/>
            <ac:spMk id="45" creationId="{536E9A9C-9836-4008-1D27-1515C12EC119}"/>
          </ac:spMkLst>
        </pc:spChg>
        <pc:spChg chg="add del mod">
          <ac:chgData name="Cordingley, Russ" userId="ca63eab7-8259-4e34-b8eb-024af8e30be0" providerId="ADAL" clId="{8B0E17BE-C8D8-43FC-A731-BE19A50FBB38}" dt="2026-08-19T17:04:16.431" v="2140" actId="478"/>
          <ac:spMkLst>
            <pc:docMk/>
            <pc:sldMk cId="810422333" sldId="1287"/>
            <ac:spMk id="47" creationId="{5391DACF-7112-C5CE-C8B8-BAE9FFAE7EAA}"/>
          </ac:spMkLst>
        </pc:spChg>
        <pc:spChg chg="add mod">
          <ac:chgData name="Cordingley, Russ" userId="ca63eab7-8259-4e34-b8eb-024af8e30be0" providerId="ADAL" clId="{8B0E17BE-C8D8-43FC-A731-BE19A50FBB38}" dt="2026-08-19T17:07:57.524" v="2204" actId="20577"/>
          <ac:spMkLst>
            <pc:docMk/>
            <pc:sldMk cId="810422333" sldId="1287"/>
            <ac:spMk id="51" creationId="{DA9F0F74-BD46-33A3-813F-537A0471919F}"/>
          </ac:spMkLst>
        </pc:spChg>
        <pc:spChg chg="add mod">
          <ac:chgData name="Cordingley, Russ" userId="ca63eab7-8259-4e34-b8eb-024af8e30be0" providerId="ADAL" clId="{8B0E17BE-C8D8-43FC-A731-BE19A50FBB38}" dt="2026-08-19T17:08:26" v="2224" actId="20577"/>
          <ac:spMkLst>
            <pc:docMk/>
            <pc:sldMk cId="810422333" sldId="1287"/>
            <ac:spMk id="53" creationId="{2DBC7059-59E6-0AE3-724A-5E8486471FFF}"/>
          </ac:spMkLst>
        </pc:spChg>
        <pc:picChg chg="add del mod">
          <ac:chgData name="Cordingley, Russ" userId="ca63eab7-8259-4e34-b8eb-024af8e30be0" providerId="ADAL" clId="{8B0E17BE-C8D8-43FC-A731-BE19A50FBB38}" dt="2026-08-19T16:39:58.253" v="2048" actId="478"/>
          <ac:picMkLst>
            <pc:docMk/>
            <pc:sldMk cId="810422333" sldId="1287"/>
            <ac:picMk id="44" creationId="{A4C25E9D-A9AE-6553-4FF5-024777A9791A}"/>
          </ac:picMkLst>
        </pc:picChg>
        <pc:picChg chg="add mod">
          <ac:chgData name="Cordingley, Russ" userId="ca63eab7-8259-4e34-b8eb-024af8e30be0" providerId="ADAL" clId="{8B0E17BE-C8D8-43FC-A731-BE19A50FBB38}" dt="2026-08-19T17:12:01.805" v="2241" actId="1076"/>
          <ac:picMkLst>
            <pc:docMk/>
            <pc:sldMk cId="810422333" sldId="1287"/>
            <ac:picMk id="49" creationId="{1DFE0398-CF9E-C667-322A-DE749EAEE40A}"/>
          </ac:picMkLst>
        </pc:picChg>
      </pc:sldChg>
      <pc:sldChg chg="addSp delSp modSp add mod">
        <pc:chgData name="Cordingley, Russ" userId="ca63eab7-8259-4e34-b8eb-024af8e30be0" providerId="ADAL" clId="{8B0E17BE-C8D8-43FC-A731-BE19A50FBB38}" dt="2026-08-19T18:25:02.017" v="2682" actId="1038"/>
        <pc:sldMkLst>
          <pc:docMk/>
          <pc:sldMk cId="4181112382" sldId="1288"/>
        </pc:sldMkLst>
        <pc:spChg chg="mod">
          <ac:chgData name="Cordingley, Russ" userId="ca63eab7-8259-4e34-b8eb-024af8e30be0" providerId="ADAL" clId="{8B0E17BE-C8D8-43FC-A731-BE19A50FBB38}" dt="2026-08-19T17:29:37.991" v="2283" actId="1076"/>
          <ac:spMkLst>
            <pc:docMk/>
            <pc:sldMk cId="4181112382" sldId="1288"/>
            <ac:spMk id="2" creationId="{A8A31585-673C-C60A-12E9-BE54CD0DA05E}"/>
          </ac:spMkLst>
        </pc:spChg>
        <pc:spChg chg="del mod">
          <ac:chgData name="Cordingley, Russ" userId="ca63eab7-8259-4e34-b8eb-024af8e30be0" providerId="ADAL" clId="{8B0E17BE-C8D8-43FC-A731-BE19A50FBB38}" dt="2026-08-19T10:51:54.968" v="929" actId="478"/>
          <ac:spMkLst>
            <pc:docMk/>
            <pc:sldMk cId="4181112382" sldId="1288"/>
            <ac:spMk id="3" creationId="{7FC7C5E8-B3D5-1CC8-E793-05E0C5B7417C}"/>
          </ac:spMkLst>
        </pc:spChg>
        <pc:spChg chg="del mod">
          <ac:chgData name="Cordingley, Russ" userId="ca63eab7-8259-4e34-b8eb-024af8e30be0" providerId="ADAL" clId="{8B0E17BE-C8D8-43FC-A731-BE19A50FBB38}" dt="2026-08-19T17:29:30.664" v="2281" actId="478"/>
          <ac:spMkLst>
            <pc:docMk/>
            <pc:sldMk cId="4181112382" sldId="1288"/>
            <ac:spMk id="6" creationId="{FC5501DD-3EDA-F56E-501E-067F8D689F5F}"/>
          </ac:spMkLst>
        </pc:spChg>
        <pc:spChg chg="add mod">
          <ac:chgData name="Cordingley, Russ" userId="ca63eab7-8259-4e34-b8eb-024af8e30be0" providerId="ADAL" clId="{8B0E17BE-C8D8-43FC-A731-BE19A50FBB38}" dt="2026-08-19T10:52:44.692" v="937" actId="1076"/>
          <ac:spMkLst>
            <pc:docMk/>
            <pc:sldMk cId="4181112382" sldId="1288"/>
            <ac:spMk id="9" creationId="{1DEB7DB3-619F-7630-269C-5149A1FC8490}"/>
          </ac:spMkLst>
        </pc:spChg>
        <pc:spChg chg="mod">
          <ac:chgData name="Cordingley, Russ" userId="ca63eab7-8259-4e34-b8eb-024af8e30be0" providerId="ADAL" clId="{8B0E17BE-C8D8-43FC-A731-BE19A50FBB38}" dt="2026-08-19T17:29:46.570" v="2307" actId="20577"/>
          <ac:spMkLst>
            <pc:docMk/>
            <pc:sldMk cId="4181112382" sldId="1288"/>
            <ac:spMk id="10" creationId="{E3AF8A24-4C03-F4A2-BF9F-809198C146A8}"/>
          </ac:spMkLst>
        </pc:spChg>
        <pc:spChg chg="add mod">
          <ac:chgData name="Cordingley, Russ" userId="ca63eab7-8259-4e34-b8eb-024af8e30be0" providerId="ADAL" clId="{8B0E17BE-C8D8-43FC-A731-BE19A50FBB38}" dt="2026-08-19T10:52:44.692" v="937" actId="1076"/>
          <ac:spMkLst>
            <pc:docMk/>
            <pc:sldMk cId="4181112382" sldId="1288"/>
            <ac:spMk id="12" creationId="{73DA9ABB-8473-C9CE-B1E6-110C02A1D37B}"/>
          </ac:spMkLst>
        </pc:spChg>
        <pc:spChg chg="add mod">
          <ac:chgData name="Cordingley, Russ" userId="ca63eab7-8259-4e34-b8eb-024af8e30be0" providerId="ADAL" clId="{8B0E17BE-C8D8-43FC-A731-BE19A50FBB38}" dt="2026-08-19T10:52:44.692" v="937" actId="1076"/>
          <ac:spMkLst>
            <pc:docMk/>
            <pc:sldMk cId="4181112382" sldId="1288"/>
            <ac:spMk id="15" creationId="{B33E0C13-4870-F84B-B8BE-D6FD0499BC5D}"/>
          </ac:spMkLst>
        </pc:spChg>
        <pc:spChg chg="add mod">
          <ac:chgData name="Cordingley, Russ" userId="ca63eab7-8259-4e34-b8eb-024af8e30be0" providerId="ADAL" clId="{8B0E17BE-C8D8-43FC-A731-BE19A50FBB38}" dt="2026-08-19T10:52:44.692" v="937" actId="1076"/>
          <ac:spMkLst>
            <pc:docMk/>
            <pc:sldMk cId="4181112382" sldId="1288"/>
            <ac:spMk id="18" creationId="{82FCCEDE-6D25-4F84-205D-8FEB3F76BE53}"/>
          </ac:spMkLst>
        </pc:spChg>
        <pc:spChg chg="add mod">
          <ac:chgData name="Cordingley, Russ" userId="ca63eab7-8259-4e34-b8eb-024af8e30be0" providerId="ADAL" clId="{8B0E17BE-C8D8-43FC-A731-BE19A50FBB38}" dt="2026-08-19T10:52:44.692" v="937" actId="1076"/>
          <ac:spMkLst>
            <pc:docMk/>
            <pc:sldMk cId="4181112382" sldId="1288"/>
            <ac:spMk id="20" creationId="{1369D9FA-5EBD-384D-BC7A-C00DC4EA52A9}"/>
          </ac:spMkLst>
        </pc:spChg>
        <pc:spChg chg="mod">
          <ac:chgData name="Cordingley, Russ" userId="ca63eab7-8259-4e34-b8eb-024af8e30be0" providerId="ADAL" clId="{8B0E17BE-C8D8-43FC-A731-BE19A50FBB38}" dt="2026-08-19T17:29:54.779" v="2309" actId="20577"/>
          <ac:spMkLst>
            <pc:docMk/>
            <pc:sldMk cId="4181112382" sldId="1288"/>
            <ac:spMk id="21" creationId="{1DA1AC88-7848-A0F2-75B3-FE345B3505DF}"/>
          </ac:spMkLst>
        </pc:spChg>
        <pc:spChg chg="del">
          <ac:chgData name="Cordingley, Russ" userId="ca63eab7-8259-4e34-b8eb-024af8e30be0" providerId="ADAL" clId="{8B0E17BE-C8D8-43FC-A731-BE19A50FBB38}" dt="2026-08-19T18:24:16.316" v="2675" actId="478"/>
          <ac:spMkLst>
            <pc:docMk/>
            <pc:sldMk cId="4181112382" sldId="1288"/>
            <ac:spMk id="22" creationId="{DE774324-0919-C61C-5E54-616BF109154C}"/>
          </ac:spMkLst>
        </pc:spChg>
        <pc:spChg chg="add del mod">
          <ac:chgData name="Cordingley, Russ" userId="ca63eab7-8259-4e34-b8eb-024af8e30be0" providerId="ADAL" clId="{8B0E17BE-C8D8-43FC-A731-BE19A50FBB38}" dt="2026-08-19T18:24:16.316" v="2675" actId="478"/>
          <ac:spMkLst>
            <pc:docMk/>
            <pc:sldMk cId="4181112382" sldId="1288"/>
            <ac:spMk id="23" creationId="{C5502306-C280-2D35-E725-9858E91389DA}"/>
          </ac:spMkLst>
        </pc:spChg>
        <pc:spChg chg="mod">
          <ac:chgData name="Cordingley, Russ" userId="ca63eab7-8259-4e34-b8eb-024af8e30be0" providerId="ADAL" clId="{8B0E17BE-C8D8-43FC-A731-BE19A50FBB38}" dt="2026-08-19T18:25:02.017" v="2682" actId="1038"/>
          <ac:spMkLst>
            <pc:docMk/>
            <pc:sldMk cId="4181112382" sldId="1288"/>
            <ac:spMk id="24" creationId="{F178F3F8-8AA1-6708-0221-8270ABBAFB90}"/>
          </ac:spMkLst>
        </pc:spChg>
        <pc:spChg chg="mod">
          <ac:chgData name="Cordingley, Russ" userId="ca63eab7-8259-4e34-b8eb-024af8e30be0" providerId="ADAL" clId="{8B0E17BE-C8D8-43FC-A731-BE19A50FBB38}" dt="2026-08-19T18:25:02.017" v="2682" actId="1038"/>
          <ac:spMkLst>
            <pc:docMk/>
            <pc:sldMk cId="4181112382" sldId="1288"/>
            <ac:spMk id="25" creationId="{E98CA5D5-DBAD-0D93-EC26-CD73C67C10F8}"/>
          </ac:spMkLst>
        </pc:spChg>
        <pc:spChg chg="mod">
          <ac:chgData name="Cordingley, Russ" userId="ca63eab7-8259-4e34-b8eb-024af8e30be0" providerId="ADAL" clId="{8B0E17BE-C8D8-43FC-A731-BE19A50FBB38}" dt="2026-08-19T18:25:02.017" v="2682" actId="1038"/>
          <ac:spMkLst>
            <pc:docMk/>
            <pc:sldMk cId="4181112382" sldId="1288"/>
            <ac:spMk id="26" creationId="{E8441D94-A997-8DFD-96D0-017F7B968E52}"/>
          </ac:spMkLst>
        </pc:spChg>
        <pc:spChg chg="mod">
          <ac:chgData name="Cordingley, Russ" userId="ca63eab7-8259-4e34-b8eb-024af8e30be0" providerId="ADAL" clId="{8B0E17BE-C8D8-43FC-A731-BE19A50FBB38}" dt="2026-08-19T18:25:02.017" v="2682" actId="1038"/>
          <ac:spMkLst>
            <pc:docMk/>
            <pc:sldMk cId="4181112382" sldId="1288"/>
            <ac:spMk id="27" creationId="{9B0CF3E5-9B18-61ED-BF4C-042C794EEB3E}"/>
          </ac:spMkLst>
        </pc:spChg>
        <pc:spChg chg="mod">
          <ac:chgData name="Cordingley, Russ" userId="ca63eab7-8259-4e34-b8eb-024af8e30be0" providerId="ADAL" clId="{8B0E17BE-C8D8-43FC-A731-BE19A50FBB38}" dt="2026-08-19T18:25:02.017" v="2682" actId="1038"/>
          <ac:spMkLst>
            <pc:docMk/>
            <pc:sldMk cId="4181112382" sldId="1288"/>
            <ac:spMk id="28" creationId="{041FC388-6907-7A84-C557-36D97CCD8911}"/>
          </ac:spMkLst>
        </pc:spChg>
        <pc:spChg chg="mod">
          <ac:chgData name="Cordingley, Russ" userId="ca63eab7-8259-4e34-b8eb-024af8e30be0" providerId="ADAL" clId="{8B0E17BE-C8D8-43FC-A731-BE19A50FBB38}" dt="2026-08-19T18:25:02.017" v="2682" actId="1038"/>
          <ac:spMkLst>
            <pc:docMk/>
            <pc:sldMk cId="4181112382" sldId="1288"/>
            <ac:spMk id="29" creationId="{2816001C-A2D5-D5FB-7046-29AD86B66509}"/>
          </ac:spMkLst>
        </pc:spChg>
        <pc:spChg chg="del">
          <ac:chgData name="Cordingley, Russ" userId="ca63eab7-8259-4e34-b8eb-024af8e30be0" providerId="ADAL" clId="{8B0E17BE-C8D8-43FC-A731-BE19A50FBB38}" dt="2026-08-19T18:24:16.316" v="2675" actId="478"/>
          <ac:spMkLst>
            <pc:docMk/>
            <pc:sldMk cId="4181112382" sldId="1288"/>
            <ac:spMk id="30" creationId="{4104276D-C7C9-9C52-B581-823D8F739EC7}"/>
          </ac:spMkLst>
        </pc:spChg>
        <pc:spChg chg="del">
          <ac:chgData name="Cordingley, Russ" userId="ca63eab7-8259-4e34-b8eb-024af8e30be0" providerId="ADAL" clId="{8B0E17BE-C8D8-43FC-A731-BE19A50FBB38}" dt="2026-08-19T18:24:16.316" v="2675" actId="478"/>
          <ac:spMkLst>
            <pc:docMk/>
            <pc:sldMk cId="4181112382" sldId="1288"/>
            <ac:spMk id="31" creationId="{1B892230-1905-CC6F-D780-EBBBC0747D18}"/>
          </ac:spMkLst>
        </pc:spChg>
        <pc:spChg chg="mod">
          <ac:chgData name="Cordingley, Russ" userId="ca63eab7-8259-4e34-b8eb-024af8e30be0" providerId="ADAL" clId="{8B0E17BE-C8D8-43FC-A731-BE19A50FBB38}" dt="2026-08-19T18:23:05.626" v="2672" actId="14100"/>
          <ac:spMkLst>
            <pc:docMk/>
            <pc:sldMk cId="4181112382" sldId="1288"/>
            <ac:spMk id="32" creationId="{023F85EF-39E1-3F53-A01B-6A275BD2C20F}"/>
          </ac:spMkLst>
        </pc:spChg>
        <pc:spChg chg="mod">
          <ac:chgData name="Cordingley, Russ" userId="ca63eab7-8259-4e34-b8eb-024af8e30be0" providerId="ADAL" clId="{8B0E17BE-C8D8-43FC-A731-BE19A50FBB38}" dt="2026-08-19T17:28:59.595" v="2252"/>
          <ac:spMkLst>
            <pc:docMk/>
            <pc:sldMk cId="4181112382" sldId="1288"/>
            <ac:spMk id="35" creationId="{D64C3754-E6A8-D981-9B73-307A7741CCBE}"/>
          </ac:spMkLst>
        </pc:spChg>
        <pc:spChg chg="add mod">
          <ac:chgData name="Cordingley, Russ" userId="ca63eab7-8259-4e34-b8eb-024af8e30be0" providerId="ADAL" clId="{8B0E17BE-C8D8-43FC-A731-BE19A50FBB38}" dt="2026-08-19T10:52:44.692" v="937" actId="1076"/>
          <ac:spMkLst>
            <pc:docMk/>
            <pc:sldMk cId="4181112382" sldId="1288"/>
            <ac:spMk id="37" creationId="{17365303-1DB5-5FDC-379E-B55287D5E47A}"/>
          </ac:spMkLst>
        </pc:spChg>
        <pc:spChg chg="del">
          <ac:chgData name="Cordingley, Russ" userId="ca63eab7-8259-4e34-b8eb-024af8e30be0" providerId="ADAL" clId="{8B0E17BE-C8D8-43FC-A731-BE19A50FBB38}" dt="2026-08-19T18:24:16.316" v="2675" actId="478"/>
          <ac:spMkLst>
            <pc:docMk/>
            <pc:sldMk cId="4181112382" sldId="1288"/>
            <ac:spMk id="38" creationId="{94EF8583-7B47-66A1-8C1E-77225DADF61B}"/>
          </ac:spMkLst>
        </pc:spChg>
        <pc:spChg chg="del">
          <ac:chgData name="Cordingley, Russ" userId="ca63eab7-8259-4e34-b8eb-024af8e30be0" providerId="ADAL" clId="{8B0E17BE-C8D8-43FC-A731-BE19A50FBB38}" dt="2026-08-19T18:24:16.316" v="2675" actId="478"/>
          <ac:spMkLst>
            <pc:docMk/>
            <pc:sldMk cId="4181112382" sldId="1288"/>
            <ac:spMk id="39" creationId="{504B340A-867B-D9F1-BE4C-FB0C97BBFCEC}"/>
          </ac:spMkLst>
        </pc:spChg>
        <pc:spChg chg="add mod">
          <ac:chgData name="Cordingley, Russ" userId="ca63eab7-8259-4e34-b8eb-024af8e30be0" providerId="ADAL" clId="{8B0E17BE-C8D8-43FC-A731-BE19A50FBB38}" dt="2026-08-19T10:52:44.692" v="937" actId="1076"/>
          <ac:spMkLst>
            <pc:docMk/>
            <pc:sldMk cId="4181112382" sldId="1288"/>
            <ac:spMk id="40" creationId="{84BFC41D-3AED-D8E2-A27A-D11D48B1C176}"/>
          </ac:spMkLst>
        </pc:spChg>
        <pc:spChg chg="del">
          <ac:chgData name="Cordingley, Russ" userId="ca63eab7-8259-4e34-b8eb-024af8e30be0" providerId="ADAL" clId="{8B0E17BE-C8D8-43FC-A731-BE19A50FBB38}" dt="2026-08-19T18:22:47.146" v="2667" actId="478"/>
          <ac:spMkLst>
            <pc:docMk/>
            <pc:sldMk cId="4181112382" sldId="1288"/>
            <ac:spMk id="42" creationId="{E5F0A88F-74C8-FE89-F7BC-C9BC183B9E5D}"/>
          </ac:spMkLst>
        </pc:spChg>
        <pc:spChg chg="del">
          <ac:chgData name="Cordingley, Russ" userId="ca63eab7-8259-4e34-b8eb-024af8e30be0" providerId="ADAL" clId="{8B0E17BE-C8D8-43FC-A731-BE19A50FBB38}" dt="2026-08-19T18:22:50.758" v="2668" actId="478"/>
          <ac:spMkLst>
            <pc:docMk/>
            <pc:sldMk cId="4181112382" sldId="1288"/>
            <ac:spMk id="43" creationId="{04D7EFB7-C949-8591-393F-0963EBCD79BA}"/>
          </ac:spMkLst>
        </pc:spChg>
        <pc:spChg chg="mod">
          <ac:chgData name="Cordingley, Russ" userId="ca63eab7-8259-4e34-b8eb-024af8e30be0" providerId="ADAL" clId="{8B0E17BE-C8D8-43FC-A731-BE19A50FBB38}" dt="2026-08-19T17:30:21.891" v="2310"/>
          <ac:spMkLst>
            <pc:docMk/>
            <pc:sldMk cId="4181112382" sldId="1288"/>
            <ac:spMk id="45" creationId="{6F5615EA-10FC-C762-2251-F37C13A4CCA0}"/>
          </ac:spMkLst>
        </pc:spChg>
        <pc:spChg chg="del">
          <ac:chgData name="Cordingley, Russ" userId="ca63eab7-8259-4e34-b8eb-024af8e30be0" providerId="ADAL" clId="{8B0E17BE-C8D8-43FC-A731-BE19A50FBB38}" dt="2026-08-19T18:24:16.316" v="2675" actId="478"/>
          <ac:spMkLst>
            <pc:docMk/>
            <pc:sldMk cId="4181112382" sldId="1288"/>
            <ac:spMk id="46" creationId="{73BFD6CC-CBCB-0BA6-9810-D913C94BB5B7}"/>
          </ac:spMkLst>
        </pc:spChg>
        <pc:spChg chg="del">
          <ac:chgData name="Cordingley, Russ" userId="ca63eab7-8259-4e34-b8eb-024af8e30be0" providerId="ADAL" clId="{8B0E17BE-C8D8-43FC-A731-BE19A50FBB38}" dt="2026-08-19T18:24:16.316" v="2675" actId="478"/>
          <ac:spMkLst>
            <pc:docMk/>
            <pc:sldMk cId="4181112382" sldId="1288"/>
            <ac:spMk id="47" creationId="{02CD17A0-FDF1-7BE8-5726-96518F08429E}"/>
          </ac:spMkLst>
        </pc:spChg>
        <pc:spChg chg="add mod">
          <ac:chgData name="Cordingley, Russ" userId="ca63eab7-8259-4e34-b8eb-024af8e30be0" providerId="ADAL" clId="{8B0E17BE-C8D8-43FC-A731-BE19A50FBB38}" dt="2026-08-19T10:52:44.692" v="937" actId="1076"/>
          <ac:spMkLst>
            <pc:docMk/>
            <pc:sldMk cId="4181112382" sldId="1288"/>
            <ac:spMk id="53" creationId="{4F3C0C59-EB08-A064-9B20-1C3F867F9110}"/>
          </ac:spMkLst>
        </pc:spChg>
        <pc:spChg chg="del">
          <ac:chgData name="Cordingley, Russ" userId="ca63eab7-8259-4e34-b8eb-024af8e30be0" providerId="ADAL" clId="{8B0E17BE-C8D8-43FC-A731-BE19A50FBB38}" dt="2026-08-19T18:24:16.316" v="2675" actId="478"/>
          <ac:spMkLst>
            <pc:docMk/>
            <pc:sldMk cId="4181112382" sldId="1288"/>
            <ac:spMk id="54" creationId="{EF06BF9B-6C1A-D5E9-665D-6A719F31C7F9}"/>
          </ac:spMkLst>
        </pc:spChg>
        <pc:spChg chg="del">
          <ac:chgData name="Cordingley, Russ" userId="ca63eab7-8259-4e34-b8eb-024af8e30be0" providerId="ADAL" clId="{8B0E17BE-C8D8-43FC-A731-BE19A50FBB38}" dt="2026-08-19T18:24:16.316" v="2675" actId="478"/>
          <ac:spMkLst>
            <pc:docMk/>
            <pc:sldMk cId="4181112382" sldId="1288"/>
            <ac:spMk id="55" creationId="{14B2B10A-5686-CBF1-ED6E-F006E58D27DD}"/>
          </ac:spMkLst>
        </pc:spChg>
        <pc:spChg chg="mod">
          <ac:chgData name="Cordingley, Russ" userId="ca63eab7-8259-4e34-b8eb-024af8e30be0" providerId="ADAL" clId="{8B0E17BE-C8D8-43FC-A731-BE19A50FBB38}" dt="2026-08-19T10:52:41.221" v="933" actId="27636"/>
          <ac:spMkLst>
            <pc:docMk/>
            <pc:sldMk cId="4181112382" sldId="1288"/>
            <ac:spMk id="56" creationId="{77E31042-C1E1-8ADB-B11D-4D84BD20558E}"/>
          </ac:spMkLst>
        </pc:spChg>
        <pc:spChg chg="add mod">
          <ac:chgData name="Cordingley, Russ" userId="ca63eab7-8259-4e34-b8eb-024af8e30be0" providerId="ADAL" clId="{8B0E17BE-C8D8-43FC-A731-BE19A50FBB38}" dt="2026-08-19T18:25:02.017" v="2682" actId="1038"/>
          <ac:spMkLst>
            <pc:docMk/>
            <pc:sldMk cId="4181112382" sldId="1288"/>
            <ac:spMk id="57" creationId="{3F6129EF-B797-3A6A-4ACE-CFDAD385ED8A}"/>
          </ac:spMkLst>
        </pc:spChg>
        <pc:spChg chg="mod">
          <ac:chgData name="Cordingley, Russ" userId="ca63eab7-8259-4e34-b8eb-024af8e30be0" providerId="ADAL" clId="{8B0E17BE-C8D8-43FC-A731-BE19A50FBB38}" dt="2026-08-19T10:52:41.236" v="935" actId="27636"/>
          <ac:spMkLst>
            <pc:docMk/>
            <pc:sldMk cId="4181112382" sldId="1288"/>
            <ac:spMk id="58" creationId="{9D6C3F90-DD3D-C301-31A8-342D9091568B}"/>
          </ac:spMkLst>
        </pc:spChg>
        <pc:spChg chg="mod">
          <ac:chgData name="Cordingley, Russ" userId="ca63eab7-8259-4e34-b8eb-024af8e30be0" providerId="ADAL" clId="{8B0E17BE-C8D8-43FC-A731-BE19A50FBB38}" dt="2026-08-19T10:52:41.236" v="936" actId="27636"/>
          <ac:spMkLst>
            <pc:docMk/>
            <pc:sldMk cId="4181112382" sldId="1288"/>
            <ac:spMk id="59" creationId="{AB2CA755-E503-E9D9-69F5-A89CB24CD2E6}"/>
          </ac:spMkLst>
        </pc:spChg>
        <pc:spChg chg="del mod">
          <ac:chgData name="Cordingley, Russ" userId="ca63eab7-8259-4e34-b8eb-024af8e30be0" providerId="ADAL" clId="{8B0E17BE-C8D8-43FC-A731-BE19A50FBB38}" dt="2026-08-19T18:23:16.586" v="2673" actId="478"/>
          <ac:spMkLst>
            <pc:docMk/>
            <pc:sldMk cId="4181112382" sldId="1288"/>
            <ac:spMk id="60" creationId="{BF61C84E-DA82-2236-5F60-4F73D5A4FAD2}"/>
          </ac:spMkLst>
        </pc:spChg>
        <pc:spChg chg="del mod">
          <ac:chgData name="Cordingley, Russ" userId="ca63eab7-8259-4e34-b8eb-024af8e30be0" providerId="ADAL" clId="{8B0E17BE-C8D8-43FC-A731-BE19A50FBB38}" dt="2026-08-19T18:23:20.591" v="2674" actId="478"/>
          <ac:spMkLst>
            <pc:docMk/>
            <pc:sldMk cId="4181112382" sldId="1288"/>
            <ac:spMk id="61" creationId="{FFC4DEF7-9BC8-DE86-0069-2CECDC3A0EFE}"/>
          </ac:spMkLst>
        </pc:spChg>
        <pc:spChg chg="del">
          <ac:chgData name="Cordingley, Russ" userId="ca63eab7-8259-4e34-b8eb-024af8e30be0" providerId="ADAL" clId="{8B0E17BE-C8D8-43FC-A731-BE19A50FBB38}" dt="2026-08-19T18:23:20.591" v="2674" actId="478"/>
          <ac:spMkLst>
            <pc:docMk/>
            <pc:sldMk cId="4181112382" sldId="1288"/>
            <ac:spMk id="62" creationId="{47575E85-EDB0-69F5-F6AC-CC20CFAD6619}"/>
          </ac:spMkLst>
        </pc:spChg>
        <pc:spChg chg="add mod">
          <ac:chgData name="Cordingley, Russ" userId="ca63eab7-8259-4e34-b8eb-024af8e30be0" providerId="ADAL" clId="{8B0E17BE-C8D8-43FC-A731-BE19A50FBB38}" dt="2026-08-19T17:35:46.004" v="2316"/>
          <ac:spMkLst>
            <pc:docMk/>
            <pc:sldMk cId="4181112382" sldId="1288"/>
            <ac:spMk id="65" creationId="{F476E282-D327-20BF-2296-ADACD7E41D04}"/>
          </ac:spMkLst>
        </pc:spChg>
        <pc:graphicFrameChg chg="add mod">
          <ac:chgData name="Cordingley, Russ" userId="ca63eab7-8259-4e34-b8eb-024af8e30be0" providerId="ADAL" clId="{8B0E17BE-C8D8-43FC-A731-BE19A50FBB38}" dt="2026-08-19T18:24:42.007" v="2676"/>
          <ac:graphicFrameMkLst>
            <pc:docMk/>
            <pc:sldMk cId="4181112382" sldId="1288"/>
            <ac:graphicFrameMk id="66" creationId="{0FB76C7D-587C-0A17-8364-3798A31CEECA}"/>
          </ac:graphicFrameMkLst>
        </pc:graphicFrameChg>
      </pc:sldChg>
      <pc:sldChg chg="delSp modSp add del mod">
        <pc:chgData name="Cordingley, Russ" userId="ca63eab7-8259-4e34-b8eb-024af8e30be0" providerId="ADAL" clId="{8B0E17BE-C8D8-43FC-A731-BE19A50FBB38}" dt="2026-08-19T10:52:51.076" v="939" actId="47"/>
        <pc:sldMkLst>
          <pc:docMk/>
          <pc:sldMk cId="2478282929" sldId="1289"/>
        </pc:sldMkLst>
        <pc:spChg chg="del">
          <ac:chgData name="Cordingley, Russ" userId="ca63eab7-8259-4e34-b8eb-024af8e30be0" providerId="ADAL" clId="{8B0E17BE-C8D8-43FC-A731-BE19A50FBB38}" dt="2026-08-19T10:26:48.350" v="838" actId="478"/>
          <ac:spMkLst>
            <pc:docMk/>
            <pc:sldMk cId="2478282929" sldId="1289"/>
            <ac:spMk id="3" creationId="{1C15A7C6-5DED-7F61-33F9-8B33C59D3698}"/>
          </ac:spMkLst>
        </pc:spChg>
        <pc:spChg chg="mod">
          <ac:chgData name="Cordingley, Russ" userId="ca63eab7-8259-4e34-b8eb-024af8e30be0" providerId="ADAL" clId="{8B0E17BE-C8D8-43FC-A731-BE19A50FBB38}" dt="2026-08-19T10:26:37.772" v="819"/>
          <ac:spMkLst>
            <pc:docMk/>
            <pc:sldMk cId="2478282929" sldId="1289"/>
            <ac:spMk id="6" creationId="{7254E420-94E4-5B8D-BE78-B9125648DF8E}"/>
          </ac:spMkLst>
        </pc:spChg>
        <pc:spChg chg="mod">
          <ac:chgData name="Cordingley, Russ" userId="ca63eab7-8259-4e34-b8eb-024af8e30be0" providerId="ADAL" clId="{8B0E17BE-C8D8-43FC-A731-BE19A50FBB38}" dt="2026-08-19T10:26:43.985" v="837" actId="20577"/>
          <ac:spMkLst>
            <pc:docMk/>
            <pc:sldMk cId="2478282929" sldId="1289"/>
            <ac:spMk id="10" creationId="{B0AB0EBC-BEE2-4F2C-C9EA-0330D350EC59}"/>
          </ac:spMkLst>
        </pc:spChg>
      </pc:sldChg>
      <pc:sldChg chg="add del">
        <pc:chgData name="Cordingley, Russ" userId="ca63eab7-8259-4e34-b8eb-024af8e30be0" providerId="ADAL" clId="{8B0E17BE-C8D8-43FC-A731-BE19A50FBB38}" dt="2026-08-19T11:04:17.925" v="1016" actId="47"/>
        <pc:sldMkLst>
          <pc:docMk/>
          <pc:sldMk cId="1878653264" sldId="1290"/>
        </pc:sldMkLst>
      </pc:sldChg>
      <pc:sldChg chg="modSp add mod">
        <pc:chgData name="Cordingley, Russ" userId="ca63eab7-8259-4e34-b8eb-024af8e30be0" providerId="ADAL" clId="{8B0E17BE-C8D8-43FC-A731-BE19A50FBB38}" dt="2026-08-19T10:34:34.517" v="871" actId="20577"/>
        <pc:sldMkLst>
          <pc:docMk/>
          <pc:sldMk cId="1219287261" sldId="1291"/>
        </pc:sldMkLst>
        <pc:spChg chg="mod">
          <ac:chgData name="Cordingley, Russ" userId="ca63eab7-8259-4e34-b8eb-024af8e30be0" providerId="ADAL" clId="{8B0E17BE-C8D8-43FC-A731-BE19A50FBB38}" dt="2026-08-19T10:34:34.517" v="871" actId="20577"/>
          <ac:spMkLst>
            <pc:docMk/>
            <pc:sldMk cId="1219287261" sldId="1291"/>
            <ac:spMk id="9" creationId="{DFE283D1-BA5D-D120-593B-18E4AD536640}"/>
          </ac:spMkLst>
        </pc:spChg>
      </pc:sldChg>
      <pc:sldChg chg="add del">
        <pc:chgData name="Cordingley, Russ" userId="ca63eab7-8259-4e34-b8eb-024af8e30be0" providerId="ADAL" clId="{8B0E17BE-C8D8-43FC-A731-BE19A50FBB38}" dt="2026-08-19T11:32:15.038" v="1053" actId="47"/>
        <pc:sldMkLst>
          <pc:docMk/>
          <pc:sldMk cId="2080368314" sldId="1292"/>
        </pc:sldMkLst>
      </pc:sldChg>
      <pc:sldChg chg="modSp add mod">
        <pc:chgData name="Cordingley, Russ" userId="ca63eab7-8259-4e34-b8eb-024af8e30be0" providerId="ADAL" clId="{8B0E17BE-C8D8-43FC-A731-BE19A50FBB38}" dt="2026-08-19T10:34:42.781" v="880" actId="20577"/>
        <pc:sldMkLst>
          <pc:docMk/>
          <pc:sldMk cId="1269987687" sldId="1293"/>
        </pc:sldMkLst>
        <pc:spChg chg="mod">
          <ac:chgData name="Cordingley, Russ" userId="ca63eab7-8259-4e34-b8eb-024af8e30be0" providerId="ADAL" clId="{8B0E17BE-C8D8-43FC-A731-BE19A50FBB38}" dt="2026-08-19T10:34:42.781" v="880" actId="20577"/>
          <ac:spMkLst>
            <pc:docMk/>
            <pc:sldMk cId="1269987687" sldId="1293"/>
            <ac:spMk id="9" creationId="{E55B925D-DF62-2A6C-98E5-670674306210}"/>
          </ac:spMkLst>
        </pc:spChg>
      </pc:sldChg>
      <pc:sldChg chg="addSp delSp modSp add mod ord modClrScheme chgLayout">
        <pc:chgData name="Cordingley, Russ" userId="ca63eab7-8259-4e34-b8eb-024af8e30be0" providerId="ADAL" clId="{8B0E17BE-C8D8-43FC-A731-BE19A50FBB38}" dt="2026-08-19T18:33:11.342" v="2721" actId="1076"/>
        <pc:sldMkLst>
          <pc:docMk/>
          <pc:sldMk cId="1339201575" sldId="1294"/>
        </pc:sldMkLst>
        <pc:spChg chg="ord">
          <ac:chgData name="Cordingley, Russ" userId="ca63eab7-8259-4e34-b8eb-024af8e30be0" providerId="ADAL" clId="{8B0E17BE-C8D8-43FC-A731-BE19A50FBB38}" dt="2026-08-19T11:25:17.832" v="1023" actId="26606"/>
          <ac:spMkLst>
            <pc:docMk/>
            <pc:sldMk cId="1339201575" sldId="1294"/>
            <ac:spMk id="4" creationId="{C23A3375-27F9-E02A-30A8-2E87C5D5B3AA}"/>
          </ac:spMkLst>
        </pc:spChg>
        <pc:spChg chg="del mod ord">
          <ac:chgData name="Cordingley, Russ" userId="ca63eab7-8259-4e34-b8eb-024af8e30be0" providerId="ADAL" clId="{8B0E17BE-C8D8-43FC-A731-BE19A50FBB38}" dt="2026-08-19T18:27:13.021" v="2683" actId="478"/>
          <ac:spMkLst>
            <pc:docMk/>
            <pc:sldMk cId="1339201575" sldId="1294"/>
            <ac:spMk id="6" creationId="{9E4E4F6B-8D66-146C-EF8B-A7783EDC79E7}"/>
          </ac:spMkLst>
        </pc:spChg>
        <pc:spChg chg="add mod">
          <ac:chgData name="Cordingley, Russ" userId="ca63eab7-8259-4e34-b8eb-024af8e30be0" providerId="ADAL" clId="{8B0E17BE-C8D8-43FC-A731-BE19A50FBB38}" dt="2026-08-19T18:33:11.342" v="2721" actId="1076"/>
          <ac:spMkLst>
            <pc:docMk/>
            <pc:sldMk cId="1339201575" sldId="1294"/>
            <ac:spMk id="8" creationId="{D7B042FA-D341-8D41-34B2-D1AB451681A8}"/>
          </ac:spMkLst>
        </pc:spChg>
        <pc:spChg chg="mod">
          <ac:chgData name="Cordingley, Russ" userId="ca63eab7-8259-4e34-b8eb-024af8e30be0" providerId="ADAL" clId="{8B0E17BE-C8D8-43FC-A731-BE19A50FBB38}" dt="2026-08-19T18:30:03.997" v="2707" actId="20577"/>
          <ac:spMkLst>
            <pc:docMk/>
            <pc:sldMk cId="1339201575" sldId="1294"/>
            <ac:spMk id="10" creationId="{105CBD6B-F8D0-332F-E4F9-E66447BB94B8}"/>
          </ac:spMkLst>
        </pc:spChg>
        <pc:graphicFrameChg chg="add mod">
          <ac:chgData name="Cordingley, Russ" userId="ca63eab7-8259-4e34-b8eb-024af8e30be0" providerId="ADAL" clId="{8B0E17BE-C8D8-43FC-A731-BE19A50FBB38}" dt="2026-08-19T18:32:30.963" v="2708"/>
          <ac:graphicFrameMkLst>
            <pc:docMk/>
            <pc:sldMk cId="1339201575" sldId="1294"/>
            <ac:graphicFrameMk id="5" creationId="{EFB56E65-89BA-9543-D369-26D918F4D2D1}"/>
          </ac:graphicFrameMkLst>
        </pc:graphicFrameChg>
        <pc:picChg chg="add mod">
          <ac:chgData name="Cordingley, Russ" userId="ca63eab7-8259-4e34-b8eb-024af8e30be0" providerId="ADAL" clId="{8B0E17BE-C8D8-43FC-A731-BE19A50FBB38}" dt="2026-08-19T11:25:17.832" v="1023" actId="26606"/>
          <ac:picMkLst>
            <pc:docMk/>
            <pc:sldMk cId="1339201575" sldId="1294"/>
            <ac:picMk id="3" creationId="{1F5BD129-6518-A8FD-E714-9B034BE58CD4}"/>
          </ac:picMkLst>
        </pc:picChg>
      </pc:sldChg>
      <pc:sldChg chg="modSp add mod">
        <pc:chgData name="Cordingley, Russ" userId="ca63eab7-8259-4e34-b8eb-024af8e30be0" providerId="ADAL" clId="{8B0E17BE-C8D8-43FC-A731-BE19A50FBB38}" dt="2026-08-19T14:19:58.569" v="1781" actId="20577"/>
        <pc:sldMkLst>
          <pc:docMk/>
          <pc:sldMk cId="2226681868" sldId="1295"/>
        </pc:sldMkLst>
        <pc:spChg chg="mod">
          <ac:chgData name="Cordingley, Russ" userId="ca63eab7-8259-4e34-b8eb-024af8e30be0" providerId="ADAL" clId="{8B0E17BE-C8D8-43FC-A731-BE19A50FBB38}" dt="2026-08-19T14:19:58.569" v="1781" actId="20577"/>
          <ac:spMkLst>
            <pc:docMk/>
            <pc:sldMk cId="2226681868" sldId="1295"/>
            <ac:spMk id="9" creationId="{32F01D1A-52B5-B300-E28D-93FE4243D154}"/>
          </ac:spMkLst>
        </pc:spChg>
      </pc:sldChg>
      <pc:sldChg chg="add">
        <pc:chgData name="Cordingley, Russ" userId="ca63eab7-8259-4e34-b8eb-024af8e30be0" providerId="ADAL" clId="{8B0E17BE-C8D8-43FC-A731-BE19A50FBB38}" dt="2026-08-19T10:34:17.884" v="867"/>
        <pc:sldMkLst>
          <pc:docMk/>
          <pc:sldMk cId="2040773052" sldId="1296"/>
        </pc:sldMkLst>
      </pc:sldChg>
      <pc:sldChg chg="addSp delSp modSp add mod modNotesTx">
        <pc:chgData name="Cordingley, Russ" userId="ca63eab7-8259-4e34-b8eb-024af8e30be0" providerId="ADAL" clId="{8B0E17BE-C8D8-43FC-A731-BE19A50FBB38}" dt="2026-08-19T17:34:28.918" v="2314" actId="20577"/>
        <pc:sldMkLst>
          <pc:docMk/>
          <pc:sldMk cId="4040569590" sldId="1297"/>
        </pc:sldMkLst>
        <pc:spChg chg="mod">
          <ac:chgData name="Cordingley, Russ" userId="ca63eab7-8259-4e34-b8eb-024af8e30be0" providerId="ADAL" clId="{8B0E17BE-C8D8-43FC-A731-BE19A50FBB38}" dt="2026-08-19T16:37:49.308" v="2045" actId="1076"/>
          <ac:spMkLst>
            <pc:docMk/>
            <pc:sldMk cId="4040569590" sldId="1297"/>
            <ac:spMk id="2" creationId="{816AE8C5-66CE-9DE0-4F63-790BAE38D43E}"/>
          </ac:spMkLst>
        </pc:spChg>
        <pc:spChg chg="mod">
          <ac:chgData name="Cordingley, Russ" userId="ca63eab7-8259-4e34-b8eb-024af8e30be0" providerId="ADAL" clId="{8B0E17BE-C8D8-43FC-A731-BE19A50FBB38}" dt="2026-08-19T16:37:49.308" v="2045" actId="1076"/>
          <ac:spMkLst>
            <pc:docMk/>
            <pc:sldMk cId="4040569590" sldId="1297"/>
            <ac:spMk id="3" creationId="{5AAE82B4-FEFD-F0C0-F33F-7E88F7BCAD4A}"/>
          </ac:spMkLst>
        </pc:spChg>
        <pc:spChg chg="add del mod">
          <ac:chgData name="Cordingley, Russ" userId="ca63eab7-8259-4e34-b8eb-024af8e30be0" providerId="ADAL" clId="{8B0E17BE-C8D8-43FC-A731-BE19A50FBB38}" dt="2026-08-19T16:37:31.577" v="2041" actId="478"/>
          <ac:spMkLst>
            <pc:docMk/>
            <pc:sldMk cId="4040569590" sldId="1297"/>
            <ac:spMk id="5" creationId="{46C03507-2181-E8D8-975E-DA102AD366A0}"/>
          </ac:spMkLst>
        </pc:spChg>
        <pc:spChg chg="del">
          <ac:chgData name="Cordingley, Russ" userId="ca63eab7-8259-4e34-b8eb-024af8e30be0" providerId="ADAL" clId="{8B0E17BE-C8D8-43FC-A731-BE19A50FBB38}" dt="2026-08-19T10:49:10.537" v="885" actId="478"/>
          <ac:spMkLst>
            <pc:docMk/>
            <pc:sldMk cId="4040569590" sldId="1297"/>
            <ac:spMk id="6" creationId="{E93D1171-1B23-4D49-A77B-4D63E7F0C97E}"/>
          </ac:spMkLst>
        </pc:spChg>
        <pc:spChg chg="del mod">
          <ac:chgData name="Cordingley, Russ" userId="ca63eab7-8259-4e34-b8eb-024af8e30be0" providerId="ADAL" clId="{8B0E17BE-C8D8-43FC-A731-BE19A50FBB38}" dt="2026-08-19T16:37:31.018" v="2040" actId="478"/>
          <ac:spMkLst>
            <pc:docMk/>
            <pc:sldMk cId="4040569590" sldId="1297"/>
            <ac:spMk id="7" creationId="{890792EB-0C1E-FFC0-273E-575C2384286C}"/>
          </ac:spMkLst>
        </pc:spChg>
        <pc:spChg chg="add mod">
          <ac:chgData name="Cordingley, Russ" userId="ca63eab7-8259-4e34-b8eb-024af8e30be0" providerId="ADAL" clId="{8B0E17BE-C8D8-43FC-A731-BE19A50FBB38}" dt="2026-08-19T16:37:49.308" v="2045" actId="1076"/>
          <ac:spMkLst>
            <pc:docMk/>
            <pc:sldMk cId="4040569590" sldId="1297"/>
            <ac:spMk id="8" creationId="{B3C1808D-DB6E-B6B1-8801-F9312D062396}"/>
          </ac:spMkLst>
        </pc:spChg>
        <pc:spChg chg="mod">
          <ac:chgData name="Cordingley, Russ" userId="ca63eab7-8259-4e34-b8eb-024af8e30be0" providerId="ADAL" clId="{8B0E17BE-C8D8-43FC-A731-BE19A50FBB38}" dt="2026-08-19T16:37:49.308" v="2045" actId="1076"/>
          <ac:spMkLst>
            <pc:docMk/>
            <pc:sldMk cId="4040569590" sldId="1297"/>
            <ac:spMk id="9" creationId="{E754EB9C-8F71-7370-4C83-0A1E4D9E9520}"/>
          </ac:spMkLst>
        </pc:spChg>
        <pc:spChg chg="mod">
          <ac:chgData name="Cordingley, Russ" userId="ca63eab7-8259-4e34-b8eb-024af8e30be0" providerId="ADAL" clId="{8B0E17BE-C8D8-43FC-A731-BE19A50FBB38}" dt="2026-08-19T17:34:28.918" v="2314" actId="20577"/>
          <ac:spMkLst>
            <pc:docMk/>
            <pc:sldMk cId="4040569590" sldId="1297"/>
            <ac:spMk id="10" creationId="{72384338-55EA-7DC9-5081-12DC8AD32AAA}"/>
          </ac:spMkLst>
        </pc:spChg>
        <pc:spChg chg="mod">
          <ac:chgData name="Cordingley, Russ" userId="ca63eab7-8259-4e34-b8eb-024af8e30be0" providerId="ADAL" clId="{8B0E17BE-C8D8-43FC-A731-BE19A50FBB38}" dt="2026-08-19T16:37:49.308" v="2045" actId="1076"/>
          <ac:spMkLst>
            <pc:docMk/>
            <pc:sldMk cId="4040569590" sldId="1297"/>
            <ac:spMk id="11" creationId="{9D8B78CD-D057-FC7B-AD9D-6EA1440E54E1}"/>
          </ac:spMkLst>
        </pc:spChg>
        <pc:spChg chg="mod">
          <ac:chgData name="Cordingley, Russ" userId="ca63eab7-8259-4e34-b8eb-024af8e30be0" providerId="ADAL" clId="{8B0E17BE-C8D8-43FC-A731-BE19A50FBB38}" dt="2026-08-19T16:37:49.308" v="2045" actId="1076"/>
          <ac:spMkLst>
            <pc:docMk/>
            <pc:sldMk cId="4040569590" sldId="1297"/>
            <ac:spMk id="12" creationId="{A52F69DC-9228-58BB-4CBE-5A42F9564412}"/>
          </ac:spMkLst>
        </pc:spChg>
        <pc:spChg chg="add del mod">
          <ac:chgData name="Cordingley, Russ" userId="ca63eab7-8259-4e34-b8eb-024af8e30be0" providerId="ADAL" clId="{8B0E17BE-C8D8-43FC-A731-BE19A50FBB38}" dt="2026-08-19T12:43:04.195" v="1679" actId="478"/>
          <ac:spMkLst>
            <pc:docMk/>
            <pc:sldMk cId="4040569590" sldId="1297"/>
            <ac:spMk id="13" creationId="{2AC10744-599A-9A8E-B758-2657D4DF1F45}"/>
          </ac:spMkLst>
        </pc:spChg>
        <pc:spChg chg="del mod">
          <ac:chgData name="Cordingley, Russ" userId="ca63eab7-8259-4e34-b8eb-024af8e30be0" providerId="ADAL" clId="{8B0E17BE-C8D8-43FC-A731-BE19A50FBB38}" dt="2026-08-19T12:43:02.801" v="1678" actId="478"/>
          <ac:spMkLst>
            <pc:docMk/>
            <pc:sldMk cId="4040569590" sldId="1297"/>
            <ac:spMk id="14" creationId="{1D1A89FF-6599-DE48-B0C9-FE45B260C0B3}"/>
          </ac:spMkLst>
        </pc:spChg>
        <pc:spChg chg="add del mod">
          <ac:chgData name="Cordingley, Russ" userId="ca63eab7-8259-4e34-b8eb-024af8e30be0" providerId="ADAL" clId="{8B0E17BE-C8D8-43FC-A731-BE19A50FBB38}" dt="2026-08-19T12:41:33.657" v="1659" actId="478"/>
          <ac:spMkLst>
            <pc:docMk/>
            <pc:sldMk cId="4040569590" sldId="1297"/>
            <ac:spMk id="15" creationId="{EBE789BC-53F0-6B1D-A7D7-A3F82BEE037D}"/>
          </ac:spMkLst>
        </pc:spChg>
        <pc:spChg chg="mod">
          <ac:chgData name="Cordingley, Russ" userId="ca63eab7-8259-4e34-b8eb-024af8e30be0" providerId="ADAL" clId="{8B0E17BE-C8D8-43FC-A731-BE19A50FBB38}" dt="2026-08-19T12:41:47.007" v="1661" actId="1076"/>
          <ac:spMkLst>
            <pc:docMk/>
            <pc:sldMk cId="4040569590" sldId="1297"/>
            <ac:spMk id="16" creationId="{520AE319-BD87-139F-4744-DCEFD1C99B9C}"/>
          </ac:spMkLst>
        </pc:spChg>
        <pc:spChg chg="del mod">
          <ac:chgData name="Cordingley, Russ" userId="ca63eab7-8259-4e34-b8eb-024af8e30be0" providerId="ADAL" clId="{8B0E17BE-C8D8-43FC-A731-BE19A50FBB38}" dt="2026-08-19T11:48:01.790" v="1214" actId="478"/>
          <ac:spMkLst>
            <pc:docMk/>
            <pc:sldMk cId="4040569590" sldId="1297"/>
            <ac:spMk id="17" creationId="{556A9D45-48EE-C69F-E27C-A251803B4E81}"/>
          </ac:spMkLst>
        </pc:spChg>
        <pc:spChg chg="del mod">
          <ac:chgData name="Cordingley, Russ" userId="ca63eab7-8259-4e34-b8eb-024af8e30be0" providerId="ADAL" clId="{8B0E17BE-C8D8-43FC-A731-BE19A50FBB38}" dt="2026-08-19T11:47:59.250" v="1213" actId="478"/>
          <ac:spMkLst>
            <pc:docMk/>
            <pc:sldMk cId="4040569590" sldId="1297"/>
            <ac:spMk id="18" creationId="{B58B8A0E-460B-9D9A-0FC8-02D6BC79FAFE}"/>
          </ac:spMkLst>
        </pc:spChg>
        <pc:spChg chg="mod">
          <ac:chgData name="Cordingley, Russ" userId="ca63eab7-8259-4e34-b8eb-024af8e30be0" providerId="ADAL" clId="{8B0E17BE-C8D8-43FC-A731-BE19A50FBB38}" dt="2026-08-19T12:21:25.981" v="1534" actId="20577"/>
          <ac:spMkLst>
            <pc:docMk/>
            <pc:sldMk cId="4040569590" sldId="1297"/>
            <ac:spMk id="19" creationId="{A7047EE6-0F3D-BF1A-44DA-1103DD280B89}"/>
          </ac:spMkLst>
        </pc:spChg>
        <pc:spChg chg="del mod">
          <ac:chgData name="Cordingley, Russ" userId="ca63eab7-8259-4e34-b8eb-024af8e30be0" providerId="ADAL" clId="{8B0E17BE-C8D8-43FC-A731-BE19A50FBB38}" dt="2026-08-19T11:45:12.090" v="1176" actId="478"/>
          <ac:spMkLst>
            <pc:docMk/>
            <pc:sldMk cId="4040569590" sldId="1297"/>
            <ac:spMk id="20" creationId="{CAE6AF68-E500-72E9-98A0-8227BD0A6C11}"/>
          </ac:spMkLst>
        </pc:spChg>
        <pc:spChg chg="add del mod">
          <ac:chgData name="Cordingley, Russ" userId="ca63eab7-8259-4e34-b8eb-024af8e30be0" providerId="ADAL" clId="{8B0E17BE-C8D8-43FC-A731-BE19A50FBB38}" dt="2026-08-19T12:41:37.101" v="1660" actId="478"/>
          <ac:spMkLst>
            <pc:docMk/>
            <pc:sldMk cId="4040569590" sldId="1297"/>
            <ac:spMk id="21" creationId="{1105750C-3D9C-9639-A1BF-78D788C33EE3}"/>
          </ac:spMkLst>
        </pc:spChg>
        <pc:spChg chg="add del mod">
          <ac:chgData name="Cordingley, Russ" userId="ca63eab7-8259-4e34-b8eb-024af8e30be0" providerId="ADAL" clId="{8B0E17BE-C8D8-43FC-A731-BE19A50FBB38}" dt="2026-08-19T12:41:37.101" v="1660" actId="478"/>
          <ac:spMkLst>
            <pc:docMk/>
            <pc:sldMk cId="4040569590" sldId="1297"/>
            <ac:spMk id="22" creationId="{3A60B30E-4F1E-3271-A551-4FCA152638D3}"/>
          </ac:spMkLst>
        </pc:spChg>
        <pc:spChg chg="del mod">
          <ac:chgData name="Cordingley, Russ" userId="ca63eab7-8259-4e34-b8eb-024af8e30be0" providerId="ADAL" clId="{8B0E17BE-C8D8-43FC-A731-BE19A50FBB38}" dt="2026-08-19T11:45:13.217" v="1177" actId="478"/>
          <ac:spMkLst>
            <pc:docMk/>
            <pc:sldMk cId="4040569590" sldId="1297"/>
            <ac:spMk id="23" creationId="{99E02B26-0D6D-6FE9-5B16-4A61DE53729D}"/>
          </ac:spMkLst>
        </pc:spChg>
        <pc:spChg chg="mod">
          <ac:chgData name="Cordingley, Russ" userId="ca63eab7-8259-4e34-b8eb-024af8e30be0" providerId="ADAL" clId="{8B0E17BE-C8D8-43FC-A731-BE19A50FBB38}" dt="2026-08-19T11:48:07.531" v="1227" actId="1035"/>
          <ac:spMkLst>
            <pc:docMk/>
            <pc:sldMk cId="4040569590" sldId="1297"/>
            <ac:spMk id="24" creationId="{1A2EFF9A-6857-3DBD-67F7-28A27608D230}"/>
          </ac:spMkLst>
        </pc:spChg>
        <pc:spChg chg="mod">
          <ac:chgData name="Cordingley, Russ" userId="ca63eab7-8259-4e34-b8eb-024af8e30be0" providerId="ADAL" clId="{8B0E17BE-C8D8-43FC-A731-BE19A50FBB38}" dt="2026-08-19T11:55:37.693" v="1472" actId="20577"/>
          <ac:spMkLst>
            <pc:docMk/>
            <pc:sldMk cId="4040569590" sldId="1297"/>
            <ac:spMk id="25" creationId="{3053454B-F6C5-D57F-4CC0-578CD423179A}"/>
          </ac:spMkLst>
        </pc:spChg>
        <pc:spChg chg="add del mod">
          <ac:chgData name="Cordingley, Russ" userId="ca63eab7-8259-4e34-b8eb-024af8e30be0" providerId="ADAL" clId="{8B0E17BE-C8D8-43FC-A731-BE19A50FBB38}" dt="2026-08-19T11:45:19.895" v="1180" actId="478"/>
          <ac:spMkLst>
            <pc:docMk/>
            <pc:sldMk cId="4040569590" sldId="1297"/>
            <ac:spMk id="26" creationId="{6C5FF783-DC00-92A1-A8C2-57BDB403917E}"/>
          </ac:spMkLst>
        </pc:spChg>
        <pc:spChg chg="mod">
          <ac:chgData name="Cordingley, Russ" userId="ca63eab7-8259-4e34-b8eb-024af8e30be0" providerId="ADAL" clId="{8B0E17BE-C8D8-43FC-A731-BE19A50FBB38}" dt="2026-08-19T11:48:07.531" v="1227" actId="1035"/>
          <ac:spMkLst>
            <pc:docMk/>
            <pc:sldMk cId="4040569590" sldId="1297"/>
            <ac:spMk id="27" creationId="{C99C7F19-1278-3D08-0011-70A605200AEE}"/>
          </ac:spMkLst>
        </pc:spChg>
        <pc:spChg chg="del mod">
          <ac:chgData name="Cordingley, Russ" userId="ca63eab7-8259-4e34-b8eb-024af8e30be0" providerId="ADAL" clId="{8B0E17BE-C8D8-43FC-A731-BE19A50FBB38}" dt="2026-08-19T12:41:37.101" v="1660" actId="478"/>
          <ac:spMkLst>
            <pc:docMk/>
            <pc:sldMk cId="4040569590" sldId="1297"/>
            <ac:spMk id="28" creationId="{2D10BB63-F75F-9D45-B95F-89337FA140E4}"/>
          </ac:spMkLst>
        </pc:spChg>
        <pc:spChg chg="mod">
          <ac:chgData name="Cordingley, Russ" userId="ca63eab7-8259-4e34-b8eb-024af8e30be0" providerId="ADAL" clId="{8B0E17BE-C8D8-43FC-A731-BE19A50FBB38}" dt="2026-08-19T13:32:48.552" v="1728" actId="1076"/>
          <ac:spMkLst>
            <pc:docMk/>
            <pc:sldMk cId="4040569590" sldId="1297"/>
            <ac:spMk id="29" creationId="{CD7162AC-B247-9D4D-6D16-830450D5736B}"/>
          </ac:spMkLst>
        </pc:spChg>
        <pc:spChg chg="mod">
          <ac:chgData name="Cordingley, Russ" userId="ca63eab7-8259-4e34-b8eb-024af8e30be0" providerId="ADAL" clId="{8B0E17BE-C8D8-43FC-A731-BE19A50FBB38}" dt="2026-08-19T13:37:42.954" v="1754" actId="1076"/>
          <ac:spMkLst>
            <pc:docMk/>
            <pc:sldMk cId="4040569590" sldId="1297"/>
            <ac:spMk id="30" creationId="{C950C828-ABA1-463D-71A6-5629DE5AB481}"/>
          </ac:spMkLst>
        </pc:spChg>
        <pc:spChg chg="add mod">
          <ac:chgData name="Cordingley, Russ" userId="ca63eab7-8259-4e34-b8eb-024af8e30be0" providerId="ADAL" clId="{8B0E17BE-C8D8-43FC-A731-BE19A50FBB38}" dt="2026-08-19T13:37:36.106" v="1753" actId="113"/>
          <ac:spMkLst>
            <pc:docMk/>
            <pc:sldMk cId="4040569590" sldId="1297"/>
            <ac:spMk id="32" creationId="{6BF11D5C-9E02-7533-A2FB-81B2ADA4CF65}"/>
          </ac:spMkLst>
        </pc:spChg>
        <pc:spChg chg="mod">
          <ac:chgData name="Cordingley, Russ" userId="ca63eab7-8259-4e34-b8eb-024af8e30be0" providerId="ADAL" clId="{8B0E17BE-C8D8-43FC-A731-BE19A50FBB38}" dt="2026-08-19T16:06:59.800" v="2026" actId="120"/>
          <ac:spMkLst>
            <pc:docMk/>
            <pc:sldMk cId="4040569590" sldId="1297"/>
            <ac:spMk id="33" creationId="{360AF257-754C-8046-B805-7F4F6137A2D2}"/>
          </ac:spMkLst>
        </pc:spChg>
        <pc:spChg chg="mod">
          <ac:chgData name="Cordingley, Russ" userId="ca63eab7-8259-4e34-b8eb-024af8e30be0" providerId="ADAL" clId="{8B0E17BE-C8D8-43FC-A731-BE19A50FBB38}" dt="2026-08-19T13:34:30.700" v="1731" actId="1076"/>
          <ac:spMkLst>
            <pc:docMk/>
            <pc:sldMk cId="4040569590" sldId="1297"/>
            <ac:spMk id="34" creationId="{A044BEDF-31F9-627D-E96B-008E22532FA3}"/>
          </ac:spMkLst>
        </pc:spChg>
        <pc:spChg chg="add mod">
          <ac:chgData name="Cordingley, Russ" userId="ca63eab7-8259-4e34-b8eb-024af8e30be0" providerId="ADAL" clId="{8B0E17BE-C8D8-43FC-A731-BE19A50FBB38}" dt="2026-08-19T14:47:01.790" v="1970" actId="27636"/>
          <ac:spMkLst>
            <pc:docMk/>
            <pc:sldMk cId="4040569590" sldId="1297"/>
            <ac:spMk id="35" creationId="{DCC7FD63-E2F3-6DE2-00D3-50B42AA22913}"/>
          </ac:spMkLst>
        </pc:spChg>
        <pc:spChg chg="mod">
          <ac:chgData name="Cordingley, Russ" userId="ca63eab7-8259-4e34-b8eb-024af8e30be0" providerId="ADAL" clId="{8B0E17BE-C8D8-43FC-A731-BE19A50FBB38}" dt="2026-08-19T16:06:59.800" v="2026" actId="120"/>
          <ac:spMkLst>
            <pc:docMk/>
            <pc:sldMk cId="4040569590" sldId="1297"/>
            <ac:spMk id="36" creationId="{07253551-AD10-672A-0688-D937D953F574}"/>
          </ac:spMkLst>
        </pc:spChg>
        <pc:spChg chg="add mod">
          <ac:chgData name="Cordingley, Russ" userId="ca63eab7-8259-4e34-b8eb-024af8e30be0" providerId="ADAL" clId="{8B0E17BE-C8D8-43FC-A731-BE19A50FBB38}" dt="2026-08-19T13:34:45.088" v="1732" actId="1076"/>
          <ac:spMkLst>
            <pc:docMk/>
            <pc:sldMk cId="4040569590" sldId="1297"/>
            <ac:spMk id="37" creationId="{BA67570A-5CB2-8E82-6317-C68C199C1B34}"/>
          </ac:spMkLst>
        </pc:spChg>
        <pc:spChg chg="mod">
          <ac:chgData name="Cordingley, Russ" userId="ca63eab7-8259-4e34-b8eb-024af8e30be0" providerId="ADAL" clId="{8B0E17BE-C8D8-43FC-A731-BE19A50FBB38}" dt="2026-08-19T13:37:36.106" v="1753" actId="113"/>
          <ac:spMkLst>
            <pc:docMk/>
            <pc:sldMk cId="4040569590" sldId="1297"/>
            <ac:spMk id="38" creationId="{C4BD4EDF-3316-019D-7159-40342A8C7274}"/>
          </ac:spMkLst>
        </pc:spChg>
        <pc:spChg chg="add del mod">
          <ac:chgData name="Cordingley, Russ" userId="ca63eab7-8259-4e34-b8eb-024af8e30be0" providerId="ADAL" clId="{8B0E17BE-C8D8-43FC-A731-BE19A50FBB38}" dt="2026-08-19T13:35:31.118" v="1743" actId="478"/>
          <ac:spMkLst>
            <pc:docMk/>
            <pc:sldMk cId="4040569590" sldId="1297"/>
            <ac:spMk id="39" creationId="{62B387EC-67C8-337C-7FAC-879630E4DACD}"/>
          </ac:spMkLst>
        </pc:spChg>
        <pc:spChg chg="mod">
          <ac:chgData name="Cordingley, Russ" userId="ca63eab7-8259-4e34-b8eb-024af8e30be0" providerId="ADAL" clId="{8B0E17BE-C8D8-43FC-A731-BE19A50FBB38}" dt="2026-08-19T13:34:55.712" v="1733" actId="1076"/>
          <ac:spMkLst>
            <pc:docMk/>
            <pc:sldMk cId="4040569590" sldId="1297"/>
            <ac:spMk id="40" creationId="{81636305-6F9F-23D8-721D-2A74E4632037}"/>
          </ac:spMkLst>
        </pc:spChg>
        <pc:spChg chg="mod">
          <ac:chgData name="Cordingley, Russ" userId="ca63eab7-8259-4e34-b8eb-024af8e30be0" providerId="ADAL" clId="{8B0E17BE-C8D8-43FC-A731-BE19A50FBB38}" dt="2026-08-19T13:37:36.106" v="1753" actId="113"/>
          <ac:spMkLst>
            <pc:docMk/>
            <pc:sldMk cId="4040569590" sldId="1297"/>
            <ac:spMk id="41" creationId="{FB53D669-9795-51F7-2C7B-2DBAB97B9086}"/>
          </ac:spMkLst>
        </pc:spChg>
        <pc:spChg chg="mod">
          <ac:chgData name="Cordingley, Russ" userId="ca63eab7-8259-4e34-b8eb-024af8e30be0" providerId="ADAL" clId="{8B0E17BE-C8D8-43FC-A731-BE19A50FBB38}" dt="2026-08-19T16:06:59.800" v="2026" actId="120"/>
          <ac:spMkLst>
            <pc:docMk/>
            <pc:sldMk cId="4040569590" sldId="1297"/>
            <ac:spMk id="42" creationId="{72D3B444-735A-2D4C-EC9A-707164782078}"/>
          </ac:spMkLst>
        </pc:spChg>
        <pc:spChg chg="add del">
          <ac:chgData name="Cordingley, Russ" userId="ca63eab7-8259-4e34-b8eb-024af8e30be0" providerId="ADAL" clId="{8B0E17BE-C8D8-43FC-A731-BE19A50FBB38}" dt="2026-08-19T11:42:56.636" v="1161" actId="478"/>
          <ac:spMkLst>
            <pc:docMk/>
            <pc:sldMk cId="4040569590" sldId="1297"/>
            <ac:spMk id="44" creationId="{F0AE1918-8A3D-4D22-2D4E-8634E765932D}"/>
          </ac:spMkLst>
        </pc:spChg>
        <pc:spChg chg="add mod">
          <ac:chgData name="Cordingley, Russ" userId="ca63eab7-8259-4e34-b8eb-024af8e30be0" providerId="ADAL" clId="{8B0E17BE-C8D8-43FC-A731-BE19A50FBB38}" dt="2026-08-19T11:48:07.531" v="1227" actId="1035"/>
          <ac:spMkLst>
            <pc:docMk/>
            <pc:sldMk cId="4040569590" sldId="1297"/>
            <ac:spMk id="46" creationId="{CEB9335E-DB1B-E40A-015D-24BDBD252E91}"/>
          </ac:spMkLst>
        </pc:spChg>
        <pc:spChg chg="add mod">
          <ac:chgData name="Cordingley, Russ" userId="ca63eab7-8259-4e34-b8eb-024af8e30be0" providerId="ADAL" clId="{8B0E17BE-C8D8-43FC-A731-BE19A50FBB38}" dt="2026-08-19T11:48:07.531" v="1227" actId="1035"/>
          <ac:spMkLst>
            <pc:docMk/>
            <pc:sldMk cId="4040569590" sldId="1297"/>
            <ac:spMk id="48" creationId="{A7163260-BF1E-D37E-E2C1-FDBF1A075835}"/>
          </ac:spMkLst>
        </pc:spChg>
        <pc:spChg chg="add del mod">
          <ac:chgData name="Cordingley, Russ" userId="ca63eab7-8259-4e34-b8eb-024af8e30be0" providerId="ADAL" clId="{8B0E17BE-C8D8-43FC-A731-BE19A50FBB38}" dt="2026-08-19T12:41:37.101" v="1660" actId="478"/>
          <ac:spMkLst>
            <pc:docMk/>
            <pc:sldMk cId="4040569590" sldId="1297"/>
            <ac:spMk id="50" creationId="{409E6F28-BDFF-5D9C-9C20-6B8BD0656629}"/>
          </ac:spMkLst>
        </pc:spChg>
        <pc:spChg chg="add del mod">
          <ac:chgData name="Cordingley, Russ" userId="ca63eab7-8259-4e34-b8eb-024af8e30be0" providerId="ADAL" clId="{8B0E17BE-C8D8-43FC-A731-BE19A50FBB38}" dt="2026-08-19T12:41:37.101" v="1660" actId="478"/>
          <ac:spMkLst>
            <pc:docMk/>
            <pc:sldMk cId="4040569590" sldId="1297"/>
            <ac:spMk id="52" creationId="{21A8644E-8E43-50E1-4697-263E355AB8DF}"/>
          </ac:spMkLst>
        </pc:spChg>
        <pc:spChg chg="add del mod">
          <ac:chgData name="Cordingley, Russ" userId="ca63eab7-8259-4e34-b8eb-024af8e30be0" providerId="ADAL" clId="{8B0E17BE-C8D8-43FC-A731-BE19A50FBB38}" dt="2026-08-19T12:41:37.101" v="1660" actId="478"/>
          <ac:spMkLst>
            <pc:docMk/>
            <pc:sldMk cId="4040569590" sldId="1297"/>
            <ac:spMk id="54" creationId="{3E53A175-173D-F4EF-47FF-04AE031A9F44}"/>
          </ac:spMkLst>
        </pc:spChg>
        <pc:spChg chg="add del mod">
          <ac:chgData name="Cordingley, Russ" userId="ca63eab7-8259-4e34-b8eb-024af8e30be0" providerId="ADAL" clId="{8B0E17BE-C8D8-43FC-A731-BE19A50FBB38}" dt="2026-08-19T12:41:37.101" v="1660" actId="478"/>
          <ac:spMkLst>
            <pc:docMk/>
            <pc:sldMk cId="4040569590" sldId="1297"/>
            <ac:spMk id="56" creationId="{D1B2CFB5-8C3A-6075-FC7C-5CC0593DFEA8}"/>
          </ac:spMkLst>
        </pc:spChg>
        <pc:spChg chg="add mod">
          <ac:chgData name="Cordingley, Russ" userId="ca63eab7-8259-4e34-b8eb-024af8e30be0" providerId="ADAL" clId="{8B0E17BE-C8D8-43FC-A731-BE19A50FBB38}" dt="2026-08-19T11:48:07.531" v="1227" actId="1035"/>
          <ac:spMkLst>
            <pc:docMk/>
            <pc:sldMk cId="4040569590" sldId="1297"/>
            <ac:spMk id="58" creationId="{4076CF1E-92EA-60B5-B67F-D09C3AA5EC14}"/>
          </ac:spMkLst>
        </pc:spChg>
        <pc:spChg chg="add del mod">
          <ac:chgData name="Cordingley, Russ" userId="ca63eab7-8259-4e34-b8eb-024af8e30be0" providerId="ADAL" clId="{8B0E17BE-C8D8-43FC-A731-BE19A50FBB38}" dt="2026-08-19T12:41:37.101" v="1660" actId="478"/>
          <ac:spMkLst>
            <pc:docMk/>
            <pc:sldMk cId="4040569590" sldId="1297"/>
            <ac:spMk id="62" creationId="{306A595E-633F-27B6-EF0A-260E55B27236}"/>
          </ac:spMkLst>
        </pc:spChg>
        <pc:spChg chg="add mod">
          <ac:chgData name="Cordingley, Russ" userId="ca63eab7-8259-4e34-b8eb-024af8e30be0" providerId="ADAL" clId="{8B0E17BE-C8D8-43FC-A731-BE19A50FBB38}" dt="2026-08-19T12:23:56.533" v="1567" actId="20577"/>
          <ac:spMkLst>
            <pc:docMk/>
            <pc:sldMk cId="4040569590" sldId="1297"/>
            <ac:spMk id="64" creationId="{4F2E2154-982B-2347-74DB-47FF6176FA51}"/>
          </ac:spMkLst>
        </pc:spChg>
        <pc:spChg chg="add del mod">
          <ac:chgData name="Cordingley, Russ" userId="ca63eab7-8259-4e34-b8eb-024af8e30be0" providerId="ADAL" clId="{8B0E17BE-C8D8-43FC-A731-BE19A50FBB38}" dt="2026-08-19T12:41:37.101" v="1660" actId="478"/>
          <ac:spMkLst>
            <pc:docMk/>
            <pc:sldMk cId="4040569590" sldId="1297"/>
            <ac:spMk id="66" creationId="{2C028549-8445-704B-5FFE-A69FEF03F67F}"/>
          </ac:spMkLst>
        </pc:spChg>
        <pc:spChg chg="add mod">
          <ac:chgData name="Cordingley, Russ" userId="ca63eab7-8259-4e34-b8eb-024af8e30be0" providerId="ADAL" clId="{8B0E17BE-C8D8-43FC-A731-BE19A50FBB38}" dt="2026-08-19T12:25:52.289" v="1645" actId="20577"/>
          <ac:spMkLst>
            <pc:docMk/>
            <pc:sldMk cId="4040569590" sldId="1297"/>
            <ac:spMk id="68" creationId="{F3D52357-BF5D-07D2-4EB5-5237D4ABD29E}"/>
          </ac:spMkLst>
        </pc:spChg>
        <pc:spChg chg="add del mod">
          <ac:chgData name="Cordingley, Russ" userId="ca63eab7-8259-4e34-b8eb-024af8e30be0" providerId="ADAL" clId="{8B0E17BE-C8D8-43FC-A731-BE19A50FBB38}" dt="2026-08-19T12:41:37.101" v="1660" actId="478"/>
          <ac:spMkLst>
            <pc:docMk/>
            <pc:sldMk cId="4040569590" sldId="1297"/>
            <ac:spMk id="70" creationId="{498B7831-14B1-E084-B159-0590896B68BE}"/>
          </ac:spMkLst>
        </pc:spChg>
        <pc:spChg chg="add del mod">
          <ac:chgData name="Cordingley, Russ" userId="ca63eab7-8259-4e34-b8eb-024af8e30be0" providerId="ADAL" clId="{8B0E17BE-C8D8-43FC-A731-BE19A50FBB38}" dt="2026-08-19T13:30:11.365" v="1715" actId="478"/>
          <ac:spMkLst>
            <pc:docMk/>
            <pc:sldMk cId="4040569590" sldId="1297"/>
            <ac:spMk id="73" creationId="{2EA9F334-17FF-2638-8AD6-1085B100DA2E}"/>
          </ac:spMkLst>
        </pc:spChg>
        <pc:spChg chg="add del">
          <ac:chgData name="Cordingley, Russ" userId="ca63eab7-8259-4e34-b8eb-024af8e30be0" providerId="ADAL" clId="{8B0E17BE-C8D8-43FC-A731-BE19A50FBB38}" dt="2026-08-19T13:30:17.824" v="1717" actId="478"/>
          <ac:spMkLst>
            <pc:docMk/>
            <pc:sldMk cId="4040569590" sldId="1297"/>
            <ac:spMk id="75" creationId="{4482EC13-F852-C480-9924-A022468BC20F}"/>
          </ac:spMkLst>
        </pc:spChg>
        <pc:spChg chg="add del mod">
          <ac:chgData name="Cordingley, Russ" userId="ca63eab7-8259-4e34-b8eb-024af8e30be0" providerId="ADAL" clId="{8B0E17BE-C8D8-43FC-A731-BE19A50FBB38}" dt="2026-08-19T13:37:01.337" v="1751" actId="1076"/>
          <ac:spMkLst>
            <pc:docMk/>
            <pc:sldMk cId="4040569590" sldId="1297"/>
            <ac:spMk id="77" creationId="{7CB0B750-12FB-0851-5317-9B958259F90F}"/>
          </ac:spMkLst>
        </pc:spChg>
        <pc:spChg chg="add mod">
          <ac:chgData name="Cordingley, Russ" userId="ca63eab7-8259-4e34-b8eb-024af8e30be0" providerId="ADAL" clId="{8B0E17BE-C8D8-43FC-A731-BE19A50FBB38}" dt="2026-08-19T13:37:36.106" v="1753" actId="113"/>
          <ac:spMkLst>
            <pc:docMk/>
            <pc:sldMk cId="4040569590" sldId="1297"/>
            <ac:spMk id="79" creationId="{6C793BEC-B8F1-1993-71E8-472F03D78534}"/>
          </ac:spMkLst>
        </pc:spChg>
        <pc:spChg chg="add del">
          <ac:chgData name="Cordingley, Russ" userId="ca63eab7-8259-4e34-b8eb-024af8e30be0" providerId="ADAL" clId="{8B0E17BE-C8D8-43FC-A731-BE19A50FBB38}" dt="2026-08-19T13:35:27.365" v="1742" actId="478"/>
          <ac:spMkLst>
            <pc:docMk/>
            <pc:sldMk cId="4040569590" sldId="1297"/>
            <ac:spMk id="81" creationId="{5C7783BD-280C-3CB5-F66C-16CC33C0BB21}"/>
          </ac:spMkLst>
        </pc:spChg>
        <pc:spChg chg="add mod">
          <ac:chgData name="Cordingley, Russ" userId="ca63eab7-8259-4e34-b8eb-024af8e30be0" providerId="ADAL" clId="{8B0E17BE-C8D8-43FC-A731-BE19A50FBB38}" dt="2026-08-19T16:06:59.800" v="2026" actId="120"/>
          <ac:spMkLst>
            <pc:docMk/>
            <pc:sldMk cId="4040569590" sldId="1297"/>
            <ac:spMk id="83" creationId="{63BE66AE-7978-9D00-867F-B2B81533ED15}"/>
          </ac:spMkLst>
        </pc:spChg>
        <pc:spChg chg="add mod">
          <ac:chgData name="Cordingley, Russ" userId="ca63eab7-8259-4e34-b8eb-024af8e30be0" providerId="ADAL" clId="{8B0E17BE-C8D8-43FC-A731-BE19A50FBB38}" dt="2026-08-19T16:06:59.800" v="2026" actId="120"/>
          <ac:spMkLst>
            <pc:docMk/>
            <pc:sldMk cId="4040569590" sldId="1297"/>
            <ac:spMk id="85" creationId="{E617874A-FC8B-B019-4F8D-9D584DACC7E5}"/>
          </ac:spMkLst>
        </pc:spChg>
        <pc:spChg chg="add mod">
          <ac:chgData name="Cordingley, Russ" userId="ca63eab7-8259-4e34-b8eb-024af8e30be0" providerId="ADAL" clId="{8B0E17BE-C8D8-43FC-A731-BE19A50FBB38}" dt="2026-08-19T16:06:59.800" v="2026" actId="120"/>
          <ac:spMkLst>
            <pc:docMk/>
            <pc:sldMk cId="4040569590" sldId="1297"/>
            <ac:spMk id="88" creationId="{44CE26E8-E006-3F98-B525-092A08107953}"/>
          </ac:spMkLst>
        </pc:spChg>
        <pc:graphicFrameChg chg="add del mod modGraphic">
          <ac:chgData name="Cordingley, Russ" userId="ca63eab7-8259-4e34-b8eb-024af8e30be0" providerId="ADAL" clId="{8B0E17BE-C8D8-43FC-A731-BE19A50FBB38}" dt="2026-08-19T12:36:34.521" v="1652" actId="478"/>
          <ac:graphicFrameMkLst>
            <pc:docMk/>
            <pc:sldMk cId="4040569590" sldId="1297"/>
            <ac:graphicFrameMk id="60" creationId="{BD6A1852-634E-3FA9-0705-76DB80039B06}"/>
          </ac:graphicFrameMkLst>
        </pc:graphicFrameChg>
        <pc:graphicFrameChg chg="add mod modGraphic">
          <ac:chgData name="Cordingley, Russ" userId="ca63eab7-8259-4e34-b8eb-024af8e30be0" providerId="ADAL" clId="{8B0E17BE-C8D8-43FC-A731-BE19A50FBB38}" dt="2026-08-19T13:11:43.430" v="1711" actId="1076"/>
          <ac:graphicFrameMkLst>
            <pc:docMk/>
            <pc:sldMk cId="4040569590" sldId="1297"/>
            <ac:graphicFrameMk id="71" creationId="{2028FE9B-583C-3545-1451-5EAA2C9CA82F}"/>
          </ac:graphicFrameMkLst>
        </pc:graphicFrameChg>
        <pc:graphicFrameChg chg="add mod">
          <ac:chgData name="Cordingley, Russ" userId="ca63eab7-8259-4e34-b8eb-024af8e30be0" providerId="ADAL" clId="{8B0E17BE-C8D8-43FC-A731-BE19A50FBB38}" dt="2026-08-19T14:32:21.385" v="1947"/>
          <ac:graphicFrameMkLst>
            <pc:docMk/>
            <pc:sldMk cId="4040569590" sldId="1297"/>
            <ac:graphicFrameMk id="86" creationId="{8844CA46-60B2-E26F-9353-1E3E03104E18}"/>
          </ac:graphicFrameMkLst>
        </pc:graphicFrameChg>
        <pc:graphicFrameChg chg="add mod">
          <ac:chgData name="Cordingley, Russ" userId="ca63eab7-8259-4e34-b8eb-024af8e30be0" providerId="ADAL" clId="{8B0E17BE-C8D8-43FC-A731-BE19A50FBB38}" dt="2026-08-19T14:42:48.267" v="1959"/>
          <ac:graphicFrameMkLst>
            <pc:docMk/>
            <pc:sldMk cId="4040569590" sldId="1297"/>
            <ac:graphicFrameMk id="89" creationId="{D2AF3EEA-8AC6-9C89-AF9C-CDE40F87A144}"/>
          </ac:graphicFrameMkLst>
        </pc:graphicFrameChg>
      </pc:sldChg>
      <pc:sldChg chg="modSp add del mod">
        <pc:chgData name="Cordingley, Russ" userId="ca63eab7-8259-4e34-b8eb-024af8e30be0" providerId="ADAL" clId="{8B0E17BE-C8D8-43FC-A731-BE19A50FBB38}" dt="2026-08-19T17:23:56.793" v="2243" actId="47"/>
        <pc:sldMkLst>
          <pc:docMk/>
          <pc:sldMk cId="0" sldId="1298"/>
        </pc:sldMkLst>
        <pc:spChg chg="mod">
          <ac:chgData name="Cordingley, Russ" userId="ca63eab7-8259-4e34-b8eb-024af8e30be0" providerId="ADAL" clId="{8B0E17BE-C8D8-43FC-A731-BE19A50FBB38}" dt="2026-08-19T11:32:12.514" v="1050" actId="27636"/>
          <ac:spMkLst>
            <pc:docMk/>
            <pc:sldMk cId="0" sldId="1298"/>
            <ac:spMk id="6" creationId="{00000000-0000-0000-0000-000000000000}"/>
          </ac:spMkLst>
        </pc:spChg>
        <pc:spChg chg="mod">
          <ac:chgData name="Cordingley, Russ" userId="ca63eab7-8259-4e34-b8eb-024af8e30be0" providerId="ADAL" clId="{8B0E17BE-C8D8-43FC-A731-BE19A50FBB38}" dt="2026-08-19T11:32:12.499" v="1047" actId="27636"/>
          <ac:spMkLst>
            <pc:docMk/>
            <pc:sldMk cId="0" sldId="1298"/>
            <ac:spMk id="17" creationId="{00000000-0000-0000-0000-000000000000}"/>
          </ac:spMkLst>
        </pc:spChg>
        <pc:spChg chg="mod">
          <ac:chgData name="Cordingley, Russ" userId="ca63eab7-8259-4e34-b8eb-024af8e30be0" providerId="ADAL" clId="{8B0E17BE-C8D8-43FC-A731-BE19A50FBB38}" dt="2026-08-19T11:32:12.485" v="1044" actId="27636"/>
          <ac:spMkLst>
            <pc:docMk/>
            <pc:sldMk cId="0" sldId="1298"/>
            <ac:spMk id="20" creationId="{00000000-0000-0000-0000-000000000000}"/>
          </ac:spMkLst>
        </pc:spChg>
        <pc:spChg chg="mod">
          <ac:chgData name="Cordingley, Russ" userId="ca63eab7-8259-4e34-b8eb-024af8e30be0" providerId="ADAL" clId="{8B0E17BE-C8D8-43FC-A731-BE19A50FBB38}" dt="2026-08-19T11:32:12.485" v="1045" actId="27636"/>
          <ac:spMkLst>
            <pc:docMk/>
            <pc:sldMk cId="0" sldId="1298"/>
            <ac:spMk id="23" creationId="{00000000-0000-0000-0000-000000000000}"/>
          </ac:spMkLst>
        </pc:spChg>
        <pc:spChg chg="mod">
          <ac:chgData name="Cordingley, Russ" userId="ca63eab7-8259-4e34-b8eb-024af8e30be0" providerId="ADAL" clId="{8B0E17BE-C8D8-43FC-A731-BE19A50FBB38}" dt="2026-08-19T11:32:12.499" v="1046" actId="27636"/>
          <ac:spMkLst>
            <pc:docMk/>
            <pc:sldMk cId="0" sldId="1298"/>
            <ac:spMk id="26" creationId="{00000000-0000-0000-0000-000000000000}"/>
          </ac:spMkLst>
        </pc:spChg>
        <pc:spChg chg="mod">
          <ac:chgData name="Cordingley, Russ" userId="ca63eab7-8259-4e34-b8eb-024af8e30be0" providerId="ADAL" clId="{8B0E17BE-C8D8-43FC-A731-BE19A50FBB38}" dt="2026-08-19T11:32:12.469" v="1042" actId="27636"/>
          <ac:spMkLst>
            <pc:docMk/>
            <pc:sldMk cId="0" sldId="1298"/>
            <ac:spMk id="31" creationId="{00000000-0000-0000-0000-000000000000}"/>
          </ac:spMkLst>
        </pc:spChg>
        <pc:spChg chg="mod">
          <ac:chgData name="Cordingley, Russ" userId="ca63eab7-8259-4e34-b8eb-024af8e30be0" providerId="ADAL" clId="{8B0E17BE-C8D8-43FC-A731-BE19A50FBB38}" dt="2026-08-19T11:32:12.469" v="1043" actId="27636"/>
          <ac:spMkLst>
            <pc:docMk/>
            <pc:sldMk cId="0" sldId="1298"/>
            <ac:spMk id="34" creationId="{00000000-0000-0000-0000-000000000000}"/>
          </ac:spMkLst>
        </pc:spChg>
        <pc:spChg chg="mod">
          <ac:chgData name="Cordingley, Russ" userId="ca63eab7-8259-4e34-b8eb-024af8e30be0" providerId="ADAL" clId="{8B0E17BE-C8D8-43FC-A731-BE19A50FBB38}" dt="2026-08-19T11:32:12.514" v="1049" actId="27636"/>
          <ac:spMkLst>
            <pc:docMk/>
            <pc:sldMk cId="0" sldId="1298"/>
            <ac:spMk id="40" creationId="{00000000-0000-0000-0000-000000000000}"/>
          </ac:spMkLst>
        </pc:spChg>
        <pc:spChg chg="mod">
          <ac:chgData name="Cordingley, Russ" userId="ca63eab7-8259-4e34-b8eb-024af8e30be0" providerId="ADAL" clId="{8B0E17BE-C8D8-43FC-A731-BE19A50FBB38}" dt="2026-08-19T11:32:12.514" v="1048" actId="27636"/>
          <ac:spMkLst>
            <pc:docMk/>
            <pc:sldMk cId="0" sldId="1298"/>
            <ac:spMk id="43" creationId="{00000000-0000-0000-0000-000000000000}"/>
          </ac:spMkLst>
        </pc:spChg>
        <pc:spChg chg="mod">
          <ac:chgData name="Cordingley, Russ" userId="ca63eab7-8259-4e34-b8eb-024af8e30be0" providerId="ADAL" clId="{8B0E17BE-C8D8-43FC-A731-BE19A50FBB38}" dt="2026-08-19T11:32:12.454" v="1039" actId="27636"/>
          <ac:spMkLst>
            <pc:docMk/>
            <pc:sldMk cId="0" sldId="1298"/>
            <ac:spMk id="48" creationId="{00000000-0000-0000-0000-000000000000}"/>
          </ac:spMkLst>
        </pc:spChg>
        <pc:spChg chg="mod">
          <ac:chgData name="Cordingley, Russ" userId="ca63eab7-8259-4e34-b8eb-024af8e30be0" providerId="ADAL" clId="{8B0E17BE-C8D8-43FC-A731-BE19A50FBB38}" dt="2026-08-19T11:32:12.454" v="1040" actId="27636"/>
          <ac:spMkLst>
            <pc:docMk/>
            <pc:sldMk cId="0" sldId="1298"/>
            <ac:spMk id="51" creationId="{00000000-0000-0000-0000-000000000000}"/>
          </ac:spMkLst>
        </pc:spChg>
        <pc:spChg chg="mod">
          <ac:chgData name="Cordingley, Russ" userId="ca63eab7-8259-4e34-b8eb-024af8e30be0" providerId="ADAL" clId="{8B0E17BE-C8D8-43FC-A731-BE19A50FBB38}" dt="2026-08-19T11:32:12.469" v="1041" actId="27636"/>
          <ac:spMkLst>
            <pc:docMk/>
            <pc:sldMk cId="0" sldId="1298"/>
            <ac:spMk id="54" creationId="{00000000-0000-0000-0000-000000000000}"/>
          </ac:spMkLst>
        </pc:spChg>
      </pc:sldChg>
      <pc:sldChg chg="add del">
        <pc:chgData name="Cordingley, Russ" userId="ca63eab7-8259-4e34-b8eb-024af8e30be0" providerId="ADAL" clId="{8B0E17BE-C8D8-43FC-A731-BE19A50FBB38}" dt="2026-08-19T17:23:56.793" v="2243" actId="47"/>
        <pc:sldMkLst>
          <pc:docMk/>
          <pc:sldMk cId="0" sldId="1299"/>
        </pc:sldMkLst>
      </pc:sldChg>
      <pc:sldChg chg="modSp add del mod">
        <pc:chgData name="Cordingley, Russ" userId="ca63eab7-8259-4e34-b8eb-024af8e30be0" providerId="ADAL" clId="{8B0E17BE-C8D8-43FC-A731-BE19A50FBB38}" dt="2026-08-19T17:23:56.793" v="2243" actId="47"/>
        <pc:sldMkLst>
          <pc:docMk/>
          <pc:sldMk cId="0" sldId="1300"/>
        </pc:sldMkLst>
        <pc:spChg chg="mod">
          <ac:chgData name="Cordingley, Russ" userId="ca63eab7-8259-4e34-b8eb-024af8e30be0" providerId="ADAL" clId="{8B0E17BE-C8D8-43FC-A731-BE19A50FBB38}" dt="2026-08-19T11:32:12.649" v="1051" actId="27636"/>
          <ac:spMkLst>
            <pc:docMk/>
            <pc:sldMk cId="0" sldId="1300"/>
            <ac:spMk id="6" creationId="{00000000-0000-0000-0000-000000000000}"/>
          </ac:spMkLst>
        </pc:spChg>
      </pc:sldChg>
      <pc:sldChg chg="modSp add del mod">
        <pc:chgData name="Cordingley, Russ" userId="ca63eab7-8259-4e34-b8eb-024af8e30be0" providerId="ADAL" clId="{8B0E17BE-C8D8-43FC-A731-BE19A50FBB38}" dt="2026-08-19T17:23:56.793" v="2243" actId="47"/>
        <pc:sldMkLst>
          <pc:docMk/>
          <pc:sldMk cId="0" sldId="1301"/>
        </pc:sldMkLst>
        <pc:spChg chg="mod">
          <ac:chgData name="Cordingley, Russ" userId="ca63eab7-8259-4e34-b8eb-024af8e30be0" providerId="ADAL" clId="{8B0E17BE-C8D8-43FC-A731-BE19A50FBB38}" dt="2026-08-19T11:32:12.664" v="1052" actId="27636"/>
          <ac:spMkLst>
            <pc:docMk/>
            <pc:sldMk cId="0" sldId="1301"/>
            <ac:spMk id="24" creationId="{00000000-0000-0000-0000-000000000000}"/>
          </ac:spMkLst>
        </pc:spChg>
      </pc:sldChg>
      <pc:sldChg chg="delSp modSp add mod">
        <pc:chgData name="Cordingley, Russ" userId="ca63eab7-8259-4e34-b8eb-024af8e30be0" providerId="ADAL" clId="{8B0E17BE-C8D8-43FC-A731-BE19A50FBB38}" dt="2026-08-19T18:27:25.629" v="2685" actId="478"/>
        <pc:sldMkLst>
          <pc:docMk/>
          <pc:sldMk cId="0" sldId="1302"/>
        </pc:sldMkLst>
        <pc:spChg chg="del">
          <ac:chgData name="Cordingley, Russ" userId="ca63eab7-8259-4e34-b8eb-024af8e30be0" providerId="ADAL" clId="{8B0E17BE-C8D8-43FC-A731-BE19A50FBB38}" dt="2026-08-19T18:27:25.629" v="2685" actId="478"/>
          <ac:spMkLst>
            <pc:docMk/>
            <pc:sldMk cId="0" sldId="1302"/>
            <ac:spMk id="2" creationId="{00000000-0000-0000-0000-000000000000}"/>
          </ac:spMkLst>
        </pc:spChg>
        <pc:spChg chg="del">
          <ac:chgData name="Cordingley, Russ" userId="ca63eab7-8259-4e34-b8eb-024af8e30be0" providerId="ADAL" clId="{8B0E17BE-C8D8-43FC-A731-BE19A50FBB38}" dt="2026-08-19T18:27:23.743" v="2684" actId="478"/>
          <ac:spMkLst>
            <pc:docMk/>
            <pc:sldMk cId="0" sldId="1302"/>
            <ac:spMk id="3" creationId="{00000000-0000-0000-0000-000000000000}"/>
          </ac:spMkLst>
        </pc:spChg>
        <pc:spChg chg="mod">
          <ac:chgData name="Cordingley, Russ" userId="ca63eab7-8259-4e34-b8eb-024af8e30be0" providerId="ADAL" clId="{8B0E17BE-C8D8-43FC-A731-BE19A50FBB38}" dt="2026-08-19T11:32:54.606" v="1059" actId="27636"/>
          <ac:spMkLst>
            <pc:docMk/>
            <pc:sldMk cId="0" sldId="1302"/>
            <ac:spMk id="14" creationId="{00000000-0000-0000-0000-000000000000}"/>
          </ac:spMkLst>
        </pc:spChg>
        <pc:spChg chg="mod">
          <ac:chgData name="Cordingley, Russ" userId="ca63eab7-8259-4e34-b8eb-024af8e30be0" providerId="ADAL" clId="{8B0E17BE-C8D8-43FC-A731-BE19A50FBB38}" dt="2026-08-19T11:32:54.606" v="1061" actId="27636"/>
          <ac:spMkLst>
            <pc:docMk/>
            <pc:sldMk cId="0" sldId="1302"/>
            <ac:spMk id="15" creationId="{00000000-0000-0000-0000-000000000000}"/>
          </ac:spMkLst>
        </pc:spChg>
        <pc:spChg chg="mod">
          <ac:chgData name="Cordingley, Russ" userId="ca63eab7-8259-4e34-b8eb-024af8e30be0" providerId="ADAL" clId="{8B0E17BE-C8D8-43FC-A731-BE19A50FBB38}" dt="2026-08-19T11:32:54.606" v="1060" actId="27636"/>
          <ac:spMkLst>
            <pc:docMk/>
            <pc:sldMk cId="0" sldId="1302"/>
            <ac:spMk id="20" creationId="{00000000-0000-0000-0000-000000000000}"/>
          </ac:spMkLst>
        </pc:spChg>
        <pc:spChg chg="mod">
          <ac:chgData name="Cordingley, Russ" userId="ca63eab7-8259-4e34-b8eb-024af8e30be0" providerId="ADAL" clId="{8B0E17BE-C8D8-43FC-A731-BE19A50FBB38}" dt="2026-08-19T11:32:54.591" v="1058" actId="27636"/>
          <ac:spMkLst>
            <pc:docMk/>
            <pc:sldMk cId="0" sldId="1302"/>
            <ac:spMk id="25" creationId="{00000000-0000-0000-0000-000000000000}"/>
          </ac:spMkLst>
        </pc:spChg>
        <pc:spChg chg="mod">
          <ac:chgData name="Cordingley, Russ" userId="ca63eab7-8259-4e34-b8eb-024af8e30be0" providerId="ADAL" clId="{8B0E17BE-C8D8-43FC-A731-BE19A50FBB38}" dt="2026-08-19T11:32:54.621" v="1063" actId="27636"/>
          <ac:spMkLst>
            <pc:docMk/>
            <pc:sldMk cId="0" sldId="1302"/>
            <ac:spMk id="30" creationId="{00000000-0000-0000-0000-000000000000}"/>
          </ac:spMkLst>
        </pc:spChg>
        <pc:spChg chg="mod">
          <ac:chgData name="Cordingley, Russ" userId="ca63eab7-8259-4e34-b8eb-024af8e30be0" providerId="ADAL" clId="{8B0E17BE-C8D8-43FC-A731-BE19A50FBB38}" dt="2026-08-19T11:32:54.606" v="1062" actId="27636"/>
          <ac:spMkLst>
            <pc:docMk/>
            <pc:sldMk cId="0" sldId="1302"/>
            <ac:spMk id="32" creationId="{00000000-0000-0000-0000-000000000000}"/>
          </ac:spMkLst>
        </pc:spChg>
        <pc:spChg chg="mod">
          <ac:chgData name="Cordingley, Russ" userId="ca63eab7-8259-4e34-b8eb-024af8e30be0" providerId="ADAL" clId="{8B0E17BE-C8D8-43FC-A731-BE19A50FBB38}" dt="2026-08-19T11:32:54.576" v="1055" actId="27636"/>
          <ac:spMkLst>
            <pc:docMk/>
            <pc:sldMk cId="0" sldId="1302"/>
            <ac:spMk id="34" creationId="{00000000-0000-0000-0000-000000000000}"/>
          </ac:spMkLst>
        </pc:spChg>
        <pc:spChg chg="mod">
          <ac:chgData name="Cordingley, Russ" userId="ca63eab7-8259-4e34-b8eb-024af8e30be0" providerId="ADAL" clId="{8B0E17BE-C8D8-43FC-A731-BE19A50FBB38}" dt="2026-08-19T11:32:54.591" v="1057" actId="27636"/>
          <ac:spMkLst>
            <pc:docMk/>
            <pc:sldMk cId="0" sldId="1302"/>
            <ac:spMk id="35" creationId="{00000000-0000-0000-0000-000000000000}"/>
          </ac:spMkLst>
        </pc:spChg>
        <pc:spChg chg="mod">
          <ac:chgData name="Cordingley, Russ" userId="ca63eab7-8259-4e34-b8eb-024af8e30be0" providerId="ADAL" clId="{8B0E17BE-C8D8-43FC-A731-BE19A50FBB38}" dt="2026-08-19T11:32:54.591" v="1056" actId="27636"/>
          <ac:spMkLst>
            <pc:docMk/>
            <pc:sldMk cId="0" sldId="1302"/>
            <ac:spMk id="38" creationId="{00000000-0000-0000-0000-000000000000}"/>
          </ac:spMkLst>
        </pc:spChg>
      </pc:sldChg>
      <pc:sldChg chg="modSp add mod">
        <pc:chgData name="Cordingley, Russ" userId="ca63eab7-8259-4e34-b8eb-024af8e30be0" providerId="ADAL" clId="{8B0E17BE-C8D8-43FC-A731-BE19A50FBB38}" dt="2026-08-19T11:32:54.681" v="1064" actId="27636"/>
        <pc:sldMkLst>
          <pc:docMk/>
          <pc:sldMk cId="0" sldId="1303"/>
        </pc:sldMkLst>
        <pc:spChg chg="mod">
          <ac:chgData name="Cordingley, Russ" userId="ca63eab7-8259-4e34-b8eb-024af8e30be0" providerId="ADAL" clId="{8B0E17BE-C8D8-43FC-A731-BE19A50FBB38}" dt="2026-08-19T11:32:54.681" v="1064" actId="27636"/>
          <ac:spMkLst>
            <pc:docMk/>
            <pc:sldMk cId="0" sldId="1303"/>
            <ac:spMk id="6" creationId="{00000000-0000-0000-0000-000000000000}"/>
          </ac:spMkLst>
        </pc:spChg>
      </pc:sldChg>
      <pc:sldChg chg="modSp add mod">
        <pc:chgData name="Cordingley, Russ" userId="ca63eab7-8259-4e34-b8eb-024af8e30be0" providerId="ADAL" clId="{8B0E17BE-C8D8-43FC-A731-BE19A50FBB38}" dt="2026-08-19T11:32:54.711" v="1068" actId="27636"/>
        <pc:sldMkLst>
          <pc:docMk/>
          <pc:sldMk cId="0" sldId="1304"/>
        </pc:sldMkLst>
        <pc:spChg chg="mod">
          <ac:chgData name="Cordingley, Russ" userId="ca63eab7-8259-4e34-b8eb-024af8e30be0" providerId="ADAL" clId="{8B0E17BE-C8D8-43FC-A731-BE19A50FBB38}" dt="2026-08-19T11:32:54.681" v="1065" actId="27636"/>
          <ac:spMkLst>
            <pc:docMk/>
            <pc:sldMk cId="0" sldId="1304"/>
            <ac:spMk id="6" creationId="{00000000-0000-0000-0000-000000000000}"/>
          </ac:spMkLst>
        </pc:spChg>
        <pc:spChg chg="mod">
          <ac:chgData name="Cordingley, Russ" userId="ca63eab7-8259-4e34-b8eb-024af8e30be0" providerId="ADAL" clId="{8B0E17BE-C8D8-43FC-A731-BE19A50FBB38}" dt="2026-08-19T11:32:54.696" v="1066" actId="27636"/>
          <ac:spMkLst>
            <pc:docMk/>
            <pc:sldMk cId="0" sldId="1304"/>
            <ac:spMk id="12" creationId="{00000000-0000-0000-0000-000000000000}"/>
          </ac:spMkLst>
        </pc:spChg>
        <pc:spChg chg="mod">
          <ac:chgData name="Cordingley, Russ" userId="ca63eab7-8259-4e34-b8eb-024af8e30be0" providerId="ADAL" clId="{8B0E17BE-C8D8-43FC-A731-BE19A50FBB38}" dt="2026-08-19T11:32:54.711" v="1068" actId="27636"/>
          <ac:spMkLst>
            <pc:docMk/>
            <pc:sldMk cId="0" sldId="1304"/>
            <ac:spMk id="24" creationId="{00000000-0000-0000-0000-000000000000}"/>
          </ac:spMkLst>
        </pc:spChg>
        <pc:spChg chg="mod">
          <ac:chgData name="Cordingley, Russ" userId="ca63eab7-8259-4e34-b8eb-024af8e30be0" providerId="ADAL" clId="{8B0E17BE-C8D8-43FC-A731-BE19A50FBB38}" dt="2026-08-19T11:32:54.696" v="1067" actId="27636"/>
          <ac:spMkLst>
            <pc:docMk/>
            <pc:sldMk cId="0" sldId="1304"/>
            <ac:spMk id="25" creationId="{00000000-0000-0000-0000-000000000000}"/>
          </ac:spMkLst>
        </pc:spChg>
      </pc:sldChg>
      <pc:sldChg chg="modSp add mod">
        <pc:chgData name="Cordingley, Russ" userId="ca63eab7-8259-4e34-b8eb-024af8e30be0" providerId="ADAL" clId="{8B0E17BE-C8D8-43FC-A731-BE19A50FBB38}" dt="2026-08-19T11:32:54.711" v="1069" actId="27636"/>
        <pc:sldMkLst>
          <pc:docMk/>
          <pc:sldMk cId="0" sldId="1305"/>
        </pc:sldMkLst>
        <pc:spChg chg="mod">
          <ac:chgData name="Cordingley, Russ" userId="ca63eab7-8259-4e34-b8eb-024af8e30be0" providerId="ADAL" clId="{8B0E17BE-C8D8-43FC-A731-BE19A50FBB38}" dt="2026-08-19T11:32:54.711" v="1069" actId="27636"/>
          <ac:spMkLst>
            <pc:docMk/>
            <pc:sldMk cId="0" sldId="1305"/>
            <ac:spMk id="24" creationId="{00000000-0000-0000-0000-000000000000}"/>
          </ac:spMkLst>
        </pc:spChg>
      </pc:sldChg>
      <pc:sldChg chg="modSp add mod">
        <pc:chgData name="Cordingley, Russ" userId="ca63eab7-8259-4e34-b8eb-024af8e30be0" providerId="ADAL" clId="{8B0E17BE-C8D8-43FC-A731-BE19A50FBB38}" dt="2026-08-19T14:20:32.452" v="1819" actId="20577"/>
        <pc:sldMkLst>
          <pc:docMk/>
          <pc:sldMk cId="1702498514" sldId="1306"/>
        </pc:sldMkLst>
        <pc:spChg chg="mod">
          <ac:chgData name="Cordingley, Russ" userId="ca63eab7-8259-4e34-b8eb-024af8e30be0" providerId="ADAL" clId="{8B0E17BE-C8D8-43FC-A731-BE19A50FBB38}" dt="2026-08-19T14:20:32.452" v="1819" actId="20577"/>
          <ac:spMkLst>
            <pc:docMk/>
            <pc:sldMk cId="1702498514" sldId="1306"/>
            <ac:spMk id="9" creationId="{CBFF19BD-11D8-53AF-3E4F-32B13920D81B}"/>
          </ac:spMkLst>
        </pc:spChg>
      </pc:sldChg>
      <pc:sldChg chg="add">
        <pc:chgData name="Cordingley, Russ" userId="ca63eab7-8259-4e34-b8eb-024af8e30be0" providerId="ADAL" clId="{8B0E17BE-C8D8-43FC-A731-BE19A50FBB38}" dt="2026-08-19T14:11:56.708" v="1759"/>
        <pc:sldMkLst>
          <pc:docMk/>
          <pc:sldMk cId="1249074299" sldId="1307"/>
        </pc:sldMkLst>
      </pc:sldChg>
      <pc:sldChg chg="modSp add mod">
        <pc:chgData name="Cordingley, Russ" userId="ca63eab7-8259-4e34-b8eb-024af8e30be0" providerId="ADAL" clId="{8B0E17BE-C8D8-43FC-A731-BE19A50FBB38}" dt="2026-08-19T14:20:58.911" v="1830" actId="20577"/>
        <pc:sldMkLst>
          <pc:docMk/>
          <pc:sldMk cId="3551333863" sldId="1308"/>
        </pc:sldMkLst>
        <pc:spChg chg="mod">
          <ac:chgData name="Cordingley, Russ" userId="ca63eab7-8259-4e34-b8eb-024af8e30be0" providerId="ADAL" clId="{8B0E17BE-C8D8-43FC-A731-BE19A50FBB38}" dt="2026-08-19T14:20:58.911" v="1830" actId="20577"/>
          <ac:spMkLst>
            <pc:docMk/>
            <pc:sldMk cId="3551333863" sldId="1308"/>
            <ac:spMk id="9" creationId="{1341F803-30EF-29E8-223D-ADDDA835ED1C}"/>
          </ac:spMkLst>
        </pc:spChg>
      </pc:sldChg>
      <pc:sldChg chg="add">
        <pc:chgData name="Cordingley, Russ" userId="ca63eab7-8259-4e34-b8eb-024af8e30be0" providerId="ADAL" clId="{8B0E17BE-C8D8-43FC-A731-BE19A50FBB38}" dt="2026-08-19T14:11:57.726" v="1760"/>
        <pc:sldMkLst>
          <pc:docMk/>
          <pc:sldMk cId="1513142080" sldId="1309"/>
        </pc:sldMkLst>
      </pc:sldChg>
      <pc:sldChg chg="modSp add mod">
        <pc:chgData name="Cordingley, Russ" userId="ca63eab7-8259-4e34-b8eb-024af8e30be0" providerId="ADAL" clId="{8B0E17BE-C8D8-43FC-A731-BE19A50FBB38}" dt="2026-08-19T17:45:29.774" v="2391" actId="207"/>
        <pc:sldMkLst>
          <pc:docMk/>
          <pc:sldMk cId="4176914717" sldId="1310"/>
        </pc:sldMkLst>
        <pc:spChg chg="mod">
          <ac:chgData name="Cordingley, Russ" userId="ca63eab7-8259-4e34-b8eb-024af8e30be0" providerId="ADAL" clId="{8B0E17BE-C8D8-43FC-A731-BE19A50FBB38}" dt="2026-08-19T17:45:29.774" v="2391" actId="207"/>
          <ac:spMkLst>
            <pc:docMk/>
            <pc:sldMk cId="4176914717" sldId="1310"/>
            <ac:spMk id="9" creationId="{5D73FF11-E4B2-43AC-50D6-8D2541C353BC}"/>
          </ac:spMkLst>
        </pc:spChg>
      </pc:sldChg>
      <pc:sldChg chg="add">
        <pc:chgData name="Cordingley, Russ" userId="ca63eab7-8259-4e34-b8eb-024af8e30be0" providerId="ADAL" clId="{8B0E17BE-C8D8-43FC-A731-BE19A50FBB38}" dt="2026-08-19T14:11:58.853" v="1761"/>
        <pc:sldMkLst>
          <pc:docMk/>
          <pc:sldMk cId="3492850098" sldId="1311"/>
        </pc:sldMkLst>
      </pc:sldChg>
      <pc:sldChg chg="modSp add mod">
        <pc:chgData name="Cordingley, Russ" userId="ca63eab7-8259-4e34-b8eb-024af8e30be0" providerId="ADAL" clId="{8B0E17BE-C8D8-43FC-A731-BE19A50FBB38}" dt="2026-08-19T14:21:25.356" v="1847" actId="20577"/>
        <pc:sldMkLst>
          <pc:docMk/>
          <pc:sldMk cId="481057296" sldId="1312"/>
        </pc:sldMkLst>
        <pc:spChg chg="mod">
          <ac:chgData name="Cordingley, Russ" userId="ca63eab7-8259-4e34-b8eb-024af8e30be0" providerId="ADAL" clId="{8B0E17BE-C8D8-43FC-A731-BE19A50FBB38}" dt="2026-08-19T14:21:25.356" v="1847" actId="20577"/>
          <ac:spMkLst>
            <pc:docMk/>
            <pc:sldMk cId="481057296" sldId="1312"/>
            <ac:spMk id="9" creationId="{5DC72D55-9B46-B15B-E47B-B3F3C6E42F0A}"/>
          </ac:spMkLst>
        </pc:spChg>
      </pc:sldChg>
      <pc:sldChg chg="add">
        <pc:chgData name="Cordingley, Russ" userId="ca63eab7-8259-4e34-b8eb-024af8e30be0" providerId="ADAL" clId="{8B0E17BE-C8D8-43FC-A731-BE19A50FBB38}" dt="2026-08-19T14:21:19.722" v="1831"/>
        <pc:sldMkLst>
          <pc:docMk/>
          <pc:sldMk cId="3152030511" sldId="1313"/>
        </pc:sldMkLst>
      </pc:sldChg>
      <pc:sldChg chg="addSp delSp modSp add del mod">
        <pc:chgData name="Cordingley, Russ" userId="ca63eab7-8259-4e34-b8eb-024af8e30be0" providerId="ADAL" clId="{8B0E17BE-C8D8-43FC-A731-BE19A50FBB38}" dt="2026-08-19T18:01:20.368" v="2553" actId="47"/>
        <pc:sldMkLst>
          <pc:docMk/>
          <pc:sldMk cId="0" sldId="1315"/>
        </pc:sldMkLst>
        <pc:spChg chg="del">
          <ac:chgData name="Cordingley, Russ" userId="ca63eab7-8259-4e34-b8eb-024af8e30be0" providerId="ADAL" clId="{8B0E17BE-C8D8-43FC-A731-BE19A50FBB38}" dt="2026-08-19T17:47:39.213" v="2392" actId="478"/>
          <ac:spMkLst>
            <pc:docMk/>
            <pc:sldMk cId="0" sldId="1315"/>
            <ac:spMk id="4" creationId="{00000000-0000-0000-0000-000000000000}"/>
          </ac:spMkLst>
        </pc:spChg>
        <pc:spChg chg="del">
          <ac:chgData name="Cordingley, Russ" userId="ca63eab7-8259-4e34-b8eb-024af8e30be0" providerId="ADAL" clId="{8B0E17BE-C8D8-43FC-A731-BE19A50FBB38}" dt="2026-08-19T17:50:08.046" v="2393" actId="478"/>
          <ac:spMkLst>
            <pc:docMk/>
            <pc:sldMk cId="0" sldId="1315"/>
            <ac:spMk id="5" creationId="{00000000-0000-0000-0000-000000000000}"/>
          </ac:spMkLst>
        </pc:spChg>
        <pc:spChg chg="add del">
          <ac:chgData name="Cordingley, Russ" userId="ca63eab7-8259-4e34-b8eb-024af8e30be0" providerId="ADAL" clId="{8B0E17BE-C8D8-43FC-A731-BE19A50FBB38}" dt="2026-08-19T17:51:07.555" v="2400" actId="478"/>
          <ac:spMkLst>
            <pc:docMk/>
            <pc:sldMk cId="0" sldId="1315"/>
            <ac:spMk id="10" creationId="{00000000-0000-0000-0000-000000000000}"/>
          </ac:spMkLst>
        </pc:spChg>
        <pc:spChg chg="mod">
          <ac:chgData name="Cordingley, Russ" userId="ca63eab7-8259-4e34-b8eb-024af8e30be0" providerId="ADAL" clId="{8B0E17BE-C8D8-43FC-A731-BE19A50FBB38}" dt="2026-08-19T17:50:57.234" v="2398" actId="403"/>
          <ac:spMkLst>
            <pc:docMk/>
            <pc:sldMk cId="0" sldId="1315"/>
            <ac:spMk id="17" creationId="{00000000-0000-0000-0000-000000000000}"/>
          </ac:spMkLst>
        </pc:spChg>
        <pc:spChg chg="mod">
          <ac:chgData name="Cordingley, Russ" userId="ca63eab7-8259-4e34-b8eb-024af8e30be0" providerId="ADAL" clId="{8B0E17BE-C8D8-43FC-A731-BE19A50FBB38}" dt="2026-08-19T17:50:57.234" v="2398" actId="403"/>
          <ac:spMkLst>
            <pc:docMk/>
            <pc:sldMk cId="0" sldId="1315"/>
            <ac:spMk id="20" creationId="{00000000-0000-0000-0000-000000000000}"/>
          </ac:spMkLst>
        </pc:spChg>
        <pc:spChg chg="mod">
          <ac:chgData name="Cordingley, Russ" userId="ca63eab7-8259-4e34-b8eb-024af8e30be0" providerId="ADAL" clId="{8B0E17BE-C8D8-43FC-A731-BE19A50FBB38}" dt="2026-08-19T17:50:57.234" v="2398" actId="403"/>
          <ac:spMkLst>
            <pc:docMk/>
            <pc:sldMk cId="0" sldId="1315"/>
            <ac:spMk id="23" creationId="{00000000-0000-0000-0000-000000000000}"/>
          </ac:spMkLst>
        </pc:spChg>
        <pc:spChg chg="add del">
          <ac:chgData name="Cordingley, Russ" userId="ca63eab7-8259-4e34-b8eb-024af8e30be0" providerId="ADAL" clId="{8B0E17BE-C8D8-43FC-A731-BE19A50FBB38}" dt="2026-08-19T17:51:07.555" v="2400" actId="478"/>
          <ac:spMkLst>
            <pc:docMk/>
            <pc:sldMk cId="0" sldId="1315"/>
            <ac:spMk id="24" creationId="{00000000-0000-0000-0000-000000000000}"/>
          </ac:spMkLst>
        </pc:spChg>
        <pc:spChg chg="add del">
          <ac:chgData name="Cordingley, Russ" userId="ca63eab7-8259-4e34-b8eb-024af8e30be0" providerId="ADAL" clId="{8B0E17BE-C8D8-43FC-A731-BE19A50FBB38}" dt="2026-08-19T17:51:07.555" v="2400" actId="478"/>
          <ac:spMkLst>
            <pc:docMk/>
            <pc:sldMk cId="0" sldId="1315"/>
            <ac:spMk id="25" creationId="{00000000-0000-0000-0000-000000000000}"/>
          </ac:spMkLst>
        </pc:spChg>
        <pc:spChg chg="add del mod">
          <ac:chgData name="Cordingley, Russ" userId="ca63eab7-8259-4e34-b8eb-024af8e30be0" providerId="ADAL" clId="{8B0E17BE-C8D8-43FC-A731-BE19A50FBB38}" dt="2026-08-19T17:51:07.555" v="2400" actId="478"/>
          <ac:spMkLst>
            <pc:docMk/>
            <pc:sldMk cId="0" sldId="1315"/>
            <ac:spMk id="26" creationId="{00000000-0000-0000-0000-000000000000}"/>
          </ac:spMkLst>
        </pc:spChg>
      </pc:sldChg>
      <pc:sldChg chg="modSp add del mod">
        <pc:chgData name="Cordingley, Russ" userId="ca63eab7-8259-4e34-b8eb-024af8e30be0" providerId="ADAL" clId="{8B0E17BE-C8D8-43FC-A731-BE19A50FBB38}" dt="2026-08-19T18:17:56.864" v="2615" actId="47"/>
        <pc:sldMkLst>
          <pc:docMk/>
          <pc:sldMk cId="0" sldId="1316"/>
        </pc:sldMkLst>
        <pc:spChg chg="mod">
          <ac:chgData name="Cordingley, Russ" userId="ca63eab7-8259-4e34-b8eb-024af8e30be0" providerId="ADAL" clId="{8B0E17BE-C8D8-43FC-A731-BE19A50FBB38}" dt="2026-08-19T18:01:30.421" v="2554" actId="20577"/>
          <ac:spMkLst>
            <pc:docMk/>
            <pc:sldMk cId="0" sldId="1316"/>
            <ac:spMk id="15" creationId="{00000000-0000-0000-0000-000000000000}"/>
          </ac:spMkLst>
        </pc:spChg>
        <pc:spChg chg="mod">
          <ac:chgData name="Cordingley, Russ" userId="ca63eab7-8259-4e34-b8eb-024af8e30be0" providerId="ADAL" clId="{8B0E17BE-C8D8-43FC-A731-BE19A50FBB38}" dt="2026-08-19T18:16:49.505" v="2610" actId="20577"/>
          <ac:spMkLst>
            <pc:docMk/>
            <pc:sldMk cId="0" sldId="1316"/>
            <ac:spMk id="41" creationId="{00000000-0000-0000-0000-000000000000}"/>
          </ac:spMkLst>
        </pc:spChg>
      </pc:sldChg>
      <pc:sldChg chg="add del">
        <pc:chgData name="Cordingley, Russ" userId="ca63eab7-8259-4e34-b8eb-024af8e30be0" providerId="ADAL" clId="{8B0E17BE-C8D8-43FC-A731-BE19A50FBB38}" dt="2026-08-19T18:18:08.783" v="2616" actId="47"/>
        <pc:sldMkLst>
          <pc:docMk/>
          <pc:sldMk cId="0" sldId="1317"/>
        </pc:sldMkLst>
      </pc:sldChg>
      <pc:sldChg chg="add">
        <pc:chgData name="Cordingley, Russ" userId="ca63eab7-8259-4e34-b8eb-024af8e30be0" providerId="ADAL" clId="{8B0E17BE-C8D8-43FC-A731-BE19A50FBB38}" dt="2026-08-19T17:23:37.426" v="2242"/>
        <pc:sldMkLst>
          <pc:docMk/>
          <pc:sldMk cId="0" sldId="1318"/>
        </pc:sldMkLst>
      </pc:sldChg>
      <pc:sldChg chg="delSp add del mod">
        <pc:chgData name="Cordingley, Russ" userId="ca63eab7-8259-4e34-b8eb-024af8e30be0" providerId="ADAL" clId="{8B0E17BE-C8D8-43FC-A731-BE19A50FBB38}" dt="2026-08-19T18:20:38.848" v="2630" actId="47"/>
        <pc:sldMkLst>
          <pc:docMk/>
          <pc:sldMk cId="1770134041" sldId="1319"/>
        </pc:sldMkLst>
        <pc:spChg chg="del">
          <ac:chgData name="Cordingley, Russ" userId="ca63eab7-8259-4e34-b8eb-024af8e30be0" providerId="ADAL" clId="{8B0E17BE-C8D8-43FC-A731-BE19A50FBB38}" dt="2026-08-19T17:58:09.590" v="2410" actId="478"/>
          <ac:spMkLst>
            <pc:docMk/>
            <pc:sldMk cId="1770134041" sldId="1319"/>
            <ac:spMk id="17" creationId="{B9C7733B-9EC1-199A-705F-9B4ABB825E42}"/>
          </ac:spMkLst>
        </pc:spChg>
        <pc:spChg chg="del">
          <ac:chgData name="Cordingley, Russ" userId="ca63eab7-8259-4e34-b8eb-024af8e30be0" providerId="ADAL" clId="{8B0E17BE-C8D8-43FC-A731-BE19A50FBB38}" dt="2026-08-19T17:58:09.590" v="2410" actId="478"/>
          <ac:spMkLst>
            <pc:docMk/>
            <pc:sldMk cId="1770134041" sldId="1319"/>
            <ac:spMk id="18" creationId="{45FE086F-8467-99CF-72D4-910C2AB910E6}"/>
          </ac:spMkLst>
        </pc:spChg>
        <pc:spChg chg="del">
          <ac:chgData name="Cordingley, Russ" userId="ca63eab7-8259-4e34-b8eb-024af8e30be0" providerId="ADAL" clId="{8B0E17BE-C8D8-43FC-A731-BE19A50FBB38}" dt="2026-08-19T17:58:09.590" v="2410" actId="478"/>
          <ac:spMkLst>
            <pc:docMk/>
            <pc:sldMk cId="1770134041" sldId="1319"/>
            <ac:spMk id="19" creationId="{A721FDF9-4788-82E9-F4F8-23839B088237}"/>
          </ac:spMkLst>
        </pc:spChg>
        <pc:spChg chg="del">
          <ac:chgData name="Cordingley, Russ" userId="ca63eab7-8259-4e34-b8eb-024af8e30be0" providerId="ADAL" clId="{8B0E17BE-C8D8-43FC-A731-BE19A50FBB38}" dt="2026-08-19T17:58:09.590" v="2410" actId="478"/>
          <ac:spMkLst>
            <pc:docMk/>
            <pc:sldMk cId="1770134041" sldId="1319"/>
            <ac:spMk id="20" creationId="{1C307AF2-87CC-8CC9-E2F8-5A0FFA0AEF15}"/>
          </ac:spMkLst>
        </pc:spChg>
        <pc:spChg chg="del">
          <ac:chgData name="Cordingley, Russ" userId="ca63eab7-8259-4e34-b8eb-024af8e30be0" providerId="ADAL" clId="{8B0E17BE-C8D8-43FC-A731-BE19A50FBB38}" dt="2026-08-19T17:58:09.590" v="2410" actId="478"/>
          <ac:spMkLst>
            <pc:docMk/>
            <pc:sldMk cId="1770134041" sldId="1319"/>
            <ac:spMk id="21" creationId="{EEA41893-7DFC-F225-A662-6883FDE5B1C5}"/>
          </ac:spMkLst>
        </pc:spChg>
        <pc:spChg chg="del">
          <ac:chgData name="Cordingley, Russ" userId="ca63eab7-8259-4e34-b8eb-024af8e30be0" providerId="ADAL" clId="{8B0E17BE-C8D8-43FC-A731-BE19A50FBB38}" dt="2026-08-19T17:58:20.986" v="2411" actId="478"/>
          <ac:spMkLst>
            <pc:docMk/>
            <pc:sldMk cId="1770134041" sldId="1319"/>
            <ac:spMk id="22" creationId="{59983488-9B4A-2D4A-2EE6-91C45050A8D1}"/>
          </ac:spMkLst>
        </pc:spChg>
        <pc:spChg chg="del">
          <ac:chgData name="Cordingley, Russ" userId="ca63eab7-8259-4e34-b8eb-024af8e30be0" providerId="ADAL" clId="{8B0E17BE-C8D8-43FC-A731-BE19A50FBB38}" dt="2026-08-19T17:58:20.986" v="2411" actId="478"/>
          <ac:spMkLst>
            <pc:docMk/>
            <pc:sldMk cId="1770134041" sldId="1319"/>
            <ac:spMk id="23" creationId="{9AEF1E4A-9F22-BBEF-7EF3-3FD6D30FC519}"/>
          </ac:spMkLst>
        </pc:spChg>
        <pc:spChg chg="del">
          <ac:chgData name="Cordingley, Russ" userId="ca63eab7-8259-4e34-b8eb-024af8e30be0" providerId="ADAL" clId="{8B0E17BE-C8D8-43FC-A731-BE19A50FBB38}" dt="2026-08-19T17:58:20.986" v="2411" actId="478"/>
          <ac:spMkLst>
            <pc:docMk/>
            <pc:sldMk cId="1770134041" sldId="1319"/>
            <ac:spMk id="24" creationId="{4E7DF835-817A-10E6-4B7E-D68803172FF9}"/>
          </ac:spMkLst>
        </pc:spChg>
        <pc:spChg chg="del">
          <ac:chgData name="Cordingley, Russ" userId="ca63eab7-8259-4e34-b8eb-024af8e30be0" providerId="ADAL" clId="{8B0E17BE-C8D8-43FC-A731-BE19A50FBB38}" dt="2026-08-19T17:58:20.986" v="2411" actId="478"/>
          <ac:spMkLst>
            <pc:docMk/>
            <pc:sldMk cId="1770134041" sldId="1319"/>
            <ac:spMk id="25" creationId="{EAB1385A-E7D7-1876-B42D-38F88302738F}"/>
          </ac:spMkLst>
        </pc:spChg>
        <pc:spChg chg="del">
          <ac:chgData name="Cordingley, Russ" userId="ca63eab7-8259-4e34-b8eb-024af8e30be0" providerId="ADAL" clId="{8B0E17BE-C8D8-43FC-A731-BE19A50FBB38}" dt="2026-08-19T17:58:20.986" v="2411" actId="478"/>
          <ac:spMkLst>
            <pc:docMk/>
            <pc:sldMk cId="1770134041" sldId="1319"/>
            <ac:spMk id="26" creationId="{E7DB3D8C-75C1-3A8A-11D8-7A0EBF892415}"/>
          </ac:spMkLst>
        </pc:spChg>
      </pc:sldChg>
      <pc:sldChg chg="addSp delSp modSp add mod">
        <pc:chgData name="Cordingley, Russ" userId="ca63eab7-8259-4e34-b8eb-024af8e30be0" providerId="ADAL" clId="{8B0E17BE-C8D8-43FC-A731-BE19A50FBB38}" dt="2026-08-19T17:59:31.849" v="2544" actId="1076"/>
        <pc:sldMkLst>
          <pc:docMk/>
          <pc:sldMk cId="3772589234" sldId="1320"/>
        </pc:sldMkLst>
        <pc:spChg chg="add mod">
          <ac:chgData name="Cordingley, Russ" userId="ca63eab7-8259-4e34-b8eb-024af8e30be0" providerId="ADAL" clId="{8B0E17BE-C8D8-43FC-A731-BE19A50FBB38}" dt="2026-08-19T17:59:31.849" v="2544" actId="1076"/>
          <ac:spMkLst>
            <pc:docMk/>
            <pc:sldMk cId="3772589234" sldId="1320"/>
            <ac:spMk id="2" creationId="{7B0C5F9C-147E-3646-8A75-CDEDB3EBD158}"/>
          </ac:spMkLst>
        </pc:spChg>
        <pc:spChg chg="del">
          <ac:chgData name="Cordingley, Russ" userId="ca63eab7-8259-4e34-b8eb-024af8e30be0" providerId="ADAL" clId="{8B0E17BE-C8D8-43FC-A731-BE19A50FBB38}" dt="2026-08-19T17:53:44.648" v="2403" actId="478"/>
          <ac:spMkLst>
            <pc:docMk/>
            <pc:sldMk cId="3772589234" sldId="1320"/>
            <ac:spMk id="6" creationId="{F508A0AF-70F8-E169-025F-4257B0BA211D}"/>
          </ac:spMkLst>
        </pc:spChg>
        <pc:spChg chg="mod">
          <ac:chgData name="Cordingley, Russ" userId="ca63eab7-8259-4e34-b8eb-024af8e30be0" providerId="ADAL" clId="{8B0E17BE-C8D8-43FC-A731-BE19A50FBB38}" dt="2026-08-19T17:53:34.433" v="2402"/>
          <ac:spMkLst>
            <pc:docMk/>
            <pc:sldMk cId="3772589234" sldId="1320"/>
            <ac:spMk id="10" creationId="{8CA54F19-8C7D-033A-5F87-762AA7779A3E}"/>
          </ac:spMkLst>
        </pc:spChg>
        <pc:spChg chg="mod">
          <ac:chgData name="Cordingley, Russ" userId="ca63eab7-8259-4e34-b8eb-024af8e30be0" providerId="ADAL" clId="{8B0E17BE-C8D8-43FC-A731-BE19A50FBB38}" dt="2026-08-19T17:53:51.065" v="2405"/>
          <ac:spMkLst>
            <pc:docMk/>
            <pc:sldMk cId="3772589234" sldId="1320"/>
            <ac:spMk id="19" creationId="{00000000-0000-0000-0000-000000000000}"/>
          </ac:spMkLst>
        </pc:spChg>
        <pc:spChg chg="mod">
          <ac:chgData name="Cordingley, Russ" userId="ca63eab7-8259-4e34-b8eb-024af8e30be0" providerId="ADAL" clId="{8B0E17BE-C8D8-43FC-A731-BE19A50FBB38}" dt="2026-08-19T17:53:51.065" v="2405"/>
          <ac:spMkLst>
            <pc:docMk/>
            <pc:sldMk cId="3772589234" sldId="1320"/>
            <ac:spMk id="31" creationId="{AE4BEC4B-F627-8639-62A9-FA5E24F3315B}"/>
          </ac:spMkLst>
        </pc:spChg>
        <pc:spChg chg="mod">
          <ac:chgData name="Cordingley, Russ" userId="ca63eab7-8259-4e34-b8eb-024af8e30be0" providerId="ADAL" clId="{8B0E17BE-C8D8-43FC-A731-BE19A50FBB38}" dt="2026-08-19T17:53:51.065" v="2405"/>
          <ac:spMkLst>
            <pc:docMk/>
            <pc:sldMk cId="3772589234" sldId="1320"/>
            <ac:spMk id="39" creationId="{BEADF654-543A-EB2E-6904-2D3348607E9C}"/>
          </ac:spMkLst>
        </pc:spChg>
        <pc:spChg chg="mod">
          <ac:chgData name="Cordingley, Russ" userId="ca63eab7-8259-4e34-b8eb-024af8e30be0" providerId="ADAL" clId="{8B0E17BE-C8D8-43FC-A731-BE19A50FBB38}" dt="2026-08-19T17:53:51.065" v="2405"/>
          <ac:spMkLst>
            <pc:docMk/>
            <pc:sldMk cId="3772589234" sldId="1320"/>
            <ac:spMk id="47" creationId="{40AC23A9-45C5-1A14-FCC7-A9413B811BB2}"/>
          </ac:spMkLst>
        </pc:spChg>
        <pc:spChg chg="mod">
          <ac:chgData name="Cordingley, Russ" userId="ca63eab7-8259-4e34-b8eb-024af8e30be0" providerId="ADAL" clId="{8B0E17BE-C8D8-43FC-A731-BE19A50FBB38}" dt="2026-08-19T17:53:51.065" v="2405"/>
          <ac:spMkLst>
            <pc:docMk/>
            <pc:sldMk cId="3772589234" sldId="1320"/>
            <ac:spMk id="53" creationId="{1AF8A15E-FE51-8E51-D260-37DC31A178E9}"/>
          </ac:spMkLst>
        </pc:spChg>
        <pc:spChg chg="mod">
          <ac:chgData name="Cordingley, Russ" userId="ca63eab7-8259-4e34-b8eb-024af8e30be0" providerId="ADAL" clId="{8B0E17BE-C8D8-43FC-A731-BE19A50FBB38}" dt="2026-08-19T17:53:51.065" v="2405"/>
          <ac:spMkLst>
            <pc:docMk/>
            <pc:sldMk cId="3772589234" sldId="1320"/>
            <ac:spMk id="61" creationId="{11C2882D-BD50-C752-5AD1-7F75AA7E3C6A}"/>
          </ac:spMkLst>
        </pc:spChg>
        <pc:spChg chg="mod">
          <ac:chgData name="Cordingley, Russ" userId="ca63eab7-8259-4e34-b8eb-024af8e30be0" providerId="ADAL" clId="{8B0E17BE-C8D8-43FC-A731-BE19A50FBB38}" dt="2026-08-19T17:53:51.065" v="2405"/>
          <ac:spMkLst>
            <pc:docMk/>
            <pc:sldMk cId="3772589234" sldId="1320"/>
            <ac:spMk id="69" creationId="{71F0D15B-00A8-F107-5114-F3A66E6EE6A1}"/>
          </ac:spMkLst>
        </pc:spChg>
        <pc:spChg chg="mod">
          <ac:chgData name="Cordingley, Russ" userId="ca63eab7-8259-4e34-b8eb-024af8e30be0" providerId="ADAL" clId="{8B0E17BE-C8D8-43FC-A731-BE19A50FBB38}" dt="2026-08-19T17:53:51.065" v="2405"/>
          <ac:spMkLst>
            <pc:docMk/>
            <pc:sldMk cId="3772589234" sldId="1320"/>
            <ac:spMk id="81" creationId="{D180D3AC-6203-E4E8-AE53-6D2C66A8C190}"/>
          </ac:spMkLst>
        </pc:spChg>
        <pc:spChg chg="mod">
          <ac:chgData name="Cordingley, Russ" userId="ca63eab7-8259-4e34-b8eb-024af8e30be0" providerId="ADAL" clId="{8B0E17BE-C8D8-43FC-A731-BE19A50FBB38}" dt="2026-08-19T17:53:51.065" v="2405"/>
          <ac:spMkLst>
            <pc:docMk/>
            <pc:sldMk cId="3772589234" sldId="1320"/>
            <ac:spMk id="93" creationId="{799DA2D5-47CF-7157-02F4-F11C5133EAEB}"/>
          </ac:spMkLst>
        </pc:spChg>
        <pc:spChg chg="mod">
          <ac:chgData name="Cordingley, Russ" userId="ca63eab7-8259-4e34-b8eb-024af8e30be0" providerId="ADAL" clId="{8B0E17BE-C8D8-43FC-A731-BE19A50FBB38}" dt="2026-08-19T17:53:51.065" v="2405"/>
          <ac:spMkLst>
            <pc:docMk/>
            <pc:sldMk cId="3772589234" sldId="1320"/>
            <ac:spMk id="97" creationId="{7625B36C-BF2A-B663-372F-A49B7078E500}"/>
          </ac:spMkLst>
        </pc:spChg>
        <pc:grpChg chg="mod">
          <ac:chgData name="Cordingley, Russ" userId="ca63eab7-8259-4e34-b8eb-024af8e30be0" providerId="ADAL" clId="{8B0E17BE-C8D8-43FC-A731-BE19A50FBB38}" dt="2026-08-19T17:55:28.060" v="2408" actId="14100"/>
          <ac:grpSpMkLst>
            <pc:docMk/>
            <pc:sldMk cId="3772589234" sldId="1320"/>
            <ac:grpSpMk id="150" creationId="{61800EC4-A3F8-23B4-61D9-49D267665F7B}"/>
          </ac:grpSpMkLst>
        </pc:grpChg>
      </pc:sldChg>
      <pc:sldChg chg="addSp delSp modSp add mod">
        <pc:chgData name="Cordingley, Russ" userId="ca63eab7-8259-4e34-b8eb-024af8e30be0" providerId="ADAL" clId="{8B0E17BE-C8D8-43FC-A731-BE19A50FBB38}" dt="2026-08-19T18:22:01.925" v="2666" actId="20577"/>
        <pc:sldMkLst>
          <pc:docMk/>
          <pc:sldMk cId="1186244205" sldId="1321"/>
        </pc:sldMkLst>
        <pc:spChg chg="del">
          <ac:chgData name="Cordingley, Russ" userId="ca63eab7-8259-4e34-b8eb-024af8e30be0" providerId="ADAL" clId="{8B0E17BE-C8D8-43FC-A731-BE19A50FBB38}" dt="2026-08-19T18:15:59.617" v="2608" actId="478"/>
          <ac:spMkLst>
            <pc:docMk/>
            <pc:sldMk cId="1186244205" sldId="1321"/>
            <ac:spMk id="3" creationId="{B01C3AF4-6924-40AA-B446-7A16742E5142}"/>
          </ac:spMkLst>
        </pc:spChg>
        <pc:spChg chg="del">
          <ac:chgData name="Cordingley, Russ" userId="ca63eab7-8259-4e34-b8eb-024af8e30be0" providerId="ADAL" clId="{8B0E17BE-C8D8-43FC-A731-BE19A50FBB38}" dt="2026-08-19T18:01:02.697" v="2549" actId="478"/>
          <ac:spMkLst>
            <pc:docMk/>
            <pc:sldMk cId="1186244205" sldId="1321"/>
            <ac:spMk id="6" creationId="{F300B010-C608-974D-8F34-F62EBDF3A0FC}"/>
          </ac:spMkLst>
        </pc:spChg>
        <pc:spChg chg="mod">
          <ac:chgData name="Cordingley, Russ" userId="ca63eab7-8259-4e34-b8eb-024af8e30be0" providerId="ADAL" clId="{8B0E17BE-C8D8-43FC-A731-BE19A50FBB38}" dt="2026-08-19T18:19:27.273" v="2625" actId="14100"/>
          <ac:spMkLst>
            <pc:docMk/>
            <pc:sldMk cId="1186244205" sldId="1321"/>
            <ac:spMk id="7" creationId="{0BA830F8-ABA1-D5A7-4537-561E07971479}"/>
          </ac:spMkLst>
        </pc:spChg>
        <pc:spChg chg="del">
          <ac:chgData name="Cordingley, Russ" userId="ca63eab7-8259-4e34-b8eb-024af8e30be0" providerId="ADAL" clId="{8B0E17BE-C8D8-43FC-A731-BE19A50FBB38}" dt="2026-08-19T18:19:05.380" v="2622" actId="478"/>
          <ac:spMkLst>
            <pc:docMk/>
            <pc:sldMk cId="1186244205" sldId="1321"/>
            <ac:spMk id="9" creationId="{043658DB-4B3E-745C-25C4-1A78EF926D42}"/>
          </ac:spMkLst>
        </pc:spChg>
        <pc:spChg chg="mod">
          <ac:chgData name="Cordingley, Russ" userId="ca63eab7-8259-4e34-b8eb-024af8e30be0" providerId="ADAL" clId="{8B0E17BE-C8D8-43FC-A731-BE19A50FBB38}" dt="2026-08-19T18:15:55.546" v="2607" actId="20577"/>
          <ac:spMkLst>
            <pc:docMk/>
            <pc:sldMk cId="1186244205" sldId="1321"/>
            <ac:spMk id="10" creationId="{4906D7D5-1292-85B8-4C25-59B990360693}"/>
          </ac:spMkLst>
        </pc:spChg>
        <pc:spChg chg="mod">
          <ac:chgData name="Cordingley, Russ" userId="ca63eab7-8259-4e34-b8eb-024af8e30be0" providerId="ADAL" clId="{8B0E17BE-C8D8-43FC-A731-BE19A50FBB38}" dt="2026-08-19T18:19:22.920" v="2624" actId="1076"/>
          <ac:spMkLst>
            <pc:docMk/>
            <pc:sldMk cId="1186244205" sldId="1321"/>
            <ac:spMk id="12" creationId="{8F590254-5788-480E-D909-901FEB1E53F4}"/>
          </ac:spMkLst>
        </pc:spChg>
        <pc:spChg chg="del mod">
          <ac:chgData name="Cordingley, Russ" userId="ca63eab7-8259-4e34-b8eb-024af8e30be0" providerId="ADAL" clId="{8B0E17BE-C8D8-43FC-A731-BE19A50FBB38}" dt="2026-08-19T18:19:17.580" v="2623" actId="478"/>
          <ac:spMkLst>
            <pc:docMk/>
            <pc:sldMk cId="1186244205" sldId="1321"/>
            <ac:spMk id="14" creationId="{9A3F3EC9-FF5A-958C-CB90-8E7E76FC8535}"/>
          </ac:spMkLst>
        </pc:spChg>
        <pc:spChg chg="add del">
          <ac:chgData name="Cordingley, Russ" userId="ca63eab7-8259-4e34-b8eb-024af8e30be0" providerId="ADAL" clId="{8B0E17BE-C8D8-43FC-A731-BE19A50FBB38}" dt="2026-08-19T18:18:56.365" v="2620" actId="478"/>
          <ac:spMkLst>
            <pc:docMk/>
            <pc:sldMk cId="1186244205" sldId="1321"/>
            <ac:spMk id="16" creationId="{257C9150-B715-EEC8-FE65-6D20A99BAABF}"/>
          </ac:spMkLst>
        </pc:spChg>
        <pc:spChg chg="mod">
          <ac:chgData name="Cordingley, Russ" userId="ca63eab7-8259-4e34-b8eb-024af8e30be0" providerId="ADAL" clId="{8B0E17BE-C8D8-43FC-A731-BE19A50FBB38}" dt="2026-08-19T18:18:30.230" v="2617" actId="14100"/>
          <ac:spMkLst>
            <pc:docMk/>
            <pc:sldMk cId="1186244205" sldId="1321"/>
            <ac:spMk id="24" creationId="{507D640E-1E4E-1E5A-7D38-16690AD3A2F0}"/>
          </ac:spMkLst>
        </pc:spChg>
        <pc:spChg chg="add mod">
          <ac:chgData name="Cordingley, Russ" userId="ca63eab7-8259-4e34-b8eb-024af8e30be0" providerId="ADAL" clId="{8B0E17BE-C8D8-43FC-A731-BE19A50FBB38}" dt="2026-08-19T18:18:34.124" v="2618" actId="14100"/>
          <ac:spMkLst>
            <pc:docMk/>
            <pc:sldMk cId="1186244205" sldId="1321"/>
            <ac:spMk id="30" creationId="{F5F3B451-295A-07F9-FF29-B375EB456663}"/>
          </ac:spMkLst>
        </pc:spChg>
        <pc:spChg chg="mod">
          <ac:chgData name="Cordingley, Russ" userId="ca63eab7-8259-4e34-b8eb-024af8e30be0" providerId="ADAL" clId="{8B0E17BE-C8D8-43FC-A731-BE19A50FBB38}" dt="2026-08-19T18:17:24.625" v="2614" actId="1076"/>
          <ac:spMkLst>
            <pc:docMk/>
            <pc:sldMk cId="1186244205" sldId="1321"/>
            <ac:spMk id="32" creationId="{7539BDBB-D126-1A3B-806B-683473E7F234}"/>
          </ac:spMkLst>
        </pc:spChg>
        <pc:spChg chg="add del mod">
          <ac:chgData name="Cordingley, Russ" userId="ca63eab7-8259-4e34-b8eb-024af8e30be0" providerId="ADAL" clId="{8B0E17BE-C8D8-43FC-A731-BE19A50FBB38}" dt="2026-08-19T18:17:24.625" v="2614" actId="1076"/>
          <ac:spMkLst>
            <pc:docMk/>
            <pc:sldMk cId="1186244205" sldId="1321"/>
            <ac:spMk id="34" creationId="{4D1A39C3-2250-5DC2-2A6F-1D84D67D414E}"/>
          </ac:spMkLst>
        </pc:spChg>
        <pc:spChg chg="add del">
          <ac:chgData name="Cordingley, Russ" userId="ca63eab7-8259-4e34-b8eb-024af8e30be0" providerId="ADAL" clId="{8B0E17BE-C8D8-43FC-A731-BE19A50FBB38}" dt="2026-08-19T18:02:08.602" v="2559" actId="478"/>
          <ac:spMkLst>
            <pc:docMk/>
            <pc:sldMk cId="1186244205" sldId="1321"/>
            <ac:spMk id="36" creationId="{D5FDC1F8-7A64-913A-B3BC-2568DDB7079C}"/>
          </ac:spMkLst>
        </pc:spChg>
        <pc:spChg chg="add del mod">
          <ac:chgData name="Cordingley, Russ" userId="ca63eab7-8259-4e34-b8eb-024af8e30be0" providerId="ADAL" clId="{8B0E17BE-C8D8-43FC-A731-BE19A50FBB38}" dt="2026-08-19T18:02:10.630" v="2560" actId="478"/>
          <ac:spMkLst>
            <pc:docMk/>
            <pc:sldMk cId="1186244205" sldId="1321"/>
            <ac:spMk id="38" creationId="{A666E839-519A-4274-80BC-4DF198FA6482}"/>
          </ac:spMkLst>
        </pc:spChg>
        <pc:spChg chg="add del">
          <ac:chgData name="Cordingley, Russ" userId="ca63eab7-8259-4e34-b8eb-024af8e30be0" providerId="ADAL" clId="{8B0E17BE-C8D8-43FC-A731-BE19A50FBB38}" dt="2026-08-19T18:02:06.909" v="2557" actId="478"/>
          <ac:spMkLst>
            <pc:docMk/>
            <pc:sldMk cId="1186244205" sldId="1321"/>
            <ac:spMk id="40" creationId="{BA45356A-3337-F0C4-1D47-45A7FF288F8E}"/>
          </ac:spMkLst>
        </pc:spChg>
        <pc:spChg chg="del mod">
          <ac:chgData name="Cordingley, Russ" userId="ca63eab7-8259-4e34-b8eb-024af8e30be0" providerId="ADAL" clId="{8B0E17BE-C8D8-43FC-A731-BE19A50FBB38}" dt="2026-08-19T18:19:17.580" v="2623" actId="478"/>
          <ac:spMkLst>
            <pc:docMk/>
            <pc:sldMk cId="1186244205" sldId="1321"/>
            <ac:spMk id="42" creationId="{678093F9-25DC-7DC4-8AE5-240DB98C6012}"/>
          </ac:spMkLst>
        </pc:spChg>
        <pc:spChg chg="del">
          <ac:chgData name="Cordingley, Russ" userId="ca63eab7-8259-4e34-b8eb-024af8e30be0" providerId="ADAL" clId="{8B0E17BE-C8D8-43FC-A731-BE19A50FBB38}" dt="2026-08-19T18:19:17.580" v="2623" actId="478"/>
          <ac:spMkLst>
            <pc:docMk/>
            <pc:sldMk cId="1186244205" sldId="1321"/>
            <ac:spMk id="44" creationId="{ACC85160-1EA4-4DC2-07FF-76A87922B787}"/>
          </ac:spMkLst>
        </pc:spChg>
        <pc:spChg chg="add del">
          <ac:chgData name="Cordingley, Russ" userId="ca63eab7-8259-4e34-b8eb-024af8e30be0" providerId="ADAL" clId="{8B0E17BE-C8D8-43FC-A731-BE19A50FBB38}" dt="2026-08-19T18:19:17.580" v="2623" actId="478"/>
          <ac:spMkLst>
            <pc:docMk/>
            <pc:sldMk cId="1186244205" sldId="1321"/>
            <ac:spMk id="46" creationId="{F667BFF8-EAFD-848F-B7F9-B641CD07A4B4}"/>
          </ac:spMkLst>
        </pc:spChg>
        <pc:spChg chg="mod">
          <ac:chgData name="Cordingley, Russ" userId="ca63eab7-8259-4e34-b8eb-024af8e30be0" providerId="ADAL" clId="{8B0E17BE-C8D8-43FC-A731-BE19A50FBB38}" dt="2026-08-19T18:19:01.893" v="2621" actId="1076"/>
          <ac:spMkLst>
            <pc:docMk/>
            <pc:sldMk cId="1186244205" sldId="1321"/>
            <ac:spMk id="48" creationId="{33348E90-3AA3-9693-B00D-D9F154C01EF8}"/>
          </ac:spMkLst>
        </pc:spChg>
        <pc:spChg chg="add mod">
          <ac:chgData name="Cordingley, Russ" userId="ca63eab7-8259-4e34-b8eb-024af8e30be0" providerId="ADAL" clId="{8B0E17BE-C8D8-43FC-A731-BE19A50FBB38}" dt="2026-08-19T18:19:01.893" v="2621" actId="1076"/>
          <ac:spMkLst>
            <pc:docMk/>
            <pc:sldMk cId="1186244205" sldId="1321"/>
            <ac:spMk id="50" creationId="{B94E9519-99D0-99ED-DF3B-0878ED110B4D}"/>
          </ac:spMkLst>
        </pc:spChg>
        <pc:spChg chg="mod">
          <ac:chgData name="Cordingley, Russ" userId="ca63eab7-8259-4e34-b8eb-024af8e30be0" providerId="ADAL" clId="{8B0E17BE-C8D8-43FC-A731-BE19A50FBB38}" dt="2026-08-19T18:19:01.893" v="2621" actId="1076"/>
          <ac:spMkLst>
            <pc:docMk/>
            <pc:sldMk cId="1186244205" sldId="1321"/>
            <ac:spMk id="52" creationId="{65518B40-A568-80D6-67B9-227E3DE6894C}"/>
          </ac:spMkLst>
        </pc:spChg>
        <pc:spChg chg="mod">
          <ac:chgData name="Cordingley, Russ" userId="ca63eab7-8259-4e34-b8eb-024af8e30be0" providerId="ADAL" clId="{8B0E17BE-C8D8-43FC-A731-BE19A50FBB38}" dt="2026-08-19T18:19:01.893" v="2621" actId="1076"/>
          <ac:spMkLst>
            <pc:docMk/>
            <pc:sldMk cId="1186244205" sldId="1321"/>
            <ac:spMk id="54" creationId="{1AED54B8-3AEC-FD64-57BF-B4CABCFFC1B7}"/>
          </ac:spMkLst>
        </pc:spChg>
        <pc:spChg chg="mod">
          <ac:chgData name="Cordingley, Russ" userId="ca63eab7-8259-4e34-b8eb-024af8e30be0" providerId="ADAL" clId="{8B0E17BE-C8D8-43FC-A731-BE19A50FBB38}" dt="2026-08-19T18:19:34.118" v="2628" actId="403"/>
          <ac:spMkLst>
            <pc:docMk/>
            <pc:sldMk cId="1186244205" sldId="1321"/>
            <ac:spMk id="56" creationId="{FD6B4E0E-7D2E-EB77-CA4E-D5AE911BEE7C}"/>
          </ac:spMkLst>
        </pc:spChg>
        <pc:spChg chg="mod">
          <ac:chgData name="Cordingley, Russ" userId="ca63eab7-8259-4e34-b8eb-024af8e30be0" providerId="ADAL" clId="{8B0E17BE-C8D8-43FC-A731-BE19A50FBB38}" dt="2026-08-19T18:19:01.893" v="2621" actId="1076"/>
          <ac:spMkLst>
            <pc:docMk/>
            <pc:sldMk cId="1186244205" sldId="1321"/>
            <ac:spMk id="58" creationId="{BDE2591C-8EBF-AF53-314C-99E8C8DDAC75}"/>
          </ac:spMkLst>
        </pc:spChg>
        <pc:spChg chg="mod">
          <ac:chgData name="Cordingley, Russ" userId="ca63eab7-8259-4e34-b8eb-024af8e30be0" providerId="ADAL" clId="{8B0E17BE-C8D8-43FC-A731-BE19A50FBB38}" dt="2026-08-19T18:19:01.893" v="2621" actId="1076"/>
          <ac:spMkLst>
            <pc:docMk/>
            <pc:sldMk cId="1186244205" sldId="1321"/>
            <ac:spMk id="60" creationId="{222CDC39-BA7A-999B-B8A9-F719E6BD5E0D}"/>
          </ac:spMkLst>
        </pc:spChg>
        <pc:spChg chg="mod">
          <ac:chgData name="Cordingley, Russ" userId="ca63eab7-8259-4e34-b8eb-024af8e30be0" providerId="ADAL" clId="{8B0E17BE-C8D8-43FC-A731-BE19A50FBB38}" dt="2026-08-19T18:19:01.893" v="2621" actId="1076"/>
          <ac:spMkLst>
            <pc:docMk/>
            <pc:sldMk cId="1186244205" sldId="1321"/>
            <ac:spMk id="62" creationId="{1DA9B3FA-9BBA-F5CB-BC69-576E71C1B08F}"/>
          </ac:spMkLst>
        </pc:spChg>
        <pc:spChg chg="mod">
          <ac:chgData name="Cordingley, Russ" userId="ca63eab7-8259-4e34-b8eb-024af8e30be0" providerId="ADAL" clId="{8B0E17BE-C8D8-43FC-A731-BE19A50FBB38}" dt="2026-08-19T18:19:01.893" v="2621" actId="1076"/>
          <ac:spMkLst>
            <pc:docMk/>
            <pc:sldMk cId="1186244205" sldId="1321"/>
            <ac:spMk id="64" creationId="{05E0943E-B782-2987-E10E-80AE7A70161F}"/>
          </ac:spMkLst>
        </pc:spChg>
        <pc:spChg chg="add del mod">
          <ac:chgData name="Cordingley, Russ" userId="ca63eab7-8259-4e34-b8eb-024af8e30be0" providerId="ADAL" clId="{8B0E17BE-C8D8-43FC-A731-BE19A50FBB38}" dt="2026-08-19T18:18:56.365" v="2620" actId="478"/>
          <ac:spMkLst>
            <pc:docMk/>
            <pc:sldMk cId="1186244205" sldId="1321"/>
            <ac:spMk id="66" creationId="{F45790D9-61D6-A03E-8E72-EE634ACB84E3}"/>
          </ac:spMkLst>
        </pc:spChg>
        <pc:spChg chg="del">
          <ac:chgData name="Cordingley, Russ" userId="ca63eab7-8259-4e34-b8eb-024af8e30be0" providerId="ADAL" clId="{8B0E17BE-C8D8-43FC-A731-BE19A50FBB38}" dt="2026-08-19T18:18:56.365" v="2620" actId="478"/>
          <ac:spMkLst>
            <pc:docMk/>
            <pc:sldMk cId="1186244205" sldId="1321"/>
            <ac:spMk id="68" creationId="{9F07A4D5-1C07-AA2F-5996-941B518A992E}"/>
          </ac:spMkLst>
        </pc:spChg>
        <pc:spChg chg="del">
          <ac:chgData name="Cordingley, Russ" userId="ca63eab7-8259-4e34-b8eb-024af8e30be0" providerId="ADAL" clId="{8B0E17BE-C8D8-43FC-A731-BE19A50FBB38}" dt="2026-08-19T18:18:56.365" v="2620" actId="478"/>
          <ac:spMkLst>
            <pc:docMk/>
            <pc:sldMk cId="1186244205" sldId="1321"/>
            <ac:spMk id="70" creationId="{708950D5-BE04-053B-D64F-9926765AB271}"/>
          </ac:spMkLst>
        </pc:spChg>
        <pc:spChg chg="del mod">
          <ac:chgData name="Cordingley, Russ" userId="ca63eab7-8259-4e34-b8eb-024af8e30be0" providerId="ADAL" clId="{8B0E17BE-C8D8-43FC-A731-BE19A50FBB38}" dt="2026-08-19T18:18:56.365" v="2620" actId="478"/>
          <ac:spMkLst>
            <pc:docMk/>
            <pc:sldMk cId="1186244205" sldId="1321"/>
            <ac:spMk id="72" creationId="{A9A768AD-F87C-D2FB-2B58-474FA299BACD}"/>
          </ac:spMkLst>
        </pc:spChg>
        <pc:spChg chg="del mod">
          <ac:chgData name="Cordingley, Russ" userId="ca63eab7-8259-4e34-b8eb-024af8e30be0" providerId="ADAL" clId="{8B0E17BE-C8D8-43FC-A731-BE19A50FBB38}" dt="2026-08-19T18:18:56.365" v="2620" actId="478"/>
          <ac:spMkLst>
            <pc:docMk/>
            <pc:sldMk cId="1186244205" sldId="1321"/>
            <ac:spMk id="74" creationId="{3D903DB6-6B09-E801-1D3E-708DDD6C58C7}"/>
          </ac:spMkLst>
        </pc:spChg>
        <pc:spChg chg="del">
          <ac:chgData name="Cordingley, Russ" userId="ca63eab7-8259-4e34-b8eb-024af8e30be0" providerId="ADAL" clId="{8B0E17BE-C8D8-43FC-A731-BE19A50FBB38}" dt="2026-08-19T18:18:56.365" v="2620" actId="478"/>
          <ac:spMkLst>
            <pc:docMk/>
            <pc:sldMk cId="1186244205" sldId="1321"/>
            <ac:spMk id="76" creationId="{5DA75FEE-C7F9-F995-80D0-D3F477BD89DC}"/>
          </ac:spMkLst>
        </pc:spChg>
        <pc:spChg chg="del">
          <ac:chgData name="Cordingley, Russ" userId="ca63eab7-8259-4e34-b8eb-024af8e30be0" providerId="ADAL" clId="{8B0E17BE-C8D8-43FC-A731-BE19A50FBB38}" dt="2026-08-19T18:18:56.365" v="2620" actId="478"/>
          <ac:spMkLst>
            <pc:docMk/>
            <pc:sldMk cId="1186244205" sldId="1321"/>
            <ac:spMk id="78" creationId="{5542E4A1-D13D-07E4-BCE1-BD75A5A6975F}"/>
          </ac:spMkLst>
        </pc:spChg>
        <pc:spChg chg="del">
          <ac:chgData name="Cordingley, Russ" userId="ca63eab7-8259-4e34-b8eb-024af8e30be0" providerId="ADAL" clId="{8B0E17BE-C8D8-43FC-A731-BE19A50FBB38}" dt="2026-08-19T18:18:56.365" v="2620" actId="478"/>
          <ac:spMkLst>
            <pc:docMk/>
            <pc:sldMk cId="1186244205" sldId="1321"/>
            <ac:spMk id="80" creationId="{07808962-551D-2F4B-091A-169013E6B67C}"/>
          </ac:spMkLst>
        </pc:spChg>
        <pc:spChg chg="add del">
          <ac:chgData name="Cordingley, Russ" userId="ca63eab7-8259-4e34-b8eb-024af8e30be0" providerId="ADAL" clId="{8B0E17BE-C8D8-43FC-A731-BE19A50FBB38}" dt="2026-08-19T18:18:47.156" v="2619" actId="478"/>
          <ac:spMkLst>
            <pc:docMk/>
            <pc:sldMk cId="1186244205" sldId="1321"/>
            <ac:spMk id="82" creationId="{05ECA432-D064-6D87-D188-A4269F24D52A}"/>
          </ac:spMkLst>
        </pc:spChg>
        <pc:spChg chg="del mod">
          <ac:chgData name="Cordingley, Russ" userId="ca63eab7-8259-4e34-b8eb-024af8e30be0" providerId="ADAL" clId="{8B0E17BE-C8D8-43FC-A731-BE19A50FBB38}" dt="2026-08-19T18:18:47.156" v="2619" actId="478"/>
          <ac:spMkLst>
            <pc:docMk/>
            <pc:sldMk cId="1186244205" sldId="1321"/>
            <ac:spMk id="84" creationId="{56FB5A60-70CB-2EB7-4898-0E9881095732}"/>
          </ac:spMkLst>
        </pc:spChg>
        <pc:spChg chg="del">
          <ac:chgData name="Cordingley, Russ" userId="ca63eab7-8259-4e34-b8eb-024af8e30be0" providerId="ADAL" clId="{8B0E17BE-C8D8-43FC-A731-BE19A50FBB38}" dt="2026-08-19T18:18:47.156" v="2619" actId="478"/>
          <ac:spMkLst>
            <pc:docMk/>
            <pc:sldMk cId="1186244205" sldId="1321"/>
            <ac:spMk id="86" creationId="{6D057429-AD9E-1551-223F-52B385F5682F}"/>
          </ac:spMkLst>
        </pc:spChg>
        <pc:spChg chg="add del">
          <ac:chgData name="Cordingley, Russ" userId="ca63eab7-8259-4e34-b8eb-024af8e30be0" providerId="ADAL" clId="{8B0E17BE-C8D8-43FC-A731-BE19A50FBB38}" dt="2026-08-19T18:18:47.156" v="2619" actId="478"/>
          <ac:spMkLst>
            <pc:docMk/>
            <pc:sldMk cId="1186244205" sldId="1321"/>
            <ac:spMk id="88" creationId="{4813499F-30E6-9A4E-42AE-AFBF2AED2BCA}"/>
          </ac:spMkLst>
        </pc:spChg>
        <pc:spChg chg="del">
          <ac:chgData name="Cordingley, Russ" userId="ca63eab7-8259-4e34-b8eb-024af8e30be0" providerId="ADAL" clId="{8B0E17BE-C8D8-43FC-A731-BE19A50FBB38}" dt="2026-08-19T18:18:47.156" v="2619" actId="478"/>
          <ac:spMkLst>
            <pc:docMk/>
            <pc:sldMk cId="1186244205" sldId="1321"/>
            <ac:spMk id="90" creationId="{3B3EF47C-3440-06D3-C601-7B5E47B1498E}"/>
          </ac:spMkLst>
        </pc:spChg>
        <pc:spChg chg="del">
          <ac:chgData name="Cordingley, Russ" userId="ca63eab7-8259-4e34-b8eb-024af8e30be0" providerId="ADAL" clId="{8B0E17BE-C8D8-43FC-A731-BE19A50FBB38}" dt="2026-08-19T18:18:47.156" v="2619" actId="478"/>
          <ac:spMkLst>
            <pc:docMk/>
            <pc:sldMk cId="1186244205" sldId="1321"/>
            <ac:spMk id="92" creationId="{677C457D-9625-7182-38AA-0DB88DF18C18}"/>
          </ac:spMkLst>
        </pc:spChg>
        <pc:spChg chg="del mod">
          <ac:chgData name="Cordingley, Russ" userId="ca63eab7-8259-4e34-b8eb-024af8e30be0" providerId="ADAL" clId="{8B0E17BE-C8D8-43FC-A731-BE19A50FBB38}" dt="2026-08-19T18:18:47.156" v="2619" actId="478"/>
          <ac:spMkLst>
            <pc:docMk/>
            <pc:sldMk cId="1186244205" sldId="1321"/>
            <ac:spMk id="94" creationId="{7051BCDF-AED4-98C1-642C-C0BA8B6881C3}"/>
          </ac:spMkLst>
        </pc:spChg>
        <pc:spChg chg="del">
          <ac:chgData name="Cordingley, Russ" userId="ca63eab7-8259-4e34-b8eb-024af8e30be0" providerId="ADAL" clId="{8B0E17BE-C8D8-43FC-A731-BE19A50FBB38}" dt="2026-08-19T18:18:47.156" v="2619" actId="478"/>
          <ac:spMkLst>
            <pc:docMk/>
            <pc:sldMk cId="1186244205" sldId="1321"/>
            <ac:spMk id="96" creationId="{6156E337-679C-2A41-F552-CA460FF07FD9}"/>
          </ac:spMkLst>
        </pc:spChg>
        <pc:spChg chg="add del">
          <ac:chgData name="Cordingley, Russ" userId="ca63eab7-8259-4e34-b8eb-024af8e30be0" providerId="ADAL" clId="{8B0E17BE-C8D8-43FC-A731-BE19A50FBB38}" dt="2026-08-19T18:18:47.156" v="2619" actId="478"/>
          <ac:spMkLst>
            <pc:docMk/>
            <pc:sldMk cId="1186244205" sldId="1321"/>
            <ac:spMk id="98" creationId="{C2B17224-E6C2-E254-542C-9946ED87AC90}"/>
          </ac:spMkLst>
        </pc:spChg>
        <pc:spChg chg="add">
          <ac:chgData name="Cordingley, Russ" userId="ca63eab7-8259-4e34-b8eb-024af8e30be0" providerId="ADAL" clId="{8B0E17BE-C8D8-43FC-A731-BE19A50FBB38}" dt="2026-08-19T18:01:03.527" v="2550" actId="22"/>
          <ac:spMkLst>
            <pc:docMk/>
            <pc:sldMk cId="1186244205" sldId="1321"/>
            <ac:spMk id="100" creationId="{01408B2B-2D64-CEF4-3125-79EFCDA03838}"/>
          </ac:spMkLst>
        </pc:spChg>
        <pc:spChg chg="del mod">
          <ac:chgData name="Cordingley, Russ" userId="ca63eab7-8259-4e34-b8eb-024af8e30be0" providerId="ADAL" clId="{8B0E17BE-C8D8-43FC-A731-BE19A50FBB38}" dt="2026-08-19T18:18:47.156" v="2619" actId="478"/>
          <ac:spMkLst>
            <pc:docMk/>
            <pc:sldMk cId="1186244205" sldId="1321"/>
            <ac:spMk id="102" creationId="{0C62449B-AE08-C298-E4A8-FD4296B0DEA8}"/>
          </ac:spMkLst>
        </pc:spChg>
        <pc:spChg chg="add mod">
          <ac:chgData name="Cordingley, Russ" userId="ca63eab7-8259-4e34-b8eb-024af8e30be0" providerId="ADAL" clId="{8B0E17BE-C8D8-43FC-A731-BE19A50FBB38}" dt="2026-08-19T18:21:37.318" v="2640" actId="6549"/>
          <ac:spMkLst>
            <pc:docMk/>
            <pc:sldMk cId="1186244205" sldId="1321"/>
            <ac:spMk id="104" creationId="{6677DB6A-DBD8-FF74-62BB-5BFC82357648}"/>
          </ac:spMkLst>
        </pc:spChg>
        <pc:spChg chg="add del">
          <ac:chgData name="Cordingley, Russ" userId="ca63eab7-8259-4e34-b8eb-024af8e30be0" providerId="ADAL" clId="{8B0E17BE-C8D8-43FC-A731-BE19A50FBB38}" dt="2026-08-19T18:21:43.279" v="2642" actId="478"/>
          <ac:spMkLst>
            <pc:docMk/>
            <pc:sldMk cId="1186244205" sldId="1321"/>
            <ac:spMk id="106" creationId="{A6C1427D-0CEA-360F-4D2E-2B6F2CA9BA5C}"/>
          </ac:spMkLst>
        </pc:spChg>
        <pc:spChg chg="add mod">
          <ac:chgData name="Cordingley, Russ" userId="ca63eab7-8259-4e34-b8eb-024af8e30be0" providerId="ADAL" clId="{8B0E17BE-C8D8-43FC-A731-BE19A50FBB38}" dt="2026-08-19T18:22:01.925" v="2666" actId="20577"/>
          <ac:spMkLst>
            <pc:docMk/>
            <pc:sldMk cId="1186244205" sldId="1321"/>
            <ac:spMk id="108" creationId="{4E07BF27-5A2E-96BA-A439-A8379CFD965A}"/>
          </ac:spMkLst>
        </pc:spChg>
      </pc:sldChg>
      <pc:sldChg chg="addSp delSp modSp add mod">
        <pc:chgData name="Cordingley, Russ" userId="ca63eab7-8259-4e34-b8eb-024af8e30be0" providerId="ADAL" clId="{8B0E17BE-C8D8-43FC-A731-BE19A50FBB38}" dt="2026-08-19T18:17:01.014" v="2611" actId="22"/>
        <pc:sldMkLst>
          <pc:docMk/>
          <pc:sldMk cId="3277884350" sldId="1322"/>
        </pc:sldMkLst>
        <pc:spChg chg="add">
          <ac:chgData name="Cordingley, Russ" userId="ca63eab7-8259-4e34-b8eb-024af8e30be0" providerId="ADAL" clId="{8B0E17BE-C8D8-43FC-A731-BE19A50FBB38}" dt="2026-08-19T18:17:01.014" v="2611" actId="22"/>
          <ac:spMkLst>
            <pc:docMk/>
            <pc:sldMk cId="3277884350" sldId="1322"/>
            <ac:spMk id="3" creationId="{10BA5219-42EF-F021-8C14-E383F77DECD4}"/>
          </ac:spMkLst>
        </pc:spChg>
        <pc:spChg chg="del">
          <ac:chgData name="Cordingley, Russ" userId="ca63eab7-8259-4e34-b8eb-024af8e30be0" providerId="ADAL" clId="{8B0E17BE-C8D8-43FC-A731-BE19A50FBB38}" dt="2026-08-19T18:02:38.230" v="2584" actId="478"/>
          <ac:spMkLst>
            <pc:docMk/>
            <pc:sldMk cId="3277884350" sldId="1322"/>
            <ac:spMk id="6" creationId="{5465DBCB-9536-E89C-D48B-F1D0A8139D00}"/>
          </ac:spMkLst>
        </pc:spChg>
        <pc:spChg chg="add">
          <ac:chgData name="Cordingley, Russ" userId="ca63eab7-8259-4e34-b8eb-024af8e30be0" providerId="ADAL" clId="{8B0E17BE-C8D8-43FC-A731-BE19A50FBB38}" dt="2026-08-19T18:17:01.014" v="2611" actId="22"/>
          <ac:spMkLst>
            <pc:docMk/>
            <pc:sldMk cId="3277884350" sldId="1322"/>
            <ac:spMk id="9" creationId="{69BD64BF-18C7-A57A-4D0D-FA9CD7A7EA16}"/>
          </ac:spMkLst>
        </pc:spChg>
        <pc:spChg chg="mod">
          <ac:chgData name="Cordingley, Russ" userId="ca63eab7-8259-4e34-b8eb-024af8e30be0" providerId="ADAL" clId="{8B0E17BE-C8D8-43FC-A731-BE19A50FBB38}" dt="2026-08-19T18:02:34.410" v="2583" actId="20577"/>
          <ac:spMkLst>
            <pc:docMk/>
            <pc:sldMk cId="3277884350" sldId="1322"/>
            <ac:spMk id="10" creationId="{2D000547-6D76-1B4E-DA31-E32DE2C3847E}"/>
          </ac:spMkLst>
        </pc:spChg>
        <pc:spChg chg="add">
          <ac:chgData name="Cordingley, Russ" userId="ca63eab7-8259-4e34-b8eb-024af8e30be0" providerId="ADAL" clId="{8B0E17BE-C8D8-43FC-A731-BE19A50FBB38}" dt="2026-08-19T18:17:01.014" v="2611" actId="22"/>
          <ac:spMkLst>
            <pc:docMk/>
            <pc:sldMk cId="3277884350" sldId="1322"/>
            <ac:spMk id="18" creationId="{84BBE606-CC6F-52C8-BF4B-39F9AD7F009D}"/>
          </ac:spMkLst>
        </pc:spChg>
        <pc:spChg chg="add">
          <ac:chgData name="Cordingley, Russ" userId="ca63eab7-8259-4e34-b8eb-024af8e30be0" providerId="ADAL" clId="{8B0E17BE-C8D8-43FC-A731-BE19A50FBB38}" dt="2026-08-19T18:17:01.014" v="2611" actId="22"/>
          <ac:spMkLst>
            <pc:docMk/>
            <pc:sldMk cId="3277884350" sldId="1322"/>
            <ac:spMk id="22" creationId="{7A86ED3B-AF2E-FDF0-F2D5-7F912F0A41C9}"/>
          </ac:spMkLst>
        </pc:spChg>
        <pc:spChg chg="add">
          <ac:chgData name="Cordingley, Russ" userId="ca63eab7-8259-4e34-b8eb-024af8e30be0" providerId="ADAL" clId="{8B0E17BE-C8D8-43FC-A731-BE19A50FBB38}" dt="2026-08-19T18:17:01.014" v="2611" actId="22"/>
          <ac:spMkLst>
            <pc:docMk/>
            <pc:sldMk cId="3277884350" sldId="1322"/>
            <ac:spMk id="24" creationId="{62E4EA52-5670-9D74-C989-BEC7CB35BAEE}"/>
          </ac:spMkLst>
        </pc:spChg>
        <pc:spChg chg="add">
          <ac:chgData name="Cordingley, Russ" userId="ca63eab7-8259-4e34-b8eb-024af8e30be0" providerId="ADAL" clId="{8B0E17BE-C8D8-43FC-A731-BE19A50FBB38}" dt="2026-08-19T18:17:01.014" v="2611" actId="22"/>
          <ac:spMkLst>
            <pc:docMk/>
            <pc:sldMk cId="3277884350" sldId="1322"/>
            <ac:spMk id="26" creationId="{DEFC0DAE-70FA-C763-4E74-CEE14F993C4C}"/>
          </ac:spMkLst>
        </pc:spChg>
        <pc:spChg chg="add">
          <ac:chgData name="Cordingley, Russ" userId="ca63eab7-8259-4e34-b8eb-024af8e30be0" providerId="ADAL" clId="{8B0E17BE-C8D8-43FC-A731-BE19A50FBB38}" dt="2026-08-19T18:17:01.014" v="2611" actId="22"/>
          <ac:spMkLst>
            <pc:docMk/>
            <pc:sldMk cId="3277884350" sldId="1322"/>
            <ac:spMk id="36" creationId="{F376ED7E-C5F1-F155-4332-EBDCC5E9CF36}"/>
          </ac:spMkLst>
        </pc:spChg>
        <pc:spChg chg="add">
          <ac:chgData name="Cordingley, Russ" userId="ca63eab7-8259-4e34-b8eb-024af8e30be0" providerId="ADAL" clId="{8B0E17BE-C8D8-43FC-A731-BE19A50FBB38}" dt="2026-08-19T18:17:01.014" v="2611" actId="22"/>
          <ac:spMkLst>
            <pc:docMk/>
            <pc:sldMk cId="3277884350" sldId="1322"/>
            <ac:spMk id="46" creationId="{1EAE65C8-0EB8-0631-500E-C378B16508D2}"/>
          </ac:spMkLst>
        </pc:spChg>
        <pc:spChg chg="add">
          <ac:chgData name="Cordingley, Russ" userId="ca63eab7-8259-4e34-b8eb-024af8e30be0" providerId="ADAL" clId="{8B0E17BE-C8D8-43FC-A731-BE19A50FBB38}" dt="2026-08-19T18:17:01.014" v="2611" actId="22"/>
          <ac:spMkLst>
            <pc:docMk/>
            <pc:sldMk cId="3277884350" sldId="1322"/>
            <ac:spMk id="54" creationId="{5AC15C72-0F6D-3C6E-B8D9-FA5FF6676CB3}"/>
          </ac:spMkLst>
        </pc:spChg>
        <pc:spChg chg="add">
          <ac:chgData name="Cordingley, Russ" userId="ca63eab7-8259-4e34-b8eb-024af8e30be0" providerId="ADAL" clId="{8B0E17BE-C8D8-43FC-A731-BE19A50FBB38}" dt="2026-08-19T18:17:01.014" v="2611" actId="22"/>
          <ac:spMkLst>
            <pc:docMk/>
            <pc:sldMk cId="3277884350" sldId="1322"/>
            <ac:spMk id="72" creationId="{7F5AC40C-BB12-EE39-2CE4-F057065D5952}"/>
          </ac:spMkLst>
        </pc:spChg>
      </pc:sldChg>
      <pc:sldChg chg="delSp add mod">
        <pc:chgData name="Cordingley, Russ" userId="ca63eab7-8259-4e34-b8eb-024af8e30be0" providerId="ADAL" clId="{8B0E17BE-C8D8-43FC-A731-BE19A50FBB38}" dt="2026-08-19T18:03:01.941" v="2585" actId="478"/>
        <pc:sldMkLst>
          <pc:docMk/>
          <pc:sldMk cId="290085507" sldId="1323"/>
        </pc:sldMkLst>
        <pc:spChg chg="del">
          <ac:chgData name="Cordingley, Russ" userId="ca63eab7-8259-4e34-b8eb-024af8e30be0" providerId="ADAL" clId="{8B0E17BE-C8D8-43FC-A731-BE19A50FBB38}" dt="2026-08-19T18:03:01.941" v="2585" actId="478"/>
          <ac:spMkLst>
            <pc:docMk/>
            <pc:sldMk cId="290085507" sldId="1323"/>
            <ac:spMk id="6" creationId="{FC66667F-6509-B031-F47D-8446A6FDDFA8}"/>
          </ac:spMkLst>
        </pc:spChg>
      </pc:sldChg>
      <pc:sldChg chg="delSp add mod">
        <pc:chgData name="Cordingley, Russ" userId="ca63eab7-8259-4e34-b8eb-024af8e30be0" providerId="ADAL" clId="{8B0E17BE-C8D8-43FC-A731-BE19A50FBB38}" dt="2026-08-19T18:16:18.405" v="2609" actId="478"/>
        <pc:sldMkLst>
          <pc:docMk/>
          <pc:sldMk cId="1090904637" sldId="1324"/>
        </pc:sldMkLst>
        <pc:spChg chg="del">
          <ac:chgData name="Cordingley, Russ" userId="ca63eab7-8259-4e34-b8eb-024af8e30be0" providerId="ADAL" clId="{8B0E17BE-C8D8-43FC-A731-BE19A50FBB38}" dt="2026-08-19T18:16:18.405" v="2609" actId="478"/>
          <ac:spMkLst>
            <pc:docMk/>
            <pc:sldMk cId="1090904637" sldId="1324"/>
            <ac:spMk id="6" creationId="{4964034C-E5D7-24C3-A595-BE8BBEB33045}"/>
          </ac:spMkLst>
        </pc:spChg>
      </pc:sldChg>
      <pc:sldChg chg="addSp delSp modSp add mod">
        <pc:chgData name="Cordingley, Russ" userId="ca63eab7-8259-4e34-b8eb-024af8e30be0" providerId="ADAL" clId="{8B0E17BE-C8D8-43FC-A731-BE19A50FBB38}" dt="2026-08-19T18:39:11.807" v="2793" actId="313"/>
        <pc:sldMkLst>
          <pc:docMk/>
          <pc:sldMk cId="1708978405" sldId="1325"/>
        </pc:sldMkLst>
        <pc:spChg chg="del">
          <ac:chgData name="Cordingley, Russ" userId="ca63eab7-8259-4e34-b8eb-024af8e30be0" providerId="ADAL" clId="{8B0E17BE-C8D8-43FC-A731-BE19A50FBB38}" dt="2026-08-19T18:20:50.691" v="2632" actId="478"/>
          <ac:spMkLst>
            <pc:docMk/>
            <pc:sldMk cId="1708978405" sldId="1325"/>
            <ac:spMk id="2" creationId="{78FFC31D-8AAF-D18D-89FF-049D7E1FBC32}"/>
          </ac:spMkLst>
        </pc:spChg>
        <pc:spChg chg="mod">
          <ac:chgData name="Cordingley, Russ" userId="ca63eab7-8259-4e34-b8eb-024af8e30be0" providerId="ADAL" clId="{8B0E17BE-C8D8-43FC-A731-BE19A50FBB38}" dt="2026-08-19T18:39:11.807" v="2793" actId="313"/>
          <ac:spMkLst>
            <pc:docMk/>
            <pc:sldMk cId="1708978405" sldId="1325"/>
            <ac:spMk id="10" creationId="{DA9C891C-5047-026E-48CA-5B3A700EC2FA}"/>
          </ac:spMkLst>
        </pc:spChg>
        <pc:spChg chg="add">
          <ac:chgData name="Cordingley, Russ" userId="ca63eab7-8259-4e34-b8eb-024af8e30be0" providerId="ADAL" clId="{8B0E17BE-C8D8-43FC-A731-BE19A50FBB38}" dt="2026-08-19T18:37:59.729" v="2739" actId="22"/>
          <ac:spMkLst>
            <pc:docMk/>
            <pc:sldMk cId="1708978405" sldId="1325"/>
            <ac:spMk id="17" creationId="{B07323B7-D106-328F-38DF-E20810B191B6}"/>
          </ac:spMkLst>
        </pc:spChg>
        <pc:spChg chg="add">
          <ac:chgData name="Cordingley, Russ" userId="ca63eab7-8259-4e34-b8eb-024af8e30be0" providerId="ADAL" clId="{8B0E17BE-C8D8-43FC-A731-BE19A50FBB38}" dt="2026-08-19T18:37:59.729" v="2739" actId="22"/>
          <ac:spMkLst>
            <pc:docMk/>
            <pc:sldMk cId="1708978405" sldId="1325"/>
            <ac:spMk id="24" creationId="{93894716-6422-30C3-B6CE-16BCFD8D4363}"/>
          </ac:spMkLst>
        </pc:spChg>
        <pc:spChg chg="add">
          <ac:chgData name="Cordingley, Russ" userId="ca63eab7-8259-4e34-b8eb-024af8e30be0" providerId="ADAL" clId="{8B0E17BE-C8D8-43FC-A731-BE19A50FBB38}" dt="2026-08-19T18:37:59.729" v="2739" actId="22"/>
          <ac:spMkLst>
            <pc:docMk/>
            <pc:sldMk cId="1708978405" sldId="1325"/>
            <ac:spMk id="26" creationId="{CAC015A8-B5B2-74EE-B696-F7D8BB399107}"/>
          </ac:spMkLst>
        </pc:spChg>
        <pc:spChg chg="add">
          <ac:chgData name="Cordingley, Russ" userId="ca63eab7-8259-4e34-b8eb-024af8e30be0" providerId="ADAL" clId="{8B0E17BE-C8D8-43FC-A731-BE19A50FBB38}" dt="2026-08-19T18:37:59.729" v="2739" actId="22"/>
          <ac:spMkLst>
            <pc:docMk/>
            <pc:sldMk cId="1708978405" sldId="1325"/>
            <ac:spMk id="38" creationId="{7AB0FBB8-010E-E209-03AA-0A4CC2DC2A61}"/>
          </ac:spMkLst>
        </pc:spChg>
        <pc:spChg chg="add">
          <ac:chgData name="Cordingley, Russ" userId="ca63eab7-8259-4e34-b8eb-024af8e30be0" providerId="ADAL" clId="{8B0E17BE-C8D8-43FC-A731-BE19A50FBB38}" dt="2026-08-19T18:37:59.729" v="2739" actId="22"/>
          <ac:spMkLst>
            <pc:docMk/>
            <pc:sldMk cId="1708978405" sldId="1325"/>
            <ac:spMk id="46" creationId="{D391350C-ABF5-55A1-68FB-BCF8F6F053E1}"/>
          </ac:spMkLst>
        </pc:spChg>
        <pc:spChg chg="add">
          <ac:chgData name="Cordingley, Russ" userId="ca63eab7-8259-4e34-b8eb-024af8e30be0" providerId="ADAL" clId="{8B0E17BE-C8D8-43FC-A731-BE19A50FBB38}" dt="2026-08-19T18:37:59.729" v="2739" actId="22"/>
          <ac:spMkLst>
            <pc:docMk/>
            <pc:sldMk cId="1708978405" sldId="1325"/>
            <ac:spMk id="54" creationId="{1D5B3BB3-684B-5D1C-AF11-670122BE9D22}"/>
          </ac:spMkLst>
        </pc:spChg>
        <pc:spChg chg="add">
          <ac:chgData name="Cordingley, Russ" userId="ca63eab7-8259-4e34-b8eb-024af8e30be0" providerId="ADAL" clId="{8B0E17BE-C8D8-43FC-A731-BE19A50FBB38}" dt="2026-08-19T18:37:59.729" v="2739" actId="22"/>
          <ac:spMkLst>
            <pc:docMk/>
            <pc:sldMk cId="1708978405" sldId="1325"/>
            <ac:spMk id="82" creationId="{F7A18B61-2090-BD4E-4403-9F1A0F5AE0CF}"/>
          </ac:spMkLst>
        </pc:spChg>
        <pc:spChg chg="add">
          <ac:chgData name="Cordingley, Russ" userId="ca63eab7-8259-4e34-b8eb-024af8e30be0" providerId="ADAL" clId="{8B0E17BE-C8D8-43FC-A731-BE19A50FBB38}" dt="2026-08-19T18:37:59.729" v="2739" actId="22"/>
          <ac:spMkLst>
            <pc:docMk/>
            <pc:sldMk cId="1708978405" sldId="1325"/>
            <ac:spMk id="106" creationId="{B2386A71-F655-B26D-474D-0454E2FB018C}"/>
          </ac:spMkLst>
        </pc:spChg>
        <pc:spChg chg="add">
          <ac:chgData name="Cordingley, Russ" userId="ca63eab7-8259-4e34-b8eb-024af8e30be0" providerId="ADAL" clId="{8B0E17BE-C8D8-43FC-A731-BE19A50FBB38}" dt="2026-08-19T18:37:59.729" v="2739" actId="22"/>
          <ac:spMkLst>
            <pc:docMk/>
            <pc:sldMk cId="1708978405" sldId="1325"/>
            <ac:spMk id="122" creationId="{6DB735E6-440D-7D38-BAED-90E7E60ED4E4}"/>
          </ac:spMkLst>
        </pc:spChg>
        <pc:spChg chg="add">
          <ac:chgData name="Cordingley, Russ" userId="ca63eab7-8259-4e34-b8eb-024af8e30be0" providerId="ADAL" clId="{8B0E17BE-C8D8-43FC-A731-BE19A50FBB38}" dt="2026-08-19T18:37:59.729" v="2739" actId="22"/>
          <ac:spMkLst>
            <pc:docMk/>
            <pc:sldMk cId="1708978405" sldId="1325"/>
            <ac:spMk id="126" creationId="{D382F6A0-A957-97C0-649C-E0CE2ECDA00E}"/>
          </ac:spMkLst>
        </pc:spChg>
        <pc:grpChg chg="del">
          <ac:chgData name="Cordingley, Russ" userId="ca63eab7-8259-4e34-b8eb-024af8e30be0" providerId="ADAL" clId="{8B0E17BE-C8D8-43FC-A731-BE19A50FBB38}" dt="2026-08-19T18:20:50.691" v="2632" actId="478"/>
          <ac:grpSpMkLst>
            <pc:docMk/>
            <pc:sldMk cId="1708978405" sldId="1325"/>
            <ac:grpSpMk id="150" creationId="{72BD9256-2D32-8752-B99D-0D1999D1568B}"/>
          </ac:grpSpMkLst>
        </pc:grpChg>
      </pc:sldChg>
      <pc:sldChg chg="add">
        <pc:chgData name="Cordingley, Russ" userId="ca63eab7-8259-4e34-b8eb-024af8e30be0" providerId="ADAL" clId="{8B0E17BE-C8D8-43FC-A731-BE19A50FBB38}" dt="2026-08-19T18:33:56.819" v="2722" actId="2890"/>
        <pc:sldMkLst>
          <pc:docMk/>
          <pc:sldMk cId="1808485662" sldId="1326"/>
        </pc:sldMkLst>
      </pc:sldChg>
      <pc:sldChg chg="modSp add mod">
        <pc:chgData name="Cordingley, Russ" userId="ca63eab7-8259-4e34-b8eb-024af8e30be0" providerId="ADAL" clId="{8B0E17BE-C8D8-43FC-A731-BE19A50FBB38}" dt="2026-08-19T18:36:23.867" v="2733" actId="207"/>
        <pc:sldMkLst>
          <pc:docMk/>
          <pc:sldMk cId="318837570" sldId="1327"/>
        </pc:sldMkLst>
        <pc:spChg chg="mod">
          <ac:chgData name="Cordingley, Russ" userId="ca63eab7-8259-4e34-b8eb-024af8e30be0" providerId="ADAL" clId="{8B0E17BE-C8D8-43FC-A731-BE19A50FBB38}" dt="2026-08-19T18:36:23.867" v="2733" actId="207"/>
          <ac:spMkLst>
            <pc:docMk/>
            <pc:sldMk cId="318837570" sldId="1327"/>
            <ac:spMk id="9" creationId="{FEA7535C-E085-2998-6EEC-A7B66C140592}"/>
          </ac:spMkLst>
        </pc:spChg>
      </pc:sldChg>
      <pc:sldChg chg="addSp delSp modSp add mod">
        <pc:chgData name="Cordingley, Russ" userId="ca63eab7-8259-4e34-b8eb-024af8e30be0" providerId="ADAL" clId="{8B0E17BE-C8D8-43FC-A731-BE19A50FBB38}" dt="2026-08-19T18:53:29.625" v="2820" actId="1076"/>
        <pc:sldMkLst>
          <pc:docMk/>
          <pc:sldMk cId="3173053693" sldId="1328"/>
        </pc:sldMkLst>
        <pc:spChg chg="del">
          <ac:chgData name="Cordingley, Russ" userId="ca63eab7-8259-4e34-b8eb-024af8e30be0" providerId="ADAL" clId="{8B0E17BE-C8D8-43FC-A731-BE19A50FBB38}" dt="2026-08-19T18:51:28.762" v="2796" actId="478"/>
          <ac:spMkLst>
            <pc:docMk/>
            <pc:sldMk cId="3173053693" sldId="1328"/>
            <ac:spMk id="6" creationId="{4AF43976-CA1C-7FD0-8545-C04CC7636F07}"/>
          </ac:spMkLst>
        </pc:spChg>
        <pc:spChg chg="add del">
          <ac:chgData name="Cordingley, Russ" userId="ca63eab7-8259-4e34-b8eb-024af8e30be0" providerId="ADAL" clId="{8B0E17BE-C8D8-43FC-A731-BE19A50FBB38}" dt="2026-08-19T18:51:36.329" v="2799" actId="22"/>
          <ac:spMkLst>
            <pc:docMk/>
            <pc:sldMk cId="3173053693" sldId="1328"/>
            <ac:spMk id="7" creationId="{25AD8D17-B28F-7160-811D-9EAC0ED17228}"/>
          </ac:spMkLst>
        </pc:spChg>
        <pc:spChg chg="mod">
          <ac:chgData name="Cordingley, Russ" userId="ca63eab7-8259-4e34-b8eb-024af8e30be0" providerId="ADAL" clId="{8B0E17BE-C8D8-43FC-A731-BE19A50FBB38}" dt="2026-08-19T18:50:56.532" v="2795"/>
          <ac:spMkLst>
            <pc:docMk/>
            <pc:sldMk cId="3173053693" sldId="1328"/>
            <ac:spMk id="10" creationId="{3263561A-6888-80E0-B659-1C5AF0E4CB78}"/>
          </ac:spMkLst>
        </pc:spChg>
        <pc:spChg chg="add mod">
          <ac:chgData name="Cordingley, Russ" userId="ca63eab7-8259-4e34-b8eb-024af8e30be0" providerId="ADAL" clId="{8B0E17BE-C8D8-43FC-A731-BE19A50FBB38}" dt="2026-08-19T18:52:37.885" v="2811" actId="20577"/>
          <ac:spMkLst>
            <pc:docMk/>
            <pc:sldMk cId="3173053693" sldId="1328"/>
            <ac:spMk id="11" creationId="{EA90C827-1BDB-82D4-776D-DC1CE1B257C7}"/>
          </ac:spMkLst>
        </pc:spChg>
        <pc:spChg chg="add del">
          <ac:chgData name="Cordingley, Russ" userId="ca63eab7-8259-4e34-b8eb-024af8e30be0" providerId="ADAL" clId="{8B0E17BE-C8D8-43FC-A731-BE19A50FBB38}" dt="2026-08-19T18:53:18.916" v="2817" actId="22"/>
          <ac:spMkLst>
            <pc:docMk/>
            <pc:sldMk cId="3173053693" sldId="1328"/>
            <ac:spMk id="13" creationId="{E3E2CDF8-2DA0-F045-29AC-82CC4A29A6B5}"/>
          </ac:spMkLst>
        </pc:spChg>
        <pc:spChg chg="add mod">
          <ac:chgData name="Cordingley, Russ" userId="ca63eab7-8259-4e34-b8eb-024af8e30be0" providerId="ADAL" clId="{8B0E17BE-C8D8-43FC-A731-BE19A50FBB38}" dt="2026-08-19T18:53:29.625" v="2820" actId="1076"/>
          <ac:spMkLst>
            <pc:docMk/>
            <pc:sldMk cId="3173053693" sldId="1328"/>
            <ac:spMk id="15" creationId="{52BFB440-3488-E766-4C6C-6DDA8BF5CE30}"/>
          </ac:spMkLst>
        </pc:spChg>
        <pc:graphicFrameChg chg="add mod">
          <ac:chgData name="Cordingley, Russ" userId="ca63eab7-8259-4e34-b8eb-024af8e30be0" providerId="ADAL" clId="{8B0E17BE-C8D8-43FC-A731-BE19A50FBB38}" dt="2026-08-19T18:50:52.086" v="2794"/>
          <ac:graphicFrameMkLst>
            <pc:docMk/>
            <pc:sldMk cId="3173053693" sldId="1328"/>
            <ac:graphicFrameMk id="2" creationId="{D1299AFC-C295-DC60-89AC-E0AED267AB75}"/>
          </ac:graphicFrameMkLst>
        </pc:graphicFrameChg>
        <pc:graphicFrameChg chg="add mod">
          <ac:chgData name="Cordingley, Russ" userId="ca63eab7-8259-4e34-b8eb-024af8e30be0" providerId="ADAL" clId="{8B0E17BE-C8D8-43FC-A731-BE19A50FBB38}" dt="2026-08-19T18:51:30.070" v="2797"/>
          <ac:graphicFrameMkLst>
            <pc:docMk/>
            <pc:sldMk cId="3173053693" sldId="1328"/>
            <ac:graphicFrameMk id="3" creationId="{C416F52F-B6D9-E0E5-21BF-15DBF799242A}"/>
          </ac:graphicFrameMkLst>
        </pc:graphicFrameChg>
        <pc:graphicFrameChg chg="add del mod modGraphic">
          <ac:chgData name="Cordingley, Russ" userId="ca63eab7-8259-4e34-b8eb-024af8e30be0" providerId="ADAL" clId="{8B0E17BE-C8D8-43FC-A731-BE19A50FBB38}" dt="2026-08-19T18:53:24.968" v="2819" actId="478"/>
          <ac:graphicFrameMkLst>
            <pc:docMk/>
            <pc:sldMk cId="3173053693" sldId="1328"/>
            <ac:graphicFrameMk id="8" creationId="{B93029F1-0D0B-6198-98D8-0FD9A65A6075}"/>
          </ac:graphicFrameMkLst>
        </pc:graphicFrameChg>
      </pc:sldChg>
      <pc:sldChg chg="modSp add mod">
        <pc:chgData name="Cordingley, Russ" userId="ca63eab7-8259-4e34-b8eb-024af8e30be0" providerId="ADAL" clId="{8B0E17BE-C8D8-43FC-A731-BE19A50FBB38}" dt="2026-08-19T18:37:11.154" v="2738" actId="207"/>
        <pc:sldMkLst>
          <pc:docMk/>
          <pc:sldMk cId="587910636" sldId="1329"/>
        </pc:sldMkLst>
        <pc:spChg chg="mod">
          <ac:chgData name="Cordingley, Russ" userId="ca63eab7-8259-4e34-b8eb-024af8e30be0" providerId="ADAL" clId="{8B0E17BE-C8D8-43FC-A731-BE19A50FBB38}" dt="2026-08-19T18:37:11.154" v="2738" actId="207"/>
          <ac:spMkLst>
            <pc:docMk/>
            <pc:sldMk cId="587910636" sldId="1329"/>
            <ac:spMk id="9" creationId="{B5520736-E3E8-EEDA-3658-608346BD5B0C}"/>
          </ac:spMkLst>
        </pc:spChg>
      </pc:sldChg>
      <pc:sldChg chg="addSp delSp modSp add mod">
        <pc:chgData name="Cordingley, Russ" userId="ca63eab7-8259-4e34-b8eb-024af8e30be0" providerId="ADAL" clId="{8B0E17BE-C8D8-43FC-A731-BE19A50FBB38}" dt="2026-08-19T19:20:43.589" v="2940" actId="1076"/>
        <pc:sldMkLst>
          <pc:docMk/>
          <pc:sldMk cId="1727078247" sldId="1330"/>
        </pc:sldMkLst>
        <pc:spChg chg="add del">
          <ac:chgData name="Cordingley, Russ" userId="ca63eab7-8259-4e34-b8eb-024af8e30be0" providerId="ADAL" clId="{8B0E17BE-C8D8-43FC-A731-BE19A50FBB38}" dt="2026-08-19T19:19:02.185" v="2902" actId="22"/>
          <ac:spMkLst>
            <pc:docMk/>
            <pc:sldMk cId="1727078247" sldId="1330"/>
            <ac:spMk id="3" creationId="{AB16E3C2-A78C-167F-3BBB-21C012BB3AE9}"/>
          </ac:spMkLst>
        </pc:spChg>
        <pc:spChg chg="del">
          <ac:chgData name="Cordingley, Russ" userId="ca63eab7-8259-4e34-b8eb-024af8e30be0" providerId="ADAL" clId="{8B0E17BE-C8D8-43FC-A731-BE19A50FBB38}" dt="2026-08-19T19:19:27.391" v="2909" actId="478"/>
          <ac:spMkLst>
            <pc:docMk/>
            <pc:sldMk cId="1727078247" sldId="1330"/>
            <ac:spMk id="4" creationId="{7C1DBF06-1FBB-5854-907B-DDFDBB8EC647}"/>
          </ac:spMkLst>
        </pc:spChg>
        <pc:spChg chg="del">
          <ac:chgData name="Cordingley, Russ" userId="ca63eab7-8259-4e34-b8eb-024af8e30be0" providerId="ADAL" clId="{8B0E17BE-C8D8-43FC-A731-BE19A50FBB38}" dt="2026-08-19T19:19:27.391" v="2909" actId="478"/>
          <ac:spMkLst>
            <pc:docMk/>
            <pc:sldMk cId="1727078247" sldId="1330"/>
            <ac:spMk id="6" creationId="{5D99D163-7060-D9BA-CC39-3DC53AA96A95}"/>
          </ac:spMkLst>
        </pc:spChg>
        <pc:spChg chg="add mod">
          <ac:chgData name="Cordingley, Russ" userId="ca63eab7-8259-4e34-b8eb-024af8e30be0" providerId="ADAL" clId="{8B0E17BE-C8D8-43FC-A731-BE19A50FBB38}" dt="2026-08-19T19:19:46.665" v="2911" actId="20577"/>
          <ac:spMkLst>
            <pc:docMk/>
            <pc:sldMk cId="1727078247" sldId="1330"/>
            <ac:spMk id="8" creationId="{F81CC421-4276-4BBE-67A4-B33C52F15DDD}"/>
          </ac:spMkLst>
        </pc:spChg>
        <pc:spChg chg="mod">
          <ac:chgData name="Cordingley, Russ" userId="ca63eab7-8259-4e34-b8eb-024af8e30be0" providerId="ADAL" clId="{8B0E17BE-C8D8-43FC-A731-BE19A50FBB38}" dt="2026-08-19T19:18:19.702" v="2900"/>
          <ac:spMkLst>
            <pc:docMk/>
            <pc:sldMk cId="1727078247" sldId="1330"/>
            <ac:spMk id="10" creationId="{63C8A802-FAD3-F9C7-587D-C380ADFBEF85}"/>
          </ac:spMkLst>
        </pc:spChg>
        <pc:spChg chg="add mod">
          <ac:chgData name="Cordingley, Russ" userId="ca63eab7-8259-4e34-b8eb-024af8e30be0" providerId="ADAL" clId="{8B0E17BE-C8D8-43FC-A731-BE19A50FBB38}" dt="2026-08-19T19:20:05.809" v="2922" actId="14100"/>
          <ac:spMkLst>
            <pc:docMk/>
            <pc:sldMk cId="1727078247" sldId="1330"/>
            <ac:spMk id="11" creationId="{0BC0D1C2-E33F-3007-A785-7C2047C03B1F}"/>
          </ac:spMkLst>
        </pc:spChg>
        <pc:spChg chg="add mod">
          <ac:chgData name="Cordingley, Russ" userId="ca63eab7-8259-4e34-b8eb-024af8e30be0" providerId="ADAL" clId="{8B0E17BE-C8D8-43FC-A731-BE19A50FBB38}" dt="2026-08-19T19:20:43.589" v="2940" actId="1076"/>
          <ac:spMkLst>
            <pc:docMk/>
            <pc:sldMk cId="1727078247" sldId="1330"/>
            <ac:spMk id="13" creationId="{8EE87E0A-6425-9AAE-A7E8-95619919E0D4}"/>
          </ac:spMkLst>
        </pc:spChg>
        <pc:graphicFrameChg chg="add del mod modGraphic">
          <ac:chgData name="Cordingley, Russ" userId="ca63eab7-8259-4e34-b8eb-024af8e30be0" providerId="ADAL" clId="{8B0E17BE-C8D8-43FC-A731-BE19A50FBB38}" dt="2026-08-19T19:19:27.391" v="2909" actId="478"/>
          <ac:graphicFrameMkLst>
            <pc:docMk/>
            <pc:sldMk cId="1727078247" sldId="1330"/>
            <ac:graphicFrameMk id="5" creationId="{176EA20D-7C71-24A1-A40C-C364F05CD678}"/>
          </ac:graphicFrameMkLst>
        </pc:graphicFrameChg>
      </pc:sldChg>
      <pc:sldChg chg="add del">
        <pc:chgData name="Cordingley, Russ" userId="ca63eab7-8259-4e34-b8eb-024af8e30be0" providerId="ADAL" clId="{8B0E17BE-C8D8-43FC-A731-BE19A50FBB38}" dt="2026-08-19T18:36:47.992" v="2736"/>
        <pc:sldMkLst>
          <pc:docMk/>
          <pc:sldMk cId="4702684" sldId="1331"/>
        </pc:sldMkLst>
      </pc:sldChg>
      <pc:sldChg chg="addSp delSp modSp add mod modNotesTx">
        <pc:chgData name="Cordingley, Russ" userId="ca63eab7-8259-4e34-b8eb-024af8e30be0" providerId="ADAL" clId="{8B0E17BE-C8D8-43FC-A731-BE19A50FBB38}" dt="2026-08-19T19:04:55.193" v="2880" actId="20577"/>
        <pc:sldMkLst>
          <pc:docMk/>
          <pc:sldMk cId="1325070445" sldId="1331"/>
        </pc:sldMkLst>
        <pc:spChg chg="add mod">
          <ac:chgData name="Cordingley, Russ" userId="ca63eab7-8259-4e34-b8eb-024af8e30be0" providerId="ADAL" clId="{8B0E17BE-C8D8-43FC-A731-BE19A50FBB38}" dt="2026-08-19T18:57:07.790" v="2835" actId="1076"/>
          <ac:spMkLst>
            <pc:docMk/>
            <pc:sldMk cId="1325070445" sldId="1331"/>
            <ac:spMk id="6" creationId="{DB30F17A-7793-A066-B671-8387BDD7B691}"/>
          </ac:spMkLst>
        </pc:spChg>
        <pc:spChg chg="add mod">
          <ac:chgData name="Cordingley, Russ" userId="ca63eab7-8259-4e34-b8eb-024af8e30be0" providerId="ADAL" clId="{8B0E17BE-C8D8-43FC-A731-BE19A50FBB38}" dt="2026-08-19T18:57:44.547" v="2840" actId="1076"/>
          <ac:spMkLst>
            <pc:docMk/>
            <pc:sldMk cId="1325070445" sldId="1331"/>
            <ac:spMk id="9" creationId="{D64FA6D0-705E-CB39-58EF-9DE9062A43A9}"/>
          </ac:spMkLst>
        </pc:spChg>
        <pc:spChg chg="mod">
          <ac:chgData name="Cordingley, Russ" userId="ca63eab7-8259-4e34-b8eb-024af8e30be0" providerId="ADAL" clId="{8B0E17BE-C8D8-43FC-A731-BE19A50FBB38}" dt="2026-08-19T18:55:54.840" v="2828"/>
          <ac:spMkLst>
            <pc:docMk/>
            <pc:sldMk cId="1325070445" sldId="1331"/>
            <ac:spMk id="10" creationId="{A55BD651-D7C1-DBA4-B1FB-E866089A5C5C}"/>
          </ac:spMkLst>
        </pc:spChg>
        <pc:spChg chg="del">
          <ac:chgData name="Cordingley, Russ" userId="ca63eab7-8259-4e34-b8eb-024af8e30be0" providerId="ADAL" clId="{8B0E17BE-C8D8-43FC-A731-BE19A50FBB38}" dt="2026-08-19T18:56:38.536" v="2834" actId="478"/>
          <ac:spMkLst>
            <pc:docMk/>
            <pc:sldMk cId="1325070445" sldId="1331"/>
            <ac:spMk id="11" creationId="{523E0F02-1BCC-7B8C-1A40-505744BFC3E0}"/>
          </ac:spMkLst>
        </pc:spChg>
        <pc:spChg chg="del">
          <ac:chgData name="Cordingley, Russ" userId="ca63eab7-8259-4e34-b8eb-024af8e30be0" providerId="ADAL" clId="{8B0E17BE-C8D8-43FC-A731-BE19A50FBB38}" dt="2026-08-19T18:56:20.118" v="2829" actId="478"/>
          <ac:spMkLst>
            <pc:docMk/>
            <pc:sldMk cId="1325070445" sldId="1331"/>
            <ac:spMk id="15" creationId="{F75EAF9B-A285-B3E2-167A-A3F3750A136D}"/>
          </ac:spMkLst>
        </pc:spChg>
        <pc:graphicFrameChg chg="add mod">
          <ac:chgData name="Cordingley, Russ" userId="ca63eab7-8259-4e34-b8eb-024af8e30be0" providerId="ADAL" clId="{8B0E17BE-C8D8-43FC-A731-BE19A50FBB38}" dt="2026-08-19T18:55:50.635" v="2827"/>
          <ac:graphicFrameMkLst>
            <pc:docMk/>
            <pc:sldMk cId="1325070445" sldId="1331"/>
            <ac:graphicFrameMk id="2" creationId="{A9754440-F4CD-30DC-7F1F-F1C2BD755F9E}"/>
          </ac:graphicFrameMkLst>
        </pc:graphicFrameChg>
        <pc:graphicFrameChg chg="add del mod">
          <ac:chgData name="Cordingley, Russ" userId="ca63eab7-8259-4e34-b8eb-024af8e30be0" providerId="ADAL" clId="{8B0E17BE-C8D8-43FC-A731-BE19A50FBB38}" dt="2026-08-19T18:56:35.291" v="2833" actId="478"/>
          <ac:graphicFrameMkLst>
            <pc:docMk/>
            <pc:sldMk cId="1325070445" sldId="1331"/>
            <ac:graphicFrameMk id="3" creationId="{31472C10-D2FA-7BFD-867E-4E64A286F5E8}"/>
          </ac:graphicFrameMkLst>
        </pc:graphicFrameChg>
        <pc:graphicFrameChg chg="add del mod">
          <ac:chgData name="Cordingley, Russ" userId="ca63eab7-8259-4e34-b8eb-024af8e30be0" providerId="ADAL" clId="{8B0E17BE-C8D8-43FC-A731-BE19A50FBB38}" dt="2026-08-19T18:57:46.201" v="2841" actId="478"/>
          <ac:graphicFrameMkLst>
            <pc:docMk/>
            <pc:sldMk cId="1325070445" sldId="1331"/>
            <ac:graphicFrameMk id="7" creationId="{E58DEC38-D06C-CB3C-7158-10AB56242797}"/>
          </ac:graphicFrameMkLst>
        </pc:graphicFrameChg>
      </pc:sldChg>
      <pc:sldChg chg="addSp delSp modSp add mod modNotesTx">
        <pc:chgData name="Cordingley, Russ" userId="ca63eab7-8259-4e34-b8eb-024af8e30be0" providerId="ADAL" clId="{8B0E17BE-C8D8-43FC-A731-BE19A50FBB38}" dt="2026-08-19T19:12:05.589" v="2888" actId="20577"/>
        <pc:sldMkLst>
          <pc:docMk/>
          <pc:sldMk cId="3681543910" sldId="1332"/>
        </pc:sldMkLst>
        <pc:spChg chg="del">
          <ac:chgData name="Cordingley, Russ" userId="ca63eab7-8259-4e34-b8eb-024af8e30be0" providerId="ADAL" clId="{8B0E17BE-C8D8-43FC-A731-BE19A50FBB38}" dt="2026-08-19T19:00:44.411" v="2846" actId="478"/>
          <ac:spMkLst>
            <pc:docMk/>
            <pc:sldMk cId="3681543910" sldId="1332"/>
            <ac:spMk id="6" creationId="{6EC4DE7A-D4C2-7173-D18C-43B04B7FC8B5}"/>
          </ac:spMkLst>
        </pc:spChg>
        <pc:spChg chg="add mod">
          <ac:chgData name="Cordingley, Russ" userId="ca63eab7-8259-4e34-b8eb-024af8e30be0" providerId="ADAL" clId="{8B0E17BE-C8D8-43FC-A731-BE19A50FBB38}" dt="2026-08-19T19:01:30.252" v="2855" actId="5793"/>
          <ac:spMkLst>
            <pc:docMk/>
            <pc:sldMk cId="3681543910" sldId="1332"/>
            <ac:spMk id="7" creationId="{C56BDD50-741B-2B4C-E585-4C280022B8BA}"/>
          </ac:spMkLst>
        </pc:spChg>
        <pc:spChg chg="del">
          <ac:chgData name="Cordingley, Russ" userId="ca63eab7-8259-4e34-b8eb-024af8e30be0" providerId="ADAL" clId="{8B0E17BE-C8D8-43FC-A731-BE19A50FBB38}" dt="2026-08-19T18:59:48.529" v="2843" actId="478"/>
          <ac:spMkLst>
            <pc:docMk/>
            <pc:sldMk cId="3681543910" sldId="1332"/>
            <ac:spMk id="9" creationId="{0B14D1FB-CC62-6891-FA8E-F5A314AA248D}"/>
          </ac:spMkLst>
        </pc:spChg>
        <pc:spChg chg="mod">
          <ac:chgData name="Cordingley, Russ" userId="ca63eab7-8259-4e34-b8eb-024af8e30be0" providerId="ADAL" clId="{8B0E17BE-C8D8-43FC-A731-BE19A50FBB38}" dt="2026-08-19T19:00:10.045" v="2845"/>
          <ac:spMkLst>
            <pc:docMk/>
            <pc:sldMk cId="3681543910" sldId="1332"/>
            <ac:spMk id="10" creationId="{400651A1-D4EE-1A50-F91B-FCE07B636930}"/>
          </ac:spMkLst>
        </pc:spChg>
        <pc:spChg chg="add mod">
          <ac:chgData name="Cordingley, Russ" userId="ca63eab7-8259-4e34-b8eb-024af8e30be0" providerId="ADAL" clId="{8B0E17BE-C8D8-43FC-A731-BE19A50FBB38}" dt="2026-08-19T19:09:52.860" v="2885" actId="20577"/>
          <ac:spMkLst>
            <pc:docMk/>
            <pc:sldMk cId="3681543910" sldId="1332"/>
            <ac:spMk id="11" creationId="{2683DD3F-ADC9-4663-4B99-7DCB04F560B5}"/>
          </ac:spMkLst>
        </pc:spChg>
        <pc:graphicFrameChg chg="add mod">
          <ac:chgData name="Cordingley, Russ" userId="ca63eab7-8259-4e34-b8eb-024af8e30be0" providerId="ADAL" clId="{8B0E17BE-C8D8-43FC-A731-BE19A50FBB38}" dt="2026-08-19T19:00:01.489" v="2844"/>
          <ac:graphicFrameMkLst>
            <pc:docMk/>
            <pc:sldMk cId="3681543910" sldId="1332"/>
            <ac:graphicFrameMk id="2" creationId="{5894A67F-01FB-5436-5639-1C38740C926C}"/>
          </ac:graphicFrameMkLst>
        </pc:graphicFrameChg>
        <pc:graphicFrameChg chg="add del mod">
          <ac:chgData name="Cordingley, Russ" userId="ca63eab7-8259-4e34-b8eb-024af8e30be0" providerId="ADAL" clId="{8B0E17BE-C8D8-43FC-A731-BE19A50FBB38}" dt="2026-08-19T19:00:58.910" v="2850" actId="478"/>
          <ac:graphicFrameMkLst>
            <pc:docMk/>
            <pc:sldMk cId="3681543910" sldId="1332"/>
            <ac:graphicFrameMk id="3" creationId="{257C429C-1E8E-76B7-ED3D-497A97F2DAF8}"/>
          </ac:graphicFrameMkLst>
        </pc:graphicFrameChg>
      </pc:sldChg>
      <pc:sldChg chg="add del">
        <pc:chgData name="Cordingley, Russ" userId="ca63eab7-8259-4e34-b8eb-024af8e30be0" providerId="ADAL" clId="{8B0E17BE-C8D8-43FC-A731-BE19A50FBB38}" dt="2026-08-19T18:36:47.992" v="2736"/>
        <pc:sldMkLst>
          <pc:docMk/>
          <pc:sldMk cId="4234202287" sldId="1332"/>
        </pc:sldMkLst>
      </pc:sldChg>
      <pc:sldChg chg="addSp delSp modSp add mod modNotesTx">
        <pc:chgData name="Cordingley, Russ" userId="ca63eab7-8259-4e34-b8eb-024af8e30be0" providerId="ADAL" clId="{8B0E17BE-C8D8-43FC-A731-BE19A50FBB38}" dt="2026-08-19T19:13:02.492" v="2892" actId="20577"/>
        <pc:sldMkLst>
          <pc:docMk/>
          <pc:sldMk cId="1856302770" sldId="1333"/>
        </pc:sldMkLst>
        <pc:spChg chg="add mod">
          <ac:chgData name="Cordingley, Russ" userId="ca63eab7-8259-4e34-b8eb-024af8e30be0" providerId="ADAL" clId="{8B0E17BE-C8D8-43FC-A731-BE19A50FBB38}" dt="2026-08-19T19:04:22.641" v="2879" actId="14100"/>
          <ac:spMkLst>
            <pc:docMk/>
            <pc:sldMk cId="1856302770" sldId="1333"/>
            <ac:spMk id="6" creationId="{15804F43-6CB1-C25F-F4F3-85731C1C52CF}"/>
          </ac:spMkLst>
        </pc:spChg>
        <pc:spChg chg="del">
          <ac:chgData name="Cordingley, Russ" userId="ca63eab7-8259-4e34-b8eb-024af8e30be0" providerId="ADAL" clId="{8B0E17BE-C8D8-43FC-A731-BE19A50FBB38}" dt="2026-08-19T19:03:10.624" v="2867" actId="478"/>
          <ac:spMkLst>
            <pc:docMk/>
            <pc:sldMk cId="1856302770" sldId="1333"/>
            <ac:spMk id="7" creationId="{F25F9E58-5067-82B8-5CFF-C3A7C63CB521}"/>
          </ac:spMkLst>
        </pc:spChg>
        <pc:spChg chg="mod">
          <ac:chgData name="Cordingley, Russ" userId="ca63eab7-8259-4e34-b8eb-024af8e30be0" providerId="ADAL" clId="{8B0E17BE-C8D8-43FC-A731-BE19A50FBB38}" dt="2026-08-19T19:02:40.569" v="2866"/>
          <ac:spMkLst>
            <pc:docMk/>
            <pc:sldMk cId="1856302770" sldId="1333"/>
            <ac:spMk id="10" creationId="{CB6D9735-FAAE-E54D-DF60-2EDC9345468B}"/>
          </ac:spMkLst>
        </pc:spChg>
        <pc:spChg chg="del">
          <ac:chgData name="Cordingley, Russ" userId="ca63eab7-8259-4e34-b8eb-024af8e30be0" providerId="ADAL" clId="{8B0E17BE-C8D8-43FC-A731-BE19A50FBB38}" dt="2026-08-19T19:03:10.624" v="2867" actId="478"/>
          <ac:spMkLst>
            <pc:docMk/>
            <pc:sldMk cId="1856302770" sldId="1333"/>
            <ac:spMk id="11" creationId="{DE8087C0-8B17-4003-A742-0A08D14CDBB0}"/>
          </ac:spMkLst>
        </pc:spChg>
        <pc:graphicFrameChg chg="add del mod">
          <ac:chgData name="Cordingley, Russ" userId="ca63eab7-8259-4e34-b8eb-024af8e30be0" providerId="ADAL" clId="{8B0E17BE-C8D8-43FC-A731-BE19A50FBB38}" dt="2026-08-19T19:02:37.408" v="2865" actId="478"/>
          <ac:graphicFrameMkLst>
            <pc:docMk/>
            <pc:sldMk cId="1856302770" sldId="1333"/>
            <ac:graphicFrameMk id="2" creationId="{22FEC5F6-3093-0701-24D6-E2DEE244E37B}"/>
          </ac:graphicFrameMkLst>
        </pc:graphicFrameChg>
        <pc:graphicFrameChg chg="add del mod modGraphic">
          <ac:chgData name="Cordingley, Russ" userId="ca63eab7-8259-4e34-b8eb-024af8e30be0" providerId="ADAL" clId="{8B0E17BE-C8D8-43FC-A731-BE19A50FBB38}" dt="2026-08-19T19:04:15.463" v="2876" actId="478"/>
          <ac:graphicFrameMkLst>
            <pc:docMk/>
            <pc:sldMk cId="1856302770" sldId="1333"/>
            <ac:graphicFrameMk id="3" creationId="{3D460703-F58A-AE25-1B32-4E6A8A3FFFB4}"/>
          </ac:graphicFrameMkLst>
        </pc:graphicFrameChg>
        <pc:graphicFrameChg chg="add mod">
          <ac:chgData name="Cordingley, Russ" userId="ca63eab7-8259-4e34-b8eb-024af8e30be0" providerId="ADAL" clId="{8B0E17BE-C8D8-43FC-A731-BE19A50FBB38}" dt="2026-08-19T19:06:30.099" v="2881"/>
          <ac:graphicFrameMkLst>
            <pc:docMk/>
            <pc:sldMk cId="1856302770" sldId="1333"/>
            <ac:graphicFrameMk id="8" creationId="{3A5E39B3-BD95-E51B-A213-F99D1548F5CC}"/>
          </ac:graphicFrameMkLst>
        </pc:graphicFrameChg>
        <pc:picChg chg="add mod">
          <ac:chgData name="Cordingley, Russ" userId="ca63eab7-8259-4e34-b8eb-024af8e30be0" providerId="ADAL" clId="{8B0E17BE-C8D8-43FC-A731-BE19A50FBB38}" dt="2026-08-19T19:07:24.620" v="2884" actId="1076"/>
          <ac:picMkLst>
            <pc:docMk/>
            <pc:sldMk cId="1856302770" sldId="1333"/>
            <ac:picMk id="12" creationId="{5A98A68D-1D3C-D0A8-2051-8D5AFAD3CE32}"/>
          </ac:picMkLst>
        </pc:picChg>
      </pc:sldChg>
      <pc:sldChg chg="addSp delSp modSp add mod">
        <pc:chgData name="Cordingley, Russ" userId="ca63eab7-8259-4e34-b8eb-024af8e30be0" providerId="ADAL" clId="{8B0E17BE-C8D8-43FC-A731-BE19A50FBB38}" dt="2026-08-19T19:26:16.966" v="3005" actId="20577"/>
        <pc:sldMkLst>
          <pc:docMk/>
          <pc:sldMk cId="3485251050" sldId="1334"/>
        </pc:sldMkLst>
        <pc:spChg chg="add mod">
          <ac:chgData name="Cordingley, Russ" userId="ca63eab7-8259-4e34-b8eb-024af8e30be0" providerId="ADAL" clId="{8B0E17BE-C8D8-43FC-A731-BE19A50FBB38}" dt="2026-08-19T19:24:31.409" v="2965" actId="14100"/>
          <ac:spMkLst>
            <pc:docMk/>
            <pc:sldMk cId="3485251050" sldId="1334"/>
            <ac:spMk id="5" creationId="{B032D03A-88AE-2D3F-1512-36FCD48547E6}"/>
          </ac:spMkLst>
        </pc:spChg>
        <pc:spChg chg="del">
          <ac:chgData name="Cordingley, Russ" userId="ca63eab7-8259-4e34-b8eb-024af8e30be0" providerId="ADAL" clId="{8B0E17BE-C8D8-43FC-A731-BE19A50FBB38}" dt="2026-08-19T19:21:48.535" v="2942" actId="478"/>
          <ac:spMkLst>
            <pc:docMk/>
            <pc:sldMk cId="3485251050" sldId="1334"/>
            <ac:spMk id="6" creationId="{E2CBAF83-5269-8BB6-75FE-BDDD601A49B5}"/>
          </ac:spMkLst>
        </pc:spChg>
        <pc:spChg chg="add mod">
          <ac:chgData name="Cordingley, Russ" userId="ca63eab7-8259-4e34-b8eb-024af8e30be0" providerId="ADAL" clId="{8B0E17BE-C8D8-43FC-A731-BE19A50FBB38}" dt="2026-08-19T19:26:16.966" v="3005" actId="20577"/>
          <ac:spMkLst>
            <pc:docMk/>
            <pc:sldMk cId="3485251050" sldId="1334"/>
            <ac:spMk id="8" creationId="{4C994207-B5F0-473E-46DC-E628C85A4FA2}"/>
          </ac:spMkLst>
        </pc:spChg>
        <pc:spChg chg="mod">
          <ac:chgData name="Cordingley, Russ" userId="ca63eab7-8259-4e34-b8eb-024af8e30be0" providerId="ADAL" clId="{8B0E17BE-C8D8-43FC-A731-BE19A50FBB38}" dt="2026-08-19T19:21:45.178" v="2941"/>
          <ac:spMkLst>
            <pc:docMk/>
            <pc:sldMk cId="3485251050" sldId="1334"/>
            <ac:spMk id="10" creationId="{C37E54F6-D9A3-DF11-5C1A-86270219B6E9}"/>
          </ac:spMkLst>
        </pc:spChg>
        <pc:spChg chg="add mod">
          <ac:chgData name="Cordingley, Russ" userId="ca63eab7-8259-4e34-b8eb-024af8e30be0" providerId="ADAL" clId="{8B0E17BE-C8D8-43FC-A731-BE19A50FBB38}" dt="2026-08-19T19:26:06.857" v="2998" actId="1076"/>
          <ac:spMkLst>
            <pc:docMk/>
            <pc:sldMk cId="3485251050" sldId="1334"/>
            <ac:spMk id="11" creationId="{5B6EC219-063D-B19E-53A2-BB646BC7F609}"/>
          </ac:spMkLst>
        </pc:spChg>
        <pc:graphicFrameChg chg="add del mod modGraphic">
          <ac:chgData name="Cordingley, Russ" userId="ca63eab7-8259-4e34-b8eb-024af8e30be0" providerId="ADAL" clId="{8B0E17BE-C8D8-43FC-A731-BE19A50FBB38}" dt="2026-08-19T19:22:42.210" v="2954" actId="478"/>
          <ac:graphicFrameMkLst>
            <pc:docMk/>
            <pc:sldMk cId="3485251050" sldId="1334"/>
            <ac:graphicFrameMk id="2" creationId="{06860E60-DF61-658D-D9D0-F4B3D4E4F9F7}"/>
          </ac:graphicFrameMkLst>
        </pc:graphicFrameChg>
      </pc:sldChg>
      <pc:sldChg chg="addSp delSp modSp add mod">
        <pc:chgData name="Cordingley, Russ" userId="ca63eab7-8259-4e34-b8eb-024af8e30be0" providerId="ADAL" clId="{8B0E17BE-C8D8-43FC-A731-BE19A50FBB38}" dt="2026-08-19T19:28:57.706" v="3031" actId="14100"/>
        <pc:sldMkLst>
          <pc:docMk/>
          <pc:sldMk cId="3146312581" sldId="1335"/>
        </pc:sldMkLst>
        <pc:spChg chg="add mod">
          <ac:chgData name="Cordingley, Russ" userId="ca63eab7-8259-4e34-b8eb-024af8e30be0" providerId="ADAL" clId="{8B0E17BE-C8D8-43FC-A731-BE19A50FBB38}" dt="2026-08-19T19:28:48.243" v="3026" actId="14100"/>
          <ac:spMkLst>
            <pc:docMk/>
            <pc:sldMk cId="3146312581" sldId="1335"/>
            <ac:spMk id="5" creationId="{761E24F5-D8F5-4796-F2FC-2F38CC4B9481}"/>
          </ac:spMkLst>
        </pc:spChg>
        <pc:spChg chg="del">
          <ac:chgData name="Cordingley, Russ" userId="ca63eab7-8259-4e34-b8eb-024af8e30be0" providerId="ADAL" clId="{8B0E17BE-C8D8-43FC-A731-BE19A50FBB38}" dt="2026-08-19T19:27:19.853" v="3013" actId="478"/>
          <ac:spMkLst>
            <pc:docMk/>
            <pc:sldMk cId="3146312581" sldId="1335"/>
            <ac:spMk id="6" creationId="{952DE407-3096-CDB7-E70C-01D843212DAB}"/>
          </ac:spMkLst>
        </pc:spChg>
        <pc:spChg chg="add del">
          <ac:chgData name="Cordingley, Russ" userId="ca63eab7-8259-4e34-b8eb-024af8e30be0" providerId="ADAL" clId="{8B0E17BE-C8D8-43FC-A731-BE19A50FBB38}" dt="2026-08-19T19:28:20.830" v="3025" actId="22"/>
          <ac:spMkLst>
            <pc:docMk/>
            <pc:sldMk cId="3146312581" sldId="1335"/>
            <ac:spMk id="8" creationId="{7898C2DD-D55A-2B1C-D84D-3A06FFE51F65}"/>
          </ac:spMkLst>
        </pc:spChg>
        <pc:spChg chg="mod">
          <ac:chgData name="Cordingley, Russ" userId="ca63eab7-8259-4e34-b8eb-024af8e30be0" providerId="ADAL" clId="{8B0E17BE-C8D8-43FC-A731-BE19A50FBB38}" dt="2026-08-19T19:26:33.915" v="3006"/>
          <ac:spMkLst>
            <pc:docMk/>
            <pc:sldMk cId="3146312581" sldId="1335"/>
            <ac:spMk id="10" creationId="{9A9B219F-A8C5-62EF-8AD6-9C7E933E25D7}"/>
          </ac:spMkLst>
        </pc:spChg>
        <pc:graphicFrameChg chg="add del mod modGraphic">
          <ac:chgData name="Cordingley, Russ" userId="ca63eab7-8259-4e34-b8eb-024af8e30be0" providerId="ADAL" clId="{8B0E17BE-C8D8-43FC-A731-BE19A50FBB38}" dt="2026-08-19T19:27:16.572" v="3012" actId="478"/>
          <ac:graphicFrameMkLst>
            <pc:docMk/>
            <pc:sldMk cId="3146312581" sldId="1335"/>
            <ac:graphicFrameMk id="2" creationId="{A19A1045-3DFF-067B-D1B9-6BFEE2AECD9D}"/>
          </ac:graphicFrameMkLst>
        </pc:graphicFrameChg>
        <pc:picChg chg="add mod">
          <ac:chgData name="Cordingley, Russ" userId="ca63eab7-8259-4e34-b8eb-024af8e30be0" providerId="ADAL" clId="{8B0E17BE-C8D8-43FC-A731-BE19A50FBB38}" dt="2026-08-19T19:28:57.706" v="3031" actId="14100"/>
          <ac:picMkLst>
            <pc:docMk/>
            <pc:sldMk cId="3146312581" sldId="1335"/>
            <ac:picMk id="11" creationId="{0AFE69DE-BC22-CF21-719B-C726AA14892D}"/>
          </ac:picMkLst>
        </pc:picChg>
      </pc:sldChg>
      <pc:sldChg chg="addSp delSp modSp add mod">
        <pc:chgData name="Cordingley, Russ" userId="ca63eab7-8259-4e34-b8eb-024af8e30be0" providerId="ADAL" clId="{8B0E17BE-C8D8-43FC-A731-BE19A50FBB38}" dt="2026-08-19T19:33:20.601" v="3063" actId="1076"/>
        <pc:sldMkLst>
          <pc:docMk/>
          <pc:sldMk cId="2406211685" sldId="1336"/>
        </pc:sldMkLst>
        <pc:spChg chg="del">
          <ac:chgData name="Cordingley, Russ" userId="ca63eab7-8259-4e34-b8eb-024af8e30be0" providerId="ADAL" clId="{8B0E17BE-C8D8-43FC-A731-BE19A50FBB38}" dt="2026-08-19T19:29:46.874" v="3034" actId="478"/>
          <ac:spMkLst>
            <pc:docMk/>
            <pc:sldMk cId="2406211685" sldId="1336"/>
            <ac:spMk id="6" creationId="{B9F11B6D-0B9A-A24F-81A7-83BE36A1838C}"/>
          </ac:spMkLst>
        </pc:spChg>
        <pc:spChg chg="add mod">
          <ac:chgData name="Cordingley, Russ" userId="ca63eab7-8259-4e34-b8eb-024af8e30be0" providerId="ADAL" clId="{8B0E17BE-C8D8-43FC-A731-BE19A50FBB38}" dt="2026-08-19T19:30:49.329" v="3058" actId="1076"/>
          <ac:spMkLst>
            <pc:docMk/>
            <pc:sldMk cId="2406211685" sldId="1336"/>
            <ac:spMk id="9" creationId="{BED8AE54-1C2E-29F2-BB57-9C50CF02C25B}"/>
          </ac:spMkLst>
        </pc:spChg>
        <pc:spChg chg="mod">
          <ac:chgData name="Cordingley, Russ" userId="ca63eab7-8259-4e34-b8eb-024af8e30be0" providerId="ADAL" clId="{8B0E17BE-C8D8-43FC-A731-BE19A50FBB38}" dt="2026-08-19T19:29:21.438" v="3033"/>
          <ac:spMkLst>
            <pc:docMk/>
            <pc:sldMk cId="2406211685" sldId="1336"/>
            <ac:spMk id="10" creationId="{DA27BDB8-1AFD-6B8A-3F40-3DF9D454D9EB}"/>
          </ac:spMkLst>
        </pc:spChg>
        <pc:graphicFrameChg chg="add mod">
          <ac:chgData name="Cordingley, Russ" userId="ca63eab7-8259-4e34-b8eb-024af8e30be0" providerId="ADAL" clId="{8B0E17BE-C8D8-43FC-A731-BE19A50FBB38}" dt="2026-08-19T19:29:16.081" v="3032"/>
          <ac:graphicFrameMkLst>
            <pc:docMk/>
            <pc:sldMk cId="2406211685" sldId="1336"/>
            <ac:graphicFrameMk id="2" creationId="{548DF98F-EDC0-6795-AB45-F3F2B6D63B55}"/>
          </ac:graphicFrameMkLst>
        </pc:graphicFrameChg>
        <pc:graphicFrameChg chg="add del mod modGraphic">
          <ac:chgData name="Cordingley, Russ" userId="ca63eab7-8259-4e34-b8eb-024af8e30be0" providerId="ADAL" clId="{8B0E17BE-C8D8-43FC-A731-BE19A50FBB38}" dt="2026-08-19T19:29:59.256" v="3037" actId="478"/>
          <ac:graphicFrameMkLst>
            <pc:docMk/>
            <pc:sldMk cId="2406211685" sldId="1336"/>
            <ac:graphicFrameMk id="3" creationId="{CEB1D370-D910-CB2C-3B77-9DD4797CBF8F}"/>
          </ac:graphicFrameMkLst>
        </pc:graphicFrameChg>
        <pc:graphicFrameChg chg="add">
          <ac:chgData name="Cordingley, Russ" userId="ca63eab7-8259-4e34-b8eb-024af8e30be0" providerId="ADAL" clId="{8B0E17BE-C8D8-43FC-A731-BE19A50FBB38}" dt="2026-08-19T19:30:00.592" v="3038"/>
          <ac:graphicFrameMkLst>
            <pc:docMk/>
            <pc:sldMk cId="2406211685" sldId="1336"/>
            <ac:graphicFrameMk id="5" creationId="{BE92EB74-BFC5-2F59-5708-E5768A1C827B}"/>
          </ac:graphicFrameMkLst>
        </pc:graphicFrameChg>
        <pc:graphicFrameChg chg="add del mod">
          <ac:chgData name="Cordingley, Russ" userId="ca63eab7-8259-4e34-b8eb-024af8e30be0" providerId="ADAL" clId="{8B0E17BE-C8D8-43FC-A731-BE19A50FBB38}" dt="2026-08-19T19:30:09.720" v="3041" actId="478"/>
          <ac:graphicFrameMkLst>
            <pc:docMk/>
            <pc:sldMk cId="2406211685" sldId="1336"/>
            <ac:graphicFrameMk id="7" creationId="{71DD7A6C-FD27-9FCE-E958-9B89BCD5D1A1}"/>
          </ac:graphicFrameMkLst>
        </pc:graphicFrameChg>
        <pc:picChg chg="add mod">
          <ac:chgData name="Cordingley, Russ" userId="ca63eab7-8259-4e34-b8eb-024af8e30be0" providerId="ADAL" clId="{8B0E17BE-C8D8-43FC-A731-BE19A50FBB38}" dt="2026-08-19T19:33:20.601" v="3063" actId="1076"/>
          <ac:picMkLst>
            <pc:docMk/>
            <pc:sldMk cId="2406211685" sldId="1336"/>
            <ac:picMk id="12" creationId="{100D19F1-30B7-EDC4-C9E5-3466BA7F13AA}"/>
          </ac:picMkLst>
        </pc:picChg>
      </pc:sldChg>
    </pc:docChg>
  </pc:docChgLst>
</pc:chgInfo>
</file>

<file path=ppt/comments/modernComment_530_BD20F4FD.xml><?xml version="1.0" encoding="utf-8"?>
<p188:cmLst xmlns:a="http://schemas.openxmlformats.org/drawingml/2006/main" xmlns:r="http://schemas.openxmlformats.org/officeDocument/2006/relationships" xmlns:p188="http://schemas.microsoft.com/office/powerpoint/2018/8/main">
  <p188:cm id="{EF1F4BB6-DECD-402A-B3CB-F4D83FB001C5}" authorId="{1740C06D-8B12-7DB8-6AEE-6791A5CD5C84}" created="2026-08-19T18:52:30.994" startDate="2026-08-19T18:52:30.994" dueDate="2026-08-19T18:52:30.994" assignedTo="{5D3150DE-F7AD-443E-31B1-C81F81E3DE30}" title="@Bharadwaj, Anirudh Ganesh can you make this slide look prettier please ">
    <ac:deMkLst xmlns:ac="http://schemas.microsoft.com/office/drawing/2013/main/command">
      <pc:docMk xmlns:pc="http://schemas.microsoft.com/office/powerpoint/2013/main/command"/>
      <pc:sldMk xmlns:pc="http://schemas.microsoft.com/office/powerpoint/2013/main/command" cId="3173053693" sldId="1328"/>
      <ac:spMk id="11" creationId="{EA90C827-1BDB-82D4-776D-DC1CE1B257C7}"/>
    </ac:deMkLst>
    <p188:replyLst>
      <p188:reply id="{27C0F2C1-5E9F-4F4D-9A4A-29E40D634EB8}" authorId="{5D3150DE-F7AD-443E-31B1-C81F81E3DE30}" created="2026-08-19T19:59:32.990">
        <p188:txBody>
          <a:bodyPr/>
          <a:lstStyle/>
          <a:p>
            <a:r>
              <a:rPr lang="en-US"/>
              <a:t>Done ! If this looks good, we can resolve this comment tomorrow ! </a:t>
            </a:r>
          </a:p>
        </p188:txBody>
      </p188:reply>
    </p188:replyLst>
    <p188:txBody>
      <a:bodyPr/>
      <a:lstStyle/>
      <a:p>
        <a:r>
          <a:rPr lang="en-US"/>
          <a:t>[@Bharadwaj, Anirudh Ganesh] can you make this slide look prettier please
and add a flow at the bottom</a:t>
        </a:r>
      </a:p>
    </p188:txBody>
    <p188:extLst>
      <p:ext xmlns:p="http://schemas.openxmlformats.org/presentationml/2006/main" uri="{5BB2D875-25FF-4072-B9AC-8F64D62656EB}">
        <p228:taskDetails xmlns:p228="http://schemas.microsoft.com/office/powerpoint/2022/08/main">
          <p228:history>
            <p228:event time="2026-08-19T18:52:30.994" id="{140F581E-2C56-4F1D-B26E-0B0D52AA7F09}">
              <p228:atrbtn authorId="{1740C06D-8B12-7DB8-6AEE-6791A5CD5C84}"/>
              <p228:anchr>
                <p228:comment id="{EF1F4BB6-DECD-402A-B3CB-F4D83FB001C5}"/>
              </p228:anchr>
              <p228:add/>
            </p228:event>
            <p228:event time="2026-08-19T18:52:30.994" id="{1A09DD35-ABF6-45CF-808E-5CE9E1323F22}">
              <p228:atrbtn authorId="{1740C06D-8B12-7DB8-6AEE-6791A5CD5C84}"/>
              <p228:anchr>
                <p228:comment id="{EF1F4BB6-DECD-402A-B3CB-F4D83FB001C5}"/>
              </p228:anchr>
              <p228:asgn authorId="{5D3150DE-F7AD-443E-31B1-C81F81E3DE30}"/>
            </p228:event>
            <p228:event time="2026-08-19T18:52:30.994" id="{50B42C3F-DB3E-4D64-9AF7-E0F758E88592}">
              <p228:atrbtn authorId="{1740C06D-8B12-7DB8-6AEE-6791A5CD5C84}"/>
              <p228:anchr>
                <p228:comment id="{EF1F4BB6-DECD-402A-B3CB-F4D83FB001C5}"/>
              </p228:anchr>
              <p228:title val="@Bharadwaj, Anirudh Ganesh can you make this slide look prettier please "/>
            </p228:event>
            <p228:event time="2026-08-19T18:52:30.994" id="{0C8326C7-00BA-4BE5-A56A-E78D14D996E5}">
              <p228:atrbtn authorId="{1740C06D-8B12-7DB8-6AEE-6791A5CD5C84}"/>
              <p228:anchr>
                <p228:comment id="{EF1F4BB6-DECD-402A-B3CB-F4D83FB001C5}"/>
              </p228:anchr>
              <p228:date stDt="2026-08-19T18:52:30.994" endDt="2026-08-19T18:52:30.994"/>
            </p228:event>
          </p228:history>
        </p228:taskDetails>
      </p:ext>
    </p188:extLst>
  </p188:cm>
</p188:cmLst>
</file>

<file path=ppt/comments/modernComment_532_66F11F67.xml><?xml version="1.0" encoding="utf-8"?>
<p188:cmLst xmlns:a="http://schemas.openxmlformats.org/drawingml/2006/main" xmlns:r="http://schemas.openxmlformats.org/officeDocument/2006/relationships" xmlns:p188="http://schemas.microsoft.com/office/powerpoint/2018/8/main">
  <p188:cm id="{2ECDE8A5-ED9C-40E3-902F-AD65A78C5AD3}" authorId="{1740C06D-8B12-7DB8-6AEE-6791A5CD5C84}" created="2026-08-19T19:21:15.855" startDate="2026-08-19T19:21:15.855" dueDate="2026-08-19T19:21:15.855" assignedTo="{5D3150DE-F7AD-443E-31B1-C81F81E3DE30}" title="@Bharadwaj, Anirudh Ganesh can you beautify this one as well please and the next 4 slides? ">
    <ac:deMkLst xmlns:ac="http://schemas.microsoft.com/office/drawing/2013/main/command">
      <pc:docMk xmlns:pc="http://schemas.microsoft.com/office/powerpoint/2013/main/command"/>
      <pc:sldMk xmlns:pc="http://schemas.microsoft.com/office/powerpoint/2013/main/command" cId="1727078247" sldId="1330"/>
      <ac:spMk id="13" creationId="{8EE87E0A-6425-9AAE-A7E8-95619919E0D4}"/>
    </ac:deMkLst>
    <p188:txBody>
      <a:bodyPr/>
      <a:lstStyle/>
      <a:p>
        <a:r>
          <a:rPr lang="en-US"/>
          <a:t>[@Bharadwaj, Anirudh Ganesh] can you beautify this one as well please and the next 4 slides?
</a:t>
        </a:r>
      </a:p>
    </p188:txBody>
    <p188:extLst>
      <p:ext xmlns:p="http://schemas.openxmlformats.org/presentationml/2006/main" uri="{5BB2D875-25FF-4072-B9AC-8F64D62656EB}">
        <p228:taskDetails xmlns:p228="http://schemas.microsoft.com/office/powerpoint/2022/08/main">
          <p228:history>
            <p228:event time="2026-08-19T19:21:15.855" id="{C421601F-CB2C-437D-B565-A0629309065B}">
              <p228:atrbtn authorId="{1740C06D-8B12-7DB8-6AEE-6791A5CD5C84}"/>
              <p228:anchr>
                <p228:comment id="{2ECDE8A5-ED9C-40E3-902F-AD65A78C5AD3}"/>
              </p228:anchr>
              <p228:add/>
            </p228:event>
            <p228:event time="2026-08-19T19:21:15.855" id="{EA069B6A-689A-48F4-9F0E-9933EB60DFE6}">
              <p228:atrbtn authorId="{1740C06D-8B12-7DB8-6AEE-6791A5CD5C84}"/>
              <p228:anchr>
                <p228:comment id="{2ECDE8A5-ED9C-40E3-902F-AD65A78C5AD3}"/>
              </p228:anchr>
              <p228:asgn authorId="{5D3150DE-F7AD-443E-31B1-C81F81E3DE30}"/>
            </p228:event>
            <p228:event time="2026-08-19T19:21:15.855" id="{6E732247-3023-485F-AF21-0062F75CF8DD}">
              <p228:atrbtn authorId="{1740C06D-8B12-7DB8-6AEE-6791A5CD5C84}"/>
              <p228:anchr>
                <p228:comment id="{2ECDE8A5-ED9C-40E3-902F-AD65A78C5AD3}"/>
              </p228:anchr>
              <p228:title val="@Bharadwaj, Anirudh Ganesh can you beautify this one as well please and the next 4 slides? "/>
            </p228:event>
            <p228:event time="2026-08-19T19:21:15.855" id="{97D1E783-E55D-40F2-8AD6-FB9111764CEB}">
              <p228:atrbtn authorId="{1740C06D-8B12-7DB8-6AEE-6791A5CD5C84}"/>
              <p228:anchr>
                <p228:comment id="{2ECDE8A5-ED9C-40E3-902F-AD65A78C5AD3}"/>
              </p228:anchr>
              <p228:date stDt="2026-08-19T19:21:15.855" endDt="2026-08-19T19:21:15.855"/>
            </p228:event>
          </p228:history>
        </p228:taskDetails>
      </p:ext>
    </p188:extLst>
  </p188:cm>
</p188:cmLst>
</file>

<file path=ppt/comments/modernComment_534_DB6FE6E6.xml><?xml version="1.0" encoding="utf-8"?>
<p188:cmLst xmlns:a="http://schemas.openxmlformats.org/drawingml/2006/main" xmlns:r="http://schemas.openxmlformats.org/officeDocument/2006/relationships" xmlns:p188="http://schemas.microsoft.com/office/powerpoint/2018/8/main">
  <p188:cm id="{54FD5FE1-7BA7-4671-AEBD-F163D4D909EB}" authorId="{1740C06D-8B12-7DB8-6AEE-6791A5CD5C84}" created="2026-08-19T19:10:22.055">
    <ac:deMkLst xmlns:ac="http://schemas.microsoft.com/office/drawing/2013/main/command">
      <pc:docMk xmlns:pc="http://schemas.microsoft.com/office/powerpoint/2013/main/command"/>
      <pc:sldMk xmlns:pc="http://schemas.microsoft.com/office/powerpoint/2013/main/command" cId="3681543910" sldId="1332"/>
      <ac:spMk id="11" creationId="{2683DD3F-ADC9-4663-4B99-7DCB04F560B5}"/>
    </ac:deMkLst>
    <p188:txBody>
      <a:bodyPr/>
      <a:lstStyle/>
      <a:p>
        <a:r>
          <a:rPr lang="en-US"/>
          <a:t>[@Bharadwaj, Anirudh Ganesh] Can you create a visual for this please?</a:t>
        </a:r>
      </a:p>
    </p188:txBody>
  </p188:cm>
</p188:cmLst>
</file>

<file path=ppt/comments/modernComment_535_6EA4EEB2.xml><?xml version="1.0" encoding="utf-8"?>
<p188:cmLst xmlns:a="http://schemas.openxmlformats.org/drawingml/2006/main" xmlns:r="http://schemas.openxmlformats.org/officeDocument/2006/relationships" xmlns:p188="http://schemas.microsoft.com/office/powerpoint/2018/8/main">
  <p188:cm id="{A92348B4-9006-4A34-A72B-054013FBC7A0}" authorId="{1740C06D-8B12-7DB8-6AEE-6791A5CD5C84}" created="2026-08-19T19:07:53.702">
    <ac:deMkLst xmlns:ac="http://schemas.microsoft.com/office/drawing/2013/main/command">
      <pc:docMk xmlns:pc="http://schemas.microsoft.com/office/powerpoint/2013/main/command"/>
      <pc:sldMk xmlns:pc="http://schemas.microsoft.com/office/powerpoint/2013/main/command" cId="1856302770" sldId="1333"/>
      <ac:picMk id="12" creationId="{5A98A68D-1D3C-D0A8-2051-8D5AFAD3CE32}"/>
    </ac:deMkLst>
    <p188:txBody>
      <a:bodyPr/>
      <a:lstStyle/>
      <a:p>
        <a:r>
          <a:rPr lang="en-US"/>
          <a:t>[@Bharadwaj, Anirudh Ganesh] can you beatuy this visual as well as the sldie please?</a:t>
        </a:r>
      </a:p>
    </p188:txBody>
  </p188:cm>
</p188:cmLst>
</file>

<file path=ppt/comments/modernComment_536_CFBCB5EA.xml><?xml version="1.0" encoding="utf-8"?>
<p188:cmLst xmlns:a="http://schemas.openxmlformats.org/drawingml/2006/main" xmlns:r="http://schemas.openxmlformats.org/officeDocument/2006/relationships" xmlns:p188="http://schemas.microsoft.com/office/powerpoint/2018/8/main">
  <p188:cm id="{18CB5DD6-6FA5-4106-8F77-8DC0B65681BC}" authorId="{5D3150DE-F7AD-443E-31B1-C81F81E3DE30}" created="2026-08-19T21:30:07.594">
    <ac:deMkLst xmlns:ac="http://schemas.microsoft.com/office/drawing/2013/main/command">
      <pc:docMk xmlns:pc="http://schemas.microsoft.com/office/powerpoint/2013/main/command"/>
      <pc:sldMk xmlns:pc="http://schemas.microsoft.com/office/powerpoint/2013/main/command" cId="3485251050" sldId="1334"/>
      <ac:spMk id="10" creationId="{C37E54F6-D9A3-DF11-5C1A-86270219B6E9}"/>
    </ac:deMkLst>
    <p188:txBody>
      <a:bodyPr/>
      <a:lstStyle/>
      <a:p>
        <a:r>
          <a:rPr lang="en-US"/>
          <a:t>[@Cordingley, Russ] 
The content here is large, unable to ideate how to add the flows ! Maybe it can have its own slide ?, I have kept slide 46 for it, but I havent created the visuals so that you can decide!  - It should be really easy for you to copy over the idea from Slide 44 though</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BABA84C-EC3E-4598-9C4D-8CE1D2A956F5}" type="datetimeFigureOut">
              <a:rPr lang="en-GB" smtClean="0">
                <a:latin typeface="Arial" panose="020B0604020202020204" pitchFamily="34" charset="0"/>
              </a:rPr>
              <a:t>19/08/2026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3C57A4BF-14E0-48E2-B42F-B29D277000AB}" type="datetimeFigureOut">
              <a:rPr lang="en-GB" smtClean="0"/>
              <a:pPr/>
              <a:t>19/08/2026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1</a:t>
            </a:fld>
            <a:endParaRPr lang="en-GB"/>
          </a:p>
        </p:txBody>
      </p:sp>
    </p:spTree>
    <p:extLst>
      <p:ext uri="{BB962C8B-B14F-4D97-AF65-F5344CB8AC3E}">
        <p14:creationId xmlns:p14="http://schemas.microsoft.com/office/powerpoint/2010/main" val="1363810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100DE-9D4C-07E1-9759-49777AA69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71198-7A9B-2F34-DEAC-3108F729A7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4023CC-F028-E29E-F014-5018E08FDD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64DF64-60B9-B995-B82F-F496B9FC83E6}"/>
              </a:ext>
            </a:extLst>
          </p:cNvPr>
          <p:cNvSpPr>
            <a:spLocks noGrp="1"/>
          </p:cNvSpPr>
          <p:nvPr>
            <p:ph type="sldNum" sz="quarter" idx="5"/>
          </p:nvPr>
        </p:nvSpPr>
        <p:spPr/>
        <p:txBody>
          <a:bodyPr/>
          <a:lstStyle/>
          <a:p>
            <a:fld id="{9B5D948F-A673-4DC7-A0E9-FA274EAF3634}" type="slidenum">
              <a:rPr lang="en-GB" smtClean="0"/>
              <a:pPr/>
              <a:t>2</a:t>
            </a:fld>
            <a:endParaRPr lang="en-GB"/>
          </a:p>
        </p:txBody>
      </p:sp>
    </p:spTree>
    <p:extLst>
      <p:ext uri="{BB962C8B-B14F-4D97-AF65-F5344CB8AC3E}">
        <p14:creationId xmlns:p14="http://schemas.microsoft.com/office/powerpoint/2010/main" val="3606338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78E0-3323-1D9C-EBB1-9B2F95754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00B93-9990-241B-70A8-5CDDDA523B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9B76A3-35A8-4C18-B949-F27D7C7BF8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53620B-32F6-230D-9902-957FDA12538E}"/>
              </a:ext>
            </a:extLst>
          </p:cNvPr>
          <p:cNvSpPr>
            <a:spLocks noGrp="1"/>
          </p:cNvSpPr>
          <p:nvPr>
            <p:ph type="sldNum" sz="quarter" idx="5"/>
          </p:nvPr>
        </p:nvSpPr>
        <p:spPr/>
        <p:txBody>
          <a:bodyPr/>
          <a:lstStyle/>
          <a:p>
            <a:fld id="{9B5D948F-A673-4DC7-A0E9-FA274EAF3634}" type="slidenum">
              <a:rPr lang="en-GB" smtClean="0"/>
              <a:pPr/>
              <a:t>4</a:t>
            </a:fld>
            <a:endParaRPr lang="en-GB"/>
          </a:p>
        </p:txBody>
      </p:sp>
    </p:spTree>
    <p:extLst>
      <p:ext uri="{BB962C8B-B14F-4D97-AF65-F5344CB8AC3E}">
        <p14:creationId xmlns:p14="http://schemas.microsoft.com/office/powerpoint/2010/main" val="2252392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1200" b="0" i="0" kern="1200">
                <a:solidFill>
                  <a:schemeClr val="tx1"/>
                </a:solidFill>
                <a:effectLst/>
                <a:latin typeface="Arial" panose="020B0604020202020204" pitchFamily="34" charset="0"/>
                <a:ea typeface="+mn-ea"/>
                <a:cs typeface="+mn-cs"/>
              </a:rPr>
              <a:t>This diagram illustrates the key integrations within the KPMG US marketing ecosystem. External lead providers, website forms, event management platforms, and Google Analytics provide customer and engagement data that supports marketing operations. Data Cloud acts as the central customer data platform, bringing together multiple data sources to create unified customer profiles and audience segments.</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Salesforce Marketing Cloud is the primary campaign execution platform and consumes segments generated within Data Cloud for activation. Salesforce Sales Cloud is connected to Marketing Cloud using the standard Marketing Cloud Connect integration, enabling synchronization of CRM data and marketing engagement activities. In addition, LinkedIn Lead Gen form submissions are integrated directly with Marketing Cloud to support lead capture and nurture journeys.</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Campaign activity, engagement metrics, and marketing performance data are subsequently made available to Marketing Cloud Intelligence for reporting and analytics, while supporting services such as Validity, SailPoint, and SolarWinds provide email validation, identity management, and operational monitoring capabilities.</a:t>
            </a:r>
          </a:p>
        </p:txBody>
      </p:sp>
      <p:sp>
        <p:nvSpPr>
          <p:cNvPr id="4" name="Slide Number Placeholder 3"/>
          <p:cNvSpPr>
            <a:spLocks noGrp="1"/>
          </p:cNvSpPr>
          <p:nvPr>
            <p:ph type="sldNum" sz="quarter" idx="5"/>
          </p:nvPr>
        </p:nvSpPr>
        <p:spPr/>
        <p:txBody>
          <a:bodyPr/>
          <a:lstStyle/>
          <a:p>
            <a:fld id="{9B5D948F-A673-4DC7-A0E9-FA274EAF3634}" type="slidenum">
              <a:rPr lang="en-GB" smtClean="0"/>
              <a:pPr/>
              <a:t>5</a:t>
            </a:fld>
            <a:endParaRPr lang="en-GB"/>
          </a:p>
        </p:txBody>
      </p:sp>
    </p:spTree>
    <p:extLst>
      <p:ext uri="{BB962C8B-B14F-4D97-AF65-F5344CB8AC3E}">
        <p14:creationId xmlns:p14="http://schemas.microsoft.com/office/powerpoint/2010/main" val="824640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6D2DD-B12F-D45C-CCA9-8DFE3A3E79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50142-DDEE-400E-BF91-FD0BB3254F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95DC725-BA3C-6BBE-72DA-D84D16E58D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Arial" panose="020B0604020202020204" pitchFamily="34" charset="0"/>
                <a:ea typeface="+mn-ea"/>
                <a:cs typeface="+mn-cs"/>
              </a:rPr>
              <a:t>The profile provides access to configure and manage Marketing Cloud features required for implementation activities but does </a:t>
            </a:r>
            <a:r>
              <a:rPr lang="en-US" sz="1200" b="1" i="0" kern="1200">
                <a:solidFill>
                  <a:schemeClr val="tx1"/>
                </a:solidFill>
                <a:effectLst/>
                <a:latin typeface="Arial" panose="020B0604020202020204" pitchFamily="34" charset="0"/>
                <a:ea typeface="+mn-ea"/>
                <a:cs typeface="+mn-cs"/>
              </a:rPr>
              <a:t>not</a:t>
            </a:r>
            <a:r>
              <a:rPr lang="en-US" sz="1200" b="0" i="0" kern="1200">
                <a:solidFill>
                  <a:schemeClr val="tx1"/>
                </a:solidFill>
                <a:effectLst/>
                <a:latin typeface="Arial" panose="020B0604020202020204" pitchFamily="34" charset="0"/>
                <a:ea typeface="+mn-ea"/>
                <a:cs typeface="+mn-cs"/>
              </a:rPr>
              <a:t> permit customer data exports. The </a:t>
            </a:r>
            <a:r>
              <a:rPr lang="en-US" sz="1200" b="1" i="0" kern="1200">
                <a:solidFill>
                  <a:schemeClr val="tx1"/>
                </a:solidFill>
                <a:effectLst/>
                <a:latin typeface="Arial" panose="020B0604020202020204" pitchFamily="34" charset="0"/>
                <a:ea typeface="+mn-ea"/>
                <a:cs typeface="+mn-cs"/>
              </a:rPr>
              <a:t>Administrator (Privileged)</a:t>
            </a:r>
            <a:r>
              <a:rPr lang="en-US" sz="1200" b="0" i="0" kern="1200">
                <a:solidFill>
                  <a:schemeClr val="tx1"/>
                </a:solidFill>
                <a:effectLst/>
                <a:latin typeface="Arial" panose="020B0604020202020204" pitchFamily="34" charset="0"/>
                <a:ea typeface="+mn-ea"/>
                <a:cs typeface="+mn-cs"/>
              </a:rPr>
              <a:t> profile provides full platform administration capabilities, including the ability to export data, and is restricted to a small group of approved users. From the KPMG team, privileged access is limited to </a:t>
            </a:r>
            <a:r>
              <a:rPr lang="en-US" sz="1200" b="1" i="0" kern="1200">
                <a:solidFill>
                  <a:schemeClr val="tx1"/>
                </a:solidFill>
                <a:effectLst/>
                <a:latin typeface="Arial" panose="020B0604020202020204" pitchFamily="34" charset="0"/>
                <a:ea typeface="+mn-ea"/>
                <a:cs typeface="+mn-cs"/>
              </a:rPr>
              <a:t>Gavin Clark</a:t>
            </a:r>
            <a:r>
              <a:rPr lang="en-US" sz="1200" b="0" i="0" kern="1200">
                <a:solidFill>
                  <a:schemeClr val="tx1"/>
                </a:solidFill>
                <a:effectLst/>
                <a:latin typeface="Arial" panose="020B0604020202020204" pitchFamily="34" charset="0"/>
                <a:ea typeface="+mn-ea"/>
                <a:cs typeface="+mn-cs"/>
              </a:rPr>
              <a:t> and </a:t>
            </a:r>
            <a:r>
              <a:rPr lang="en-US" sz="1200" b="1" i="0" kern="1200">
                <a:solidFill>
                  <a:schemeClr val="tx1"/>
                </a:solidFill>
                <a:effectLst/>
                <a:latin typeface="Arial" panose="020B0604020202020204" pitchFamily="34" charset="0"/>
                <a:ea typeface="+mn-ea"/>
                <a:cs typeface="+mn-cs"/>
              </a:rPr>
              <a:t>David</a:t>
            </a:r>
            <a:r>
              <a:rPr lang="en-US" sz="1200" b="0" i="0" kern="1200">
                <a:solidFill>
                  <a:schemeClr val="tx1"/>
                </a:solidFill>
                <a:effectLst/>
                <a:latin typeface="Arial" panose="020B0604020202020204" pitchFamily="34" charset="0"/>
                <a:ea typeface="+mn-ea"/>
                <a:cs typeface="+mn-cs"/>
              </a:rPr>
              <a:t>, while from the Capgemini team it is limited to </a:t>
            </a:r>
            <a:r>
              <a:rPr lang="en-US" sz="1200" b="1" i="0" kern="1200">
                <a:solidFill>
                  <a:schemeClr val="tx1"/>
                </a:solidFill>
                <a:effectLst/>
                <a:latin typeface="Arial" panose="020B0604020202020204" pitchFamily="34" charset="0"/>
                <a:ea typeface="+mn-ea"/>
                <a:cs typeface="+mn-cs"/>
              </a:rPr>
              <a:t>Russ Cordingley</a:t>
            </a:r>
            <a:r>
              <a:rPr lang="en-US" sz="1200" b="0" i="0" kern="1200">
                <a:solidFill>
                  <a:schemeClr val="tx1"/>
                </a:solidFill>
                <a:effectLst/>
                <a:latin typeface="Arial" panose="020B0604020202020204" pitchFamily="34" charset="0"/>
                <a:ea typeface="+mn-ea"/>
                <a:cs typeface="+mn-cs"/>
              </a:rPr>
              <a:t> and </a:t>
            </a:r>
            <a:r>
              <a:rPr lang="en-US" sz="1200" b="1" i="0" kern="1200">
                <a:solidFill>
                  <a:schemeClr val="tx1"/>
                </a:solidFill>
                <a:effectLst/>
                <a:latin typeface="Arial" panose="020B0604020202020204" pitchFamily="34" charset="0"/>
                <a:ea typeface="+mn-ea"/>
                <a:cs typeface="+mn-cs"/>
              </a:rPr>
              <a:t>Sandeep</a:t>
            </a:r>
            <a:r>
              <a:rPr lang="en-US" sz="1200" b="0" i="0" kern="1200">
                <a:solidFill>
                  <a:schemeClr val="tx1"/>
                </a:solidFill>
                <a:effectLst/>
                <a:latin typeface="Arial" panose="020B0604020202020204" pitchFamily="34" charset="0"/>
                <a:ea typeface="+mn-ea"/>
                <a:cs typeface="+mn-cs"/>
              </a:rPr>
              <a:t>, ensuring that data export capabilities are tightly controlled and auditable.</a:t>
            </a:r>
          </a:p>
          <a:p>
            <a:endParaRPr lang="en-US"/>
          </a:p>
        </p:txBody>
      </p:sp>
      <p:sp>
        <p:nvSpPr>
          <p:cNvPr id="4" name="Slide Number Placeholder 3">
            <a:extLst>
              <a:ext uri="{FF2B5EF4-FFF2-40B4-BE49-F238E27FC236}">
                <a16:creationId xmlns:a16="http://schemas.microsoft.com/office/drawing/2014/main" id="{955C96AD-A849-C43D-EC20-C8850B3D704D}"/>
              </a:ext>
            </a:extLst>
          </p:cNvPr>
          <p:cNvSpPr>
            <a:spLocks noGrp="1"/>
          </p:cNvSpPr>
          <p:nvPr>
            <p:ph type="sldNum" sz="quarter" idx="5"/>
          </p:nvPr>
        </p:nvSpPr>
        <p:spPr/>
        <p:txBody>
          <a:bodyPr/>
          <a:lstStyle/>
          <a:p>
            <a:fld id="{9B5D948F-A673-4DC7-A0E9-FA274EAF3634}" type="slidenum">
              <a:rPr lang="en-GB" smtClean="0"/>
              <a:pPr/>
              <a:t>7</a:t>
            </a:fld>
            <a:endParaRPr lang="en-GB"/>
          </a:p>
        </p:txBody>
      </p:sp>
    </p:spTree>
    <p:extLst>
      <p:ext uri="{BB962C8B-B14F-4D97-AF65-F5344CB8AC3E}">
        <p14:creationId xmlns:p14="http://schemas.microsoft.com/office/powerpoint/2010/main" val="2746471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3DF6-9328-5532-3C08-C0A2732BC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7B25AA-6314-4E1D-08E9-9CE1E3756B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6963E2-E868-B3EA-41E7-CD28CAF5DE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CFB3F4-4565-AF8F-E615-537454C74737}"/>
              </a:ext>
            </a:extLst>
          </p:cNvPr>
          <p:cNvSpPr>
            <a:spLocks noGrp="1"/>
          </p:cNvSpPr>
          <p:nvPr>
            <p:ph type="sldNum" sz="quarter" idx="5"/>
          </p:nvPr>
        </p:nvSpPr>
        <p:spPr/>
        <p:txBody>
          <a:bodyPr/>
          <a:lstStyle/>
          <a:p>
            <a:fld id="{9B5D948F-A673-4DC7-A0E9-FA274EAF3634}" type="slidenum">
              <a:rPr lang="en-GB" smtClean="0"/>
              <a:pPr/>
              <a:t>8</a:t>
            </a:fld>
            <a:endParaRPr lang="en-GB"/>
          </a:p>
        </p:txBody>
      </p:sp>
    </p:spTree>
    <p:extLst>
      <p:ext uri="{BB962C8B-B14F-4D97-AF65-F5344CB8AC3E}">
        <p14:creationId xmlns:p14="http://schemas.microsoft.com/office/powerpoint/2010/main" val="4070237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4B83E-2325-E3B2-5F0B-F6F71ACA7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B8BEE-DC06-F859-9ACF-996B496242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8D103B-1F5C-2553-1FAF-A1788D5F14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4AD1B8-0C13-82AD-61BE-2D99D830EA20}"/>
              </a:ext>
            </a:extLst>
          </p:cNvPr>
          <p:cNvSpPr>
            <a:spLocks noGrp="1"/>
          </p:cNvSpPr>
          <p:nvPr>
            <p:ph type="sldNum" sz="quarter" idx="5"/>
          </p:nvPr>
        </p:nvSpPr>
        <p:spPr/>
        <p:txBody>
          <a:bodyPr/>
          <a:lstStyle/>
          <a:p>
            <a:fld id="{9B5D948F-A673-4DC7-A0E9-FA274EAF3634}" type="slidenum">
              <a:rPr lang="en-GB" smtClean="0"/>
              <a:pPr/>
              <a:t>9</a:t>
            </a:fld>
            <a:endParaRPr lang="en-GB"/>
          </a:p>
        </p:txBody>
      </p:sp>
    </p:spTree>
    <p:extLst>
      <p:ext uri="{BB962C8B-B14F-4D97-AF65-F5344CB8AC3E}">
        <p14:creationId xmlns:p14="http://schemas.microsoft.com/office/powerpoint/2010/main" val="8893960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AD787-370B-9682-FD83-CCEB5DC53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4A9750-72DD-0047-8705-40A7043126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D489E0B-70E2-BBB1-1FFA-1D20938F90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7AC11A-C1B2-3098-AF03-B926E7DD1158}"/>
              </a:ext>
            </a:extLst>
          </p:cNvPr>
          <p:cNvSpPr>
            <a:spLocks noGrp="1"/>
          </p:cNvSpPr>
          <p:nvPr>
            <p:ph type="sldNum" sz="quarter" idx="5"/>
          </p:nvPr>
        </p:nvSpPr>
        <p:spPr/>
        <p:txBody>
          <a:bodyPr/>
          <a:lstStyle/>
          <a:p>
            <a:fld id="{9B5D948F-A673-4DC7-A0E9-FA274EAF3634}" type="slidenum">
              <a:rPr lang="en-GB" smtClean="0"/>
              <a:pPr/>
              <a:t>11</a:t>
            </a:fld>
            <a:endParaRPr lang="en-GB"/>
          </a:p>
        </p:txBody>
      </p:sp>
    </p:spTree>
    <p:extLst>
      <p:ext uri="{BB962C8B-B14F-4D97-AF65-F5344CB8AC3E}">
        <p14:creationId xmlns:p14="http://schemas.microsoft.com/office/powerpoint/2010/main" val="2484820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15EC6-D859-92CE-BDFD-B8919DC5A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3F68E-29F5-5434-CF13-64D922F128F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057816-430D-D5C0-6A3F-9ABFF54678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E79482-A629-44D7-28E6-EA3FBD3DB719}"/>
              </a:ext>
            </a:extLst>
          </p:cNvPr>
          <p:cNvSpPr>
            <a:spLocks noGrp="1"/>
          </p:cNvSpPr>
          <p:nvPr>
            <p:ph type="sldNum" sz="quarter" idx="5"/>
          </p:nvPr>
        </p:nvSpPr>
        <p:spPr/>
        <p:txBody>
          <a:bodyPr/>
          <a:lstStyle/>
          <a:p>
            <a:fld id="{9B5D948F-A673-4DC7-A0E9-FA274EAF3634}" type="slidenum">
              <a:rPr lang="en-GB" smtClean="0"/>
              <a:pPr/>
              <a:t>12</a:t>
            </a:fld>
            <a:endParaRPr lang="en-GB"/>
          </a:p>
        </p:txBody>
      </p:sp>
    </p:spTree>
    <p:extLst>
      <p:ext uri="{BB962C8B-B14F-4D97-AF65-F5344CB8AC3E}">
        <p14:creationId xmlns:p14="http://schemas.microsoft.com/office/powerpoint/2010/main" val="3062485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DF084-CEE4-7B49-477D-0810FD791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E4462-AC58-A1BF-20E3-3083037FA4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D8A49C-CBF3-AB92-09C7-F30D73C1AE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37C5FD-3686-1144-B2ED-3CC163C0979B}"/>
              </a:ext>
            </a:extLst>
          </p:cNvPr>
          <p:cNvSpPr>
            <a:spLocks noGrp="1"/>
          </p:cNvSpPr>
          <p:nvPr>
            <p:ph type="sldNum" sz="quarter" idx="5"/>
          </p:nvPr>
        </p:nvSpPr>
        <p:spPr/>
        <p:txBody>
          <a:bodyPr/>
          <a:lstStyle/>
          <a:p>
            <a:fld id="{9B5D948F-A673-4DC7-A0E9-FA274EAF3634}" type="slidenum">
              <a:rPr lang="en-GB" smtClean="0"/>
              <a:pPr/>
              <a:t>15</a:t>
            </a:fld>
            <a:endParaRPr lang="en-GB"/>
          </a:p>
        </p:txBody>
      </p:sp>
    </p:spTree>
    <p:extLst>
      <p:ext uri="{BB962C8B-B14F-4D97-AF65-F5344CB8AC3E}">
        <p14:creationId xmlns:p14="http://schemas.microsoft.com/office/powerpoint/2010/main" val="207564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B9D37-54B5-4EFA-D275-3730BF0D9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60D60-44BD-22F2-B908-8A8744661D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2AEEBCE-069E-16F2-DCAD-F2F17E12DB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9BFDC5-6830-EFD8-EE61-6ED8C947249A}"/>
              </a:ext>
            </a:extLst>
          </p:cNvPr>
          <p:cNvSpPr>
            <a:spLocks noGrp="1"/>
          </p:cNvSpPr>
          <p:nvPr>
            <p:ph type="sldNum" sz="quarter" idx="5"/>
          </p:nvPr>
        </p:nvSpPr>
        <p:spPr/>
        <p:txBody>
          <a:bodyPr/>
          <a:lstStyle/>
          <a:p>
            <a:fld id="{9B5D948F-A673-4DC7-A0E9-FA274EAF3634}" type="slidenum">
              <a:rPr lang="en-GB" smtClean="0"/>
              <a:pPr/>
              <a:t>16</a:t>
            </a:fld>
            <a:endParaRPr lang="en-GB"/>
          </a:p>
        </p:txBody>
      </p:sp>
    </p:spTree>
    <p:extLst>
      <p:ext uri="{BB962C8B-B14F-4D97-AF65-F5344CB8AC3E}">
        <p14:creationId xmlns:p14="http://schemas.microsoft.com/office/powerpoint/2010/main" val="860708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4702B-1CA6-5B21-9A7F-7123FF7DD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1F208-EAD9-D4FD-19C7-4D369A2D2C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F18F17C-F56B-9ED8-D9B5-FAF32329FE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A6CFD7-4C11-D164-A257-F22CB64ECC9C}"/>
              </a:ext>
            </a:extLst>
          </p:cNvPr>
          <p:cNvSpPr>
            <a:spLocks noGrp="1"/>
          </p:cNvSpPr>
          <p:nvPr>
            <p:ph type="sldNum" sz="quarter" idx="5"/>
          </p:nvPr>
        </p:nvSpPr>
        <p:spPr/>
        <p:txBody>
          <a:bodyPr/>
          <a:lstStyle/>
          <a:p>
            <a:fld id="{9B5D948F-A673-4DC7-A0E9-FA274EAF3634}" type="slidenum">
              <a:rPr lang="en-GB" smtClean="0"/>
              <a:pPr/>
              <a:t>17</a:t>
            </a:fld>
            <a:endParaRPr lang="en-GB"/>
          </a:p>
        </p:txBody>
      </p:sp>
    </p:spTree>
    <p:extLst>
      <p:ext uri="{BB962C8B-B14F-4D97-AF65-F5344CB8AC3E}">
        <p14:creationId xmlns:p14="http://schemas.microsoft.com/office/powerpoint/2010/main" val="3492359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48EDB-74BA-63A1-B67E-9D7AD4A62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0BD13-4D82-47B8-B2D9-E5E2B21CC4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E00B21-7174-396E-C506-8547CA8B0F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8A68FF-045C-490C-1E54-630479A4DB9E}"/>
              </a:ext>
            </a:extLst>
          </p:cNvPr>
          <p:cNvSpPr>
            <a:spLocks noGrp="1"/>
          </p:cNvSpPr>
          <p:nvPr>
            <p:ph type="sldNum" sz="quarter" idx="5"/>
          </p:nvPr>
        </p:nvSpPr>
        <p:spPr/>
        <p:txBody>
          <a:bodyPr/>
          <a:lstStyle/>
          <a:p>
            <a:fld id="{9B5D948F-A673-4DC7-A0E9-FA274EAF3634}" type="slidenum">
              <a:rPr lang="en-GB" smtClean="0"/>
              <a:pPr/>
              <a:t>18</a:t>
            </a:fld>
            <a:endParaRPr lang="en-GB"/>
          </a:p>
        </p:txBody>
      </p:sp>
    </p:spTree>
    <p:extLst>
      <p:ext uri="{BB962C8B-B14F-4D97-AF65-F5344CB8AC3E}">
        <p14:creationId xmlns:p14="http://schemas.microsoft.com/office/powerpoint/2010/main" val="2710544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BEABD-AD9F-EAEE-D28D-2D49001FD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2B40-A746-65D4-3283-9A9EA3C9C7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16C0B9-D76B-D508-5BF3-326182CE34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C3BE3D6-6656-C38E-4ED1-CE109195F831}"/>
              </a:ext>
            </a:extLst>
          </p:cNvPr>
          <p:cNvSpPr>
            <a:spLocks noGrp="1"/>
          </p:cNvSpPr>
          <p:nvPr>
            <p:ph type="sldNum" sz="quarter" idx="5"/>
          </p:nvPr>
        </p:nvSpPr>
        <p:spPr/>
        <p:txBody>
          <a:bodyPr/>
          <a:lstStyle/>
          <a:p>
            <a:fld id="{9B5D948F-A673-4DC7-A0E9-FA274EAF3634}" type="slidenum">
              <a:rPr lang="en-GB" smtClean="0"/>
              <a:pPr/>
              <a:t>21</a:t>
            </a:fld>
            <a:endParaRPr lang="en-GB"/>
          </a:p>
        </p:txBody>
      </p:sp>
    </p:spTree>
    <p:extLst>
      <p:ext uri="{BB962C8B-B14F-4D97-AF65-F5344CB8AC3E}">
        <p14:creationId xmlns:p14="http://schemas.microsoft.com/office/powerpoint/2010/main" val="22199167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82373-2E66-8FD9-B173-CF5E1EE728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C4A20-5FD0-0BFB-3C87-CF8F78DE46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2577F8-1F2B-F915-751E-B05ED79A67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7090286-15E6-589A-E3AE-427788F24B74}"/>
              </a:ext>
            </a:extLst>
          </p:cNvPr>
          <p:cNvSpPr>
            <a:spLocks noGrp="1"/>
          </p:cNvSpPr>
          <p:nvPr>
            <p:ph type="sldNum" sz="quarter" idx="5"/>
          </p:nvPr>
        </p:nvSpPr>
        <p:spPr/>
        <p:txBody>
          <a:bodyPr/>
          <a:lstStyle/>
          <a:p>
            <a:fld id="{9B5D948F-A673-4DC7-A0E9-FA274EAF3634}" type="slidenum">
              <a:rPr lang="en-GB" smtClean="0"/>
              <a:pPr/>
              <a:t>22</a:t>
            </a:fld>
            <a:endParaRPr lang="en-GB"/>
          </a:p>
        </p:txBody>
      </p:sp>
    </p:spTree>
    <p:extLst>
      <p:ext uri="{BB962C8B-B14F-4D97-AF65-F5344CB8AC3E}">
        <p14:creationId xmlns:p14="http://schemas.microsoft.com/office/powerpoint/2010/main" val="1165924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F4D91-B4EF-1048-99A7-EAEB6B752A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8D0A6-9072-BE5D-48B7-96C2D348272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0EE097-13DA-E4B7-5214-40C39B965F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98FBCB2-7235-3607-F34F-AECF5AAB7D50}"/>
              </a:ext>
            </a:extLst>
          </p:cNvPr>
          <p:cNvSpPr>
            <a:spLocks noGrp="1"/>
          </p:cNvSpPr>
          <p:nvPr>
            <p:ph type="sldNum" sz="quarter" idx="5"/>
          </p:nvPr>
        </p:nvSpPr>
        <p:spPr/>
        <p:txBody>
          <a:bodyPr/>
          <a:lstStyle/>
          <a:p>
            <a:fld id="{9B5D948F-A673-4DC7-A0E9-FA274EAF3634}" type="slidenum">
              <a:rPr lang="en-GB" smtClean="0"/>
              <a:pPr/>
              <a:t>28</a:t>
            </a:fld>
            <a:endParaRPr lang="en-GB"/>
          </a:p>
        </p:txBody>
      </p:sp>
    </p:spTree>
    <p:extLst>
      <p:ext uri="{BB962C8B-B14F-4D97-AF65-F5344CB8AC3E}">
        <p14:creationId xmlns:p14="http://schemas.microsoft.com/office/powerpoint/2010/main" val="7356691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8455-C7E1-08CB-0A01-DF911E51C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2A160-8721-0873-2EAB-44E517192F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72CBB83-C04A-D60A-BBCB-FA8C2D031A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D95F3B-C0B5-54E6-4AA3-6BA410DC66B0}"/>
              </a:ext>
            </a:extLst>
          </p:cNvPr>
          <p:cNvSpPr>
            <a:spLocks noGrp="1"/>
          </p:cNvSpPr>
          <p:nvPr>
            <p:ph type="sldNum" sz="quarter" idx="5"/>
          </p:nvPr>
        </p:nvSpPr>
        <p:spPr/>
        <p:txBody>
          <a:bodyPr/>
          <a:lstStyle/>
          <a:p>
            <a:fld id="{9B5D948F-A673-4DC7-A0E9-FA274EAF3634}" type="slidenum">
              <a:rPr lang="en-GB" smtClean="0"/>
              <a:pPr/>
              <a:t>30</a:t>
            </a:fld>
            <a:endParaRPr lang="en-GB"/>
          </a:p>
        </p:txBody>
      </p:sp>
    </p:spTree>
    <p:extLst>
      <p:ext uri="{BB962C8B-B14F-4D97-AF65-F5344CB8AC3E}">
        <p14:creationId xmlns:p14="http://schemas.microsoft.com/office/powerpoint/2010/main" val="23637018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55FA-36A9-B8E5-D259-DA11D61CD6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96728-ADC9-57F8-495C-CFBB597A94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D635745-217F-61CF-AF81-155C7A6F866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C202EA-30DB-5F03-EDB1-4B8573555162}"/>
              </a:ext>
            </a:extLst>
          </p:cNvPr>
          <p:cNvSpPr>
            <a:spLocks noGrp="1"/>
          </p:cNvSpPr>
          <p:nvPr>
            <p:ph type="sldNum" sz="quarter" idx="5"/>
          </p:nvPr>
        </p:nvSpPr>
        <p:spPr/>
        <p:txBody>
          <a:bodyPr/>
          <a:lstStyle/>
          <a:p>
            <a:fld id="{9B5D948F-A673-4DC7-A0E9-FA274EAF3634}" type="slidenum">
              <a:rPr lang="en-GB" smtClean="0"/>
              <a:pPr/>
              <a:t>32</a:t>
            </a:fld>
            <a:endParaRPr lang="en-GB"/>
          </a:p>
        </p:txBody>
      </p:sp>
    </p:spTree>
    <p:extLst>
      <p:ext uri="{BB962C8B-B14F-4D97-AF65-F5344CB8AC3E}">
        <p14:creationId xmlns:p14="http://schemas.microsoft.com/office/powerpoint/2010/main" val="20837500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B99A6-86E5-70F2-A982-E07DE2CF9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2DB98-6483-420D-2642-9F15BF757C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BAA48F-07DD-9703-5F5E-81E38F78E4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7B485F-C2E2-7B4F-86A2-E5475D40F580}"/>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7078533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999D8-5C90-19F2-BA6E-20F5731651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ABBBE-7E90-ADF1-A1E1-D2F4F7152C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B7B559B-24B1-A9D7-B88B-F10B47DC63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7859BA-86DD-6E22-ED80-6A733C5801DD}"/>
              </a:ext>
            </a:extLst>
          </p:cNvPr>
          <p:cNvSpPr>
            <a:spLocks noGrp="1"/>
          </p:cNvSpPr>
          <p:nvPr>
            <p:ph type="sldNum" sz="quarter" idx="5"/>
          </p:nvPr>
        </p:nvSpPr>
        <p:spPr/>
        <p:txBody>
          <a:bodyPr/>
          <a:lstStyle/>
          <a:p>
            <a:fld id="{9B5D948F-A673-4DC7-A0E9-FA274EAF3634}" type="slidenum">
              <a:rPr lang="en-GB" smtClean="0"/>
              <a:pPr/>
              <a:t>35</a:t>
            </a:fld>
            <a:endParaRPr lang="en-GB"/>
          </a:p>
        </p:txBody>
      </p:sp>
    </p:spTree>
    <p:extLst>
      <p:ext uri="{BB962C8B-B14F-4D97-AF65-F5344CB8AC3E}">
        <p14:creationId xmlns:p14="http://schemas.microsoft.com/office/powerpoint/2010/main" val="42442418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EEAF-6FE9-DFA6-02D3-8357C98A0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DC61A-3413-6E52-0E9B-5BF29DE2560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D57D930-1DED-0AA3-F8B6-9EE9CB2042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B9C306-3CAC-C78E-F05A-B4DD5A77D9B5}"/>
              </a:ext>
            </a:extLst>
          </p:cNvPr>
          <p:cNvSpPr>
            <a:spLocks noGrp="1"/>
          </p:cNvSpPr>
          <p:nvPr>
            <p:ph type="sldNum" sz="quarter" idx="5"/>
          </p:nvPr>
        </p:nvSpPr>
        <p:spPr/>
        <p:txBody>
          <a:bodyPr/>
          <a:lstStyle/>
          <a:p>
            <a:fld id="{9B5D948F-A673-4DC7-A0E9-FA274EAF3634}" type="slidenum">
              <a:rPr lang="en-GB" smtClean="0"/>
              <a:pPr/>
              <a:t>37</a:t>
            </a:fld>
            <a:endParaRPr lang="en-GB"/>
          </a:p>
        </p:txBody>
      </p:sp>
    </p:spTree>
    <p:extLst>
      <p:ext uri="{BB962C8B-B14F-4D97-AF65-F5344CB8AC3E}">
        <p14:creationId xmlns:p14="http://schemas.microsoft.com/office/powerpoint/2010/main" val="573492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78D5-89B9-F1BD-C41E-07E3042C7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5AAA3E-202E-7446-A52D-FB51748D53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DCDD25B-81FB-471A-8C18-BF8E83EA6072}"/>
              </a:ext>
            </a:extLst>
          </p:cNvPr>
          <p:cNvSpPr>
            <a:spLocks noGrp="1"/>
          </p:cNvSpPr>
          <p:nvPr>
            <p:ph type="body" idx="1"/>
          </p:nvPr>
        </p:nvSpPr>
        <p:spPr/>
        <p:txBody>
          <a:bodyPr/>
          <a:lstStyle/>
          <a:p>
            <a:pPr fontAlgn="t"/>
            <a:r>
              <a:rPr lang="en-US" sz="1200" b="0" i="0" kern="1200">
                <a:solidFill>
                  <a:schemeClr val="tx1"/>
                </a:solidFill>
                <a:effectLst/>
                <a:latin typeface="Arial" panose="020B0604020202020204" pitchFamily="34" charset="0"/>
                <a:ea typeface="+mn-ea"/>
                <a:cs typeface="+mn-cs"/>
              </a:rPr>
              <a:t>The process begins with two primary categories of signals. The first is form-based activity, including Global Web RFP submissions, demo requests, service or RFP requests, and general inquiries. The second is event-based activity, including tradeshow booth attendance, repeat attendance across multiple events, and multiple attendees from the same account at a qualifying event.</a:t>
            </a:r>
          </a:p>
          <a:p>
            <a:pPr fontAlgn="t"/>
            <a:r>
              <a:rPr lang="en-US" sz="1200" b="0" i="0" kern="1200">
                <a:solidFill>
                  <a:schemeClr val="tx1"/>
                </a:solidFill>
                <a:effectLst/>
                <a:latin typeface="Arial" panose="020B0604020202020204" pitchFamily="34" charset="0"/>
                <a:ea typeface="+mn-ea"/>
                <a:cs typeface="+mn-cs"/>
              </a:rPr>
              <a:t>These interactions do not automatically create tasks. Automation Studio first evaluates each record against a defined set of qualification rules. The process confirms that the activity represents meaningful intent, identifies the associated Salesforce Lead or Contact, enriches the record with campaign and account context, and checks whether the activity has already been processed.</a:t>
            </a:r>
          </a:p>
          <a:p>
            <a:pPr fontAlgn="t"/>
            <a:r>
              <a:rPr lang="en-US" sz="1200" b="0" i="0" kern="1200">
                <a:solidFill>
                  <a:schemeClr val="tx1"/>
                </a:solidFill>
                <a:effectLst/>
                <a:latin typeface="Arial" panose="020B0604020202020204" pitchFamily="34" charset="0"/>
                <a:ea typeface="+mn-ea"/>
                <a:cs typeface="+mn-cs"/>
              </a:rPr>
              <a:t>Once a record qualifies, it enters Journey Builder. The Journey routes the record based on whether the Salesforce ID belongs to a Contact or Lead and creates an Open, High-priority enrichment task in Salesforce. The task includes the relevant submission, event, campaign, account, and follow-up details so the enrichment or sales team has the context needed to take action.</a:t>
            </a:r>
          </a:p>
          <a:p>
            <a:pPr fontAlgn="t"/>
            <a:r>
              <a:rPr lang="en-US" sz="1200" b="0" i="0" kern="1200">
                <a:solidFill>
                  <a:schemeClr val="tx1"/>
                </a:solidFill>
                <a:effectLst/>
                <a:latin typeface="Arial" panose="020B0604020202020204" pitchFamily="34" charset="0"/>
                <a:ea typeface="+mn-ea"/>
                <a:cs typeface="+mn-cs"/>
              </a:rPr>
              <a:t>The objective is to consistently translate meaningful marketing signals into timely sales follow-up, while reducing low-value and duplicate tasks.</a:t>
            </a:r>
          </a:p>
          <a:p>
            <a:pPr fontAlgn="t"/>
            <a:r>
              <a:rPr lang="en-US" sz="1200" b="0" i="0" kern="1200">
                <a:solidFill>
                  <a:schemeClr val="tx1"/>
                </a:solidFill>
                <a:effectLst/>
                <a:latin typeface="Arial" panose="020B0604020202020204" pitchFamily="34" charset="0"/>
                <a:ea typeface="+mn-ea"/>
                <a:cs typeface="+mn-cs"/>
              </a:rPr>
              <a:t>As part of this playback, we would like to validate whether these are the right engagement signals and whether they accurately represent lead-generation intent.</a:t>
            </a:r>
          </a:p>
          <a:p>
            <a:endParaRPr lang="en-US"/>
          </a:p>
          <a:p>
            <a:endParaRPr lang="en-US"/>
          </a:p>
        </p:txBody>
      </p:sp>
      <p:sp>
        <p:nvSpPr>
          <p:cNvPr id="4" name="Slide Number Placeholder 3">
            <a:extLst>
              <a:ext uri="{FF2B5EF4-FFF2-40B4-BE49-F238E27FC236}">
                <a16:creationId xmlns:a16="http://schemas.microsoft.com/office/drawing/2014/main" id="{E7789B4F-F037-27F5-9F55-5356EBA2C710}"/>
              </a:ext>
            </a:extLst>
          </p:cNvPr>
          <p:cNvSpPr>
            <a:spLocks noGrp="1"/>
          </p:cNvSpPr>
          <p:nvPr>
            <p:ph type="sldNum" sz="quarter" idx="5"/>
          </p:nvPr>
        </p:nvSpPr>
        <p:spPr/>
        <p:txBody>
          <a:bodyPr/>
          <a:lstStyle/>
          <a:p>
            <a:fld id="{9B5D948F-A673-4DC7-A0E9-FA274EAF3634}" type="slidenum">
              <a:rPr lang="en-GB" smtClean="0"/>
              <a:pPr/>
              <a:t>39</a:t>
            </a:fld>
            <a:endParaRPr lang="en-GB"/>
          </a:p>
        </p:txBody>
      </p:sp>
    </p:spTree>
    <p:extLst>
      <p:ext uri="{BB962C8B-B14F-4D97-AF65-F5344CB8AC3E}">
        <p14:creationId xmlns:p14="http://schemas.microsoft.com/office/powerpoint/2010/main" val="11879654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7707F-D6A3-6219-6026-19A192D2E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923AF-5BBA-B726-9446-44D1D5A197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DA4BB3-D21B-8C02-D80D-57C61F611274}"/>
              </a:ext>
            </a:extLst>
          </p:cNvPr>
          <p:cNvSpPr>
            <a:spLocks noGrp="1"/>
          </p:cNvSpPr>
          <p:nvPr>
            <p:ph type="body" idx="1"/>
          </p:nvPr>
        </p:nvSpPr>
        <p:spPr/>
        <p:txBody>
          <a:bodyPr/>
          <a:lstStyle/>
          <a:p>
            <a:pPr fontAlgn="t"/>
            <a:r>
              <a:rPr lang="en-US" sz="1200" b="0" i="0" kern="1200">
                <a:solidFill>
                  <a:schemeClr val="tx1"/>
                </a:solidFill>
                <a:effectLst/>
                <a:latin typeface="Arial" panose="020B0604020202020204" pitchFamily="34" charset="0"/>
                <a:ea typeface="+mn-ea"/>
                <a:cs typeface="+mn-cs"/>
              </a:rPr>
              <a:t>The qualification logic varies by signal type. For form-based activity, we focus on higher-intent submissions, including demo requests, RFP or service requests, and general inquiries. The automation validates the Salesforce ID and, when the source record is missing that ID, attempts to recover it from the master Centralized Form Processor data. It also prepares the task subject and carries forward the submitted message and source-page URL to provide follow-up context.</a:t>
            </a:r>
          </a:p>
          <a:p>
            <a:pPr fontAlgn="t"/>
            <a:r>
              <a:rPr lang="en-US" sz="1200" b="0" i="0" kern="1200">
                <a:solidFill>
                  <a:schemeClr val="tx1"/>
                </a:solidFill>
                <a:effectLst/>
                <a:latin typeface="Arial" panose="020B0604020202020204" pitchFamily="34" charset="0"/>
                <a:ea typeface="+mn-ea"/>
                <a:cs typeface="+mn-cs"/>
              </a:rPr>
              <a:t>For event-based activity, the automation confirms that the individual attended a qualifying in-person event and evaluates additional indicators of intent. These include a tradeshow booth scan with a populated follow-up value, attendance at two or more events within a rolling five-day period, or more than two individuals from the same account attending the same event.</a:t>
            </a:r>
          </a:p>
          <a:p>
            <a:pPr fontAlgn="t"/>
            <a:r>
              <a:rPr lang="en-US" sz="1200" b="0" i="0" kern="1200">
                <a:solidFill>
                  <a:schemeClr val="tx1"/>
                </a:solidFill>
                <a:effectLst/>
                <a:latin typeface="Arial" panose="020B0604020202020204" pitchFamily="34" charset="0"/>
                <a:ea typeface="+mn-ea"/>
                <a:cs typeface="+mn-cs"/>
              </a:rPr>
              <a:t>Before creating a task, the automations also apply exclusion rules. Depending on the use case, these rules remove KPMG accounts, host or alliance accounts, records outside the applicable activity window, and records that already have a recent matching task. The process also accounts for standard Leads and Contacts, converted Leads, and Contact merge scenarios.</a:t>
            </a:r>
          </a:p>
          <a:p>
            <a:pPr fontAlgn="t"/>
            <a:r>
              <a:rPr lang="en-US" sz="1200" b="0" i="0" kern="1200">
                <a:solidFill>
                  <a:schemeClr val="tx1"/>
                </a:solidFill>
                <a:effectLst/>
                <a:latin typeface="Arial" panose="020B0604020202020204" pitchFamily="34" charset="0"/>
                <a:ea typeface="+mn-ea"/>
                <a:cs typeface="+mn-cs"/>
              </a:rPr>
              <a:t>The result is a task-ready population that has passed identity, eligibility, relevance, and duplicate-prevention checks.</a:t>
            </a:r>
          </a:p>
          <a:p>
            <a:pPr fontAlgn="t"/>
            <a:r>
              <a:rPr lang="en-US" sz="1200" b="0" i="0" kern="1200">
                <a:solidFill>
                  <a:schemeClr val="tx1"/>
                </a:solidFill>
                <a:effectLst/>
                <a:latin typeface="Arial" panose="020B0604020202020204" pitchFamily="34" charset="0"/>
                <a:ea typeface="+mn-ea"/>
                <a:cs typeface="+mn-cs"/>
              </a:rPr>
              <a:t>For this playback, we would like to validate whether the current thresholds and exclusions accurately distinguish actionable lead-generation intent from general engagement.</a:t>
            </a:r>
          </a:p>
          <a:p>
            <a:endParaRPr lang="en-US"/>
          </a:p>
        </p:txBody>
      </p:sp>
      <p:sp>
        <p:nvSpPr>
          <p:cNvPr id="4" name="Slide Number Placeholder 3">
            <a:extLst>
              <a:ext uri="{FF2B5EF4-FFF2-40B4-BE49-F238E27FC236}">
                <a16:creationId xmlns:a16="http://schemas.microsoft.com/office/drawing/2014/main" id="{8D515B49-5548-F968-E0CE-F3B379DB6DF2}"/>
              </a:ext>
            </a:extLst>
          </p:cNvPr>
          <p:cNvSpPr>
            <a:spLocks noGrp="1"/>
          </p:cNvSpPr>
          <p:nvPr>
            <p:ph type="sldNum" sz="quarter" idx="5"/>
          </p:nvPr>
        </p:nvSpPr>
        <p:spPr/>
        <p:txBody>
          <a:bodyPr/>
          <a:lstStyle/>
          <a:p>
            <a:fld id="{9B5D948F-A673-4DC7-A0E9-FA274EAF3634}" type="slidenum">
              <a:rPr lang="en-GB" smtClean="0"/>
              <a:pPr/>
              <a:t>40</a:t>
            </a:fld>
            <a:endParaRPr lang="en-GB"/>
          </a:p>
        </p:txBody>
      </p:sp>
    </p:spTree>
    <p:extLst>
      <p:ext uri="{BB962C8B-B14F-4D97-AF65-F5344CB8AC3E}">
        <p14:creationId xmlns:p14="http://schemas.microsoft.com/office/powerpoint/2010/main" val="1010776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034C4-7727-D680-AF15-89F599470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48E95-6431-9336-CBEB-CC9879C7BC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BEE0D3-58A2-28D4-7CA4-8CBF10DEA273}"/>
              </a:ext>
            </a:extLst>
          </p:cNvPr>
          <p:cNvSpPr>
            <a:spLocks noGrp="1"/>
          </p:cNvSpPr>
          <p:nvPr>
            <p:ph type="body" idx="1"/>
          </p:nvPr>
        </p:nvSpPr>
        <p:spPr/>
        <p:txBody>
          <a:bodyPr/>
          <a:lstStyle/>
          <a:p>
            <a:pPr fontAlgn="t"/>
            <a:r>
              <a:rPr lang="en-US" sz="1200" b="0" i="0" kern="1200">
                <a:solidFill>
                  <a:schemeClr val="tx1"/>
                </a:solidFill>
                <a:effectLst/>
                <a:latin typeface="Arial" panose="020B0604020202020204" pitchFamily="34" charset="0"/>
                <a:ea typeface="+mn-ea"/>
                <a:cs typeface="+mn-cs"/>
              </a:rPr>
              <a:t>This slide highlights how we link each engagement to the correct Salesforce record and prevent duplicate tasks.</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Salesforce ID is the primary key throughout the process. IDs beginning with 003 follow the Contact path, while IDs beginning with 00Q follow the Lead path. We also account for converted Leads and Contact merges.</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Before task creation, we check Record Keeper Data Extensions and existing Salesforce tasks to confirm the activity has not already been processed.</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One area for validation is the Active </a:t>
            </a:r>
            <a:r>
              <a:rPr lang="en-US" sz="1200" b="0" i="0" kern="1200" err="1">
                <a:solidFill>
                  <a:schemeClr val="tx1"/>
                </a:solidFill>
                <a:effectLst/>
                <a:latin typeface="Arial" panose="020B0604020202020204" pitchFamily="34" charset="0"/>
                <a:ea typeface="+mn-ea"/>
                <a:cs typeface="+mn-cs"/>
              </a:rPr>
              <a:t>Handraiser</a:t>
            </a:r>
            <a:r>
              <a:rPr lang="en-US" sz="1200" b="0" i="0" kern="1200">
                <a:solidFill>
                  <a:schemeClr val="tx1"/>
                </a:solidFill>
                <a:effectLst/>
                <a:latin typeface="Arial" panose="020B0604020202020204" pitchFamily="34" charset="0"/>
                <a:ea typeface="+mn-ea"/>
                <a:cs typeface="+mn-cs"/>
              </a:rPr>
              <a:t> process, where inconsistent Salesforce IDs have caused duplicate records. We would like to confirm whether Salesforce ID alone is sufficient or whether an additional composite key should be used.</a:t>
            </a:r>
          </a:p>
          <a:p>
            <a:endParaRPr lang="en-US"/>
          </a:p>
        </p:txBody>
      </p:sp>
      <p:sp>
        <p:nvSpPr>
          <p:cNvPr id="4" name="Slide Number Placeholder 3">
            <a:extLst>
              <a:ext uri="{FF2B5EF4-FFF2-40B4-BE49-F238E27FC236}">
                <a16:creationId xmlns:a16="http://schemas.microsoft.com/office/drawing/2014/main" id="{A0DC94A8-F04A-A2A0-C834-4958E7EE89AD}"/>
              </a:ext>
            </a:extLst>
          </p:cNvPr>
          <p:cNvSpPr>
            <a:spLocks noGrp="1"/>
          </p:cNvSpPr>
          <p:nvPr>
            <p:ph type="sldNum" sz="quarter" idx="5"/>
          </p:nvPr>
        </p:nvSpPr>
        <p:spPr/>
        <p:txBody>
          <a:bodyPr/>
          <a:lstStyle/>
          <a:p>
            <a:fld id="{9B5D948F-A673-4DC7-A0E9-FA274EAF3634}" type="slidenum">
              <a:rPr lang="en-GB" smtClean="0"/>
              <a:pPr/>
              <a:t>41</a:t>
            </a:fld>
            <a:endParaRPr lang="en-GB"/>
          </a:p>
        </p:txBody>
      </p:sp>
    </p:spTree>
    <p:extLst>
      <p:ext uri="{BB962C8B-B14F-4D97-AF65-F5344CB8AC3E}">
        <p14:creationId xmlns:p14="http://schemas.microsoft.com/office/powerpoint/2010/main" val="301571197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6019C-BA66-4D0D-0128-96C86594A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CEB3C-E9B4-FA7B-8A46-434F679838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A5ABA9E-DF9A-9F41-EEF4-4822C12D37F9}"/>
              </a:ext>
            </a:extLst>
          </p:cNvPr>
          <p:cNvSpPr>
            <a:spLocks noGrp="1"/>
          </p:cNvSpPr>
          <p:nvPr>
            <p:ph type="body" idx="1"/>
          </p:nvPr>
        </p:nvSpPr>
        <p:spPr/>
        <p:txBody>
          <a:bodyPr/>
          <a:lstStyle/>
          <a:p>
            <a:pPr fontAlgn="t"/>
            <a:r>
              <a:rPr lang="en-US" sz="1200" b="0" i="0" kern="1200">
                <a:solidFill>
                  <a:schemeClr val="tx1"/>
                </a:solidFill>
                <a:effectLst/>
                <a:latin typeface="Arial" panose="020B0604020202020204" pitchFamily="34" charset="0"/>
                <a:ea typeface="+mn-ea"/>
                <a:cs typeface="+mn-cs"/>
              </a:rPr>
              <a:t>This slide shows the final step, where qualified records enter Journey Builder and become actionable tasks in Salesforce Engage.</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Journey Builder uses the Salesforce ID to route each record to either the Contact or Lead path. It then creates an Open, High-priority task linked to the appropriate record and, where applicable, assigns it to the Enrichment Queue.</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The task includes the engagement signal, activity date, campaign and account context, restricted-account status, and relevant follow-up details, such as the form message or event comments.</a:t>
            </a:r>
          </a:p>
          <a:p>
            <a:pPr fontAlgn="t"/>
            <a:endParaRPr lang="en-US" sz="1200" b="0" i="0" kern="1200">
              <a:solidFill>
                <a:schemeClr val="tx1"/>
              </a:solidFill>
              <a:effectLst/>
              <a:latin typeface="Arial" panose="020B0604020202020204" pitchFamily="34" charset="0"/>
              <a:ea typeface="+mn-ea"/>
              <a:cs typeface="+mn-cs"/>
            </a:endParaRPr>
          </a:p>
          <a:p>
            <a:pPr fontAlgn="t"/>
            <a:r>
              <a:rPr lang="en-US" sz="1200" b="0" i="0" kern="1200">
                <a:solidFill>
                  <a:schemeClr val="tx1"/>
                </a:solidFill>
                <a:effectLst/>
                <a:latin typeface="Arial" panose="020B0604020202020204" pitchFamily="34" charset="0"/>
                <a:ea typeface="+mn-ea"/>
                <a:cs typeface="+mn-cs"/>
              </a:rPr>
              <a:t>The goal is to give the enrichment or sales team enough context to understand why the task was created and take the appropriate next action. </a:t>
            </a:r>
            <a:endParaRPr lang="en-US"/>
          </a:p>
        </p:txBody>
      </p:sp>
      <p:sp>
        <p:nvSpPr>
          <p:cNvPr id="4" name="Slide Number Placeholder 3">
            <a:extLst>
              <a:ext uri="{FF2B5EF4-FFF2-40B4-BE49-F238E27FC236}">
                <a16:creationId xmlns:a16="http://schemas.microsoft.com/office/drawing/2014/main" id="{B869BC58-C8E1-38E1-A14A-FE1B0575170E}"/>
              </a:ext>
            </a:extLst>
          </p:cNvPr>
          <p:cNvSpPr>
            <a:spLocks noGrp="1"/>
          </p:cNvSpPr>
          <p:nvPr>
            <p:ph type="sldNum" sz="quarter" idx="5"/>
          </p:nvPr>
        </p:nvSpPr>
        <p:spPr/>
        <p:txBody>
          <a:bodyPr/>
          <a:lstStyle/>
          <a:p>
            <a:fld id="{9B5D948F-A673-4DC7-A0E9-FA274EAF3634}" type="slidenum">
              <a:rPr lang="en-GB" smtClean="0"/>
              <a:pPr/>
              <a:t>42</a:t>
            </a:fld>
            <a:endParaRPr lang="en-GB"/>
          </a:p>
        </p:txBody>
      </p:sp>
    </p:spTree>
    <p:extLst>
      <p:ext uri="{BB962C8B-B14F-4D97-AF65-F5344CB8AC3E}">
        <p14:creationId xmlns:p14="http://schemas.microsoft.com/office/powerpoint/2010/main" val="831942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ABDE3-727F-87A1-B4EB-EBC87AF66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3FE20-84BB-01DB-A140-2CEBAC8879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A96AE5D-4499-5E74-A028-18BFFAC0C31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E5350A-2D8C-F7E8-BFA3-3692DB6A2619}"/>
              </a:ext>
            </a:extLst>
          </p:cNvPr>
          <p:cNvSpPr>
            <a:spLocks noGrp="1"/>
          </p:cNvSpPr>
          <p:nvPr>
            <p:ph type="sldNum" sz="quarter" idx="5"/>
          </p:nvPr>
        </p:nvSpPr>
        <p:spPr/>
        <p:txBody>
          <a:bodyPr/>
          <a:lstStyle/>
          <a:p>
            <a:fld id="{9B5D948F-A673-4DC7-A0E9-FA274EAF3634}" type="slidenum">
              <a:rPr lang="en-GB" smtClean="0"/>
              <a:pPr/>
              <a:t>44</a:t>
            </a:fld>
            <a:endParaRPr lang="en-GB"/>
          </a:p>
        </p:txBody>
      </p:sp>
    </p:spTree>
    <p:extLst>
      <p:ext uri="{BB962C8B-B14F-4D97-AF65-F5344CB8AC3E}">
        <p14:creationId xmlns:p14="http://schemas.microsoft.com/office/powerpoint/2010/main" val="3599774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F7E87-43EC-7DF5-0308-4CED21743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8F1A3-0B88-6003-C4C8-38296E55F3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9B20C4-20FD-806A-68DE-BA78E8A5C3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022872-67AC-81E3-2BE1-0F8A5E4C25E8}"/>
              </a:ext>
            </a:extLst>
          </p:cNvPr>
          <p:cNvSpPr>
            <a:spLocks noGrp="1"/>
          </p:cNvSpPr>
          <p:nvPr>
            <p:ph type="sldNum" sz="quarter" idx="5"/>
          </p:nvPr>
        </p:nvSpPr>
        <p:spPr/>
        <p:txBody>
          <a:bodyPr/>
          <a:lstStyle/>
          <a:p>
            <a:fld id="{9B5D948F-A673-4DC7-A0E9-FA274EAF3634}" type="slidenum">
              <a:rPr lang="en-GB" smtClean="0"/>
              <a:pPr/>
              <a:t>45</a:t>
            </a:fld>
            <a:endParaRPr lang="en-GB"/>
          </a:p>
        </p:txBody>
      </p:sp>
    </p:spTree>
    <p:extLst>
      <p:ext uri="{BB962C8B-B14F-4D97-AF65-F5344CB8AC3E}">
        <p14:creationId xmlns:p14="http://schemas.microsoft.com/office/powerpoint/2010/main" val="18437421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7084E-2433-0ED7-CCC8-FEE6CC3FD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B5B02-16C4-11C0-F66E-677C62DFB0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8C176BD-3FFB-A10B-533E-A1A383C6BE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EBCFF7-1417-0A38-64FE-D2601C75E6AE}"/>
              </a:ext>
            </a:extLst>
          </p:cNvPr>
          <p:cNvSpPr>
            <a:spLocks noGrp="1"/>
          </p:cNvSpPr>
          <p:nvPr>
            <p:ph type="sldNum" sz="quarter" idx="5"/>
          </p:nvPr>
        </p:nvSpPr>
        <p:spPr/>
        <p:txBody>
          <a:bodyPr/>
          <a:lstStyle/>
          <a:p>
            <a:fld id="{9B5D948F-A673-4DC7-A0E9-FA274EAF3634}" type="slidenum">
              <a:rPr lang="en-GB" smtClean="0"/>
              <a:pPr/>
              <a:t>46</a:t>
            </a:fld>
            <a:endParaRPr lang="en-GB"/>
          </a:p>
        </p:txBody>
      </p:sp>
    </p:spTree>
    <p:extLst>
      <p:ext uri="{BB962C8B-B14F-4D97-AF65-F5344CB8AC3E}">
        <p14:creationId xmlns:p14="http://schemas.microsoft.com/office/powerpoint/2010/main" val="13530748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F5958-7E5B-E0C9-FE0E-A6855FB50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0DAD9-8261-BAFC-CC82-C23D9BAFBD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2698090-C2EC-BB60-4A1A-B3024A9F1E1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F6B2774-9A24-3374-8807-7399C7C6540F}"/>
              </a:ext>
            </a:extLst>
          </p:cNvPr>
          <p:cNvSpPr>
            <a:spLocks noGrp="1"/>
          </p:cNvSpPr>
          <p:nvPr>
            <p:ph type="sldNum" sz="quarter" idx="5"/>
          </p:nvPr>
        </p:nvSpPr>
        <p:spPr/>
        <p:txBody>
          <a:bodyPr/>
          <a:lstStyle/>
          <a:p>
            <a:fld id="{9B5D948F-A673-4DC7-A0E9-FA274EAF3634}" type="slidenum">
              <a:rPr lang="en-GB" smtClean="0"/>
              <a:pPr/>
              <a:t>47</a:t>
            </a:fld>
            <a:endParaRPr lang="en-GB"/>
          </a:p>
        </p:txBody>
      </p:sp>
    </p:spTree>
    <p:extLst>
      <p:ext uri="{BB962C8B-B14F-4D97-AF65-F5344CB8AC3E}">
        <p14:creationId xmlns:p14="http://schemas.microsoft.com/office/powerpoint/2010/main" val="40273257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760C-F59B-0464-B0FE-33B11A10B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E6948-2770-F0EC-F0E8-28ACF0FE10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1E840B-A4D2-7214-4453-285D3D1BB65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5437A8-8CBA-8DE0-0FB2-EE3AC3F8611A}"/>
              </a:ext>
            </a:extLst>
          </p:cNvPr>
          <p:cNvSpPr>
            <a:spLocks noGrp="1"/>
          </p:cNvSpPr>
          <p:nvPr>
            <p:ph type="sldNum" sz="quarter" idx="5"/>
          </p:nvPr>
        </p:nvSpPr>
        <p:spPr/>
        <p:txBody>
          <a:bodyPr/>
          <a:lstStyle/>
          <a:p>
            <a:fld id="{9B5D948F-A673-4DC7-A0E9-FA274EAF3634}" type="slidenum">
              <a:rPr lang="en-GB" smtClean="0"/>
              <a:pPr/>
              <a:t>48</a:t>
            </a:fld>
            <a:endParaRPr lang="en-GB"/>
          </a:p>
        </p:txBody>
      </p:sp>
    </p:spTree>
    <p:extLst>
      <p:ext uri="{BB962C8B-B14F-4D97-AF65-F5344CB8AC3E}">
        <p14:creationId xmlns:p14="http://schemas.microsoft.com/office/powerpoint/2010/main" val="35846147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Right Vertical Window Image_Cobalt Blue">
    <p:spTree>
      <p:nvGrpSpPr>
        <p:cNvPr id="1" name=""/>
        <p:cNvGrpSpPr/>
        <p:nvPr/>
      </p:nvGrpSpPr>
      <p:grpSpPr>
        <a:xfrm>
          <a:off x="0" y="0"/>
          <a:ext cx="0" cy="0"/>
          <a:chOff x="0" y="0"/>
          <a:chExt cx="0" cy="0"/>
        </a:xfrm>
      </p:grpSpPr>
      <p:pic>
        <p:nvPicPr>
          <p:cNvPr id="7" name="Picture 6" descr="A blue background with many small dots&#10;&#10;Description automatically generated">
            <a:extLst>
              <a:ext uri="{FF2B5EF4-FFF2-40B4-BE49-F238E27FC236}">
                <a16:creationId xmlns:a16="http://schemas.microsoft.com/office/drawing/2014/main" id="{602A8B37-37B8-C0D8-25FD-8E31C5BFED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p:cNvSpPr>
            <a:spLocks noGrp="1"/>
          </p:cNvSpPr>
          <p:nvPr>
            <p:ph type="ctrTitle" hasCustomPrompt="1"/>
          </p:nvPr>
        </p:nvSpPr>
        <p:spPr>
          <a:xfrm>
            <a:off x="741302" y="1456388"/>
            <a:ext cx="5354698" cy="1686205"/>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3457743"/>
            <a:ext cx="5506648"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814A74D7-227B-3872-AB9A-C557E9955878}"/>
              </a:ext>
            </a:extLst>
          </p:cNvPr>
          <p:cNvSpPr txBox="1"/>
          <p:nvPr userDrawn="1"/>
        </p:nvSpPr>
        <p:spPr>
          <a:xfrm>
            <a:off x="741302"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98502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pic>
        <p:nvPicPr>
          <p:cNvPr id="3" name="Picture 2">
            <a:extLst>
              <a:ext uri="{FF2B5EF4-FFF2-40B4-BE49-F238E27FC236}">
                <a16:creationId xmlns:a16="http://schemas.microsoft.com/office/drawing/2014/main" id="{1990DDFC-341E-BFB0-DF32-E057A1E4BC8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18860"/>
          <a:stretch/>
        </p:blipFill>
        <p:spPr>
          <a:xfrm flipH="1">
            <a:off x="490967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826175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49341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777057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1020445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pic>
        <p:nvPicPr>
          <p:cNvPr id="3" name="Picture 2" descr="A blue background with many small dots&#10;&#10;Description automatically generated">
            <a:extLst>
              <a:ext uri="{FF2B5EF4-FFF2-40B4-BE49-F238E27FC236}">
                <a16:creationId xmlns:a16="http://schemas.microsoft.com/office/drawing/2014/main" id="{5704C0F3-70B4-E445-9CC2-FDD2F54AD5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Rectangle 4">
            <a:extLst>
              <a:ext uri="{FF2B5EF4-FFF2-40B4-BE49-F238E27FC236}">
                <a16:creationId xmlns:a16="http://schemas.microsoft.com/office/drawing/2014/main" id="{A67EF913-3370-49A8-475B-78901BBFD544}"/>
              </a:ext>
            </a:extLst>
          </p:cNvPr>
          <p:cNvSpPr/>
          <p:nvPr userDrawn="1"/>
        </p:nvSpPr>
        <p:spPr>
          <a:xfrm>
            <a:off x="0" y="0"/>
            <a:ext cx="12192000" cy="6858000"/>
          </a:xfrm>
          <a:prstGeom prst="rect">
            <a:avLst/>
          </a:prstGeom>
          <a:solidFill>
            <a:schemeClr val="accent3">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190693"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Shape 8">
            <a:extLst>
              <a:ext uri="{FF2B5EF4-FFF2-40B4-BE49-F238E27FC236}">
                <a16:creationId xmlns:a16="http://schemas.microsoft.com/office/drawing/2014/main" id="{078BA07F-7C94-9AFA-2038-DD55FC800777}"/>
              </a:ext>
            </a:extLst>
          </p:cNvPr>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97854DF9-1BDA-1F3F-13EE-EAE053AD2E6B}"/>
              </a:ex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11" name="Graphic 8">
            <a:extLst>
              <a:ext uri="{FF2B5EF4-FFF2-40B4-BE49-F238E27FC236}">
                <a16:creationId xmlns:a16="http://schemas.microsoft.com/office/drawing/2014/main" id="{1FC56091-C280-C4A4-D6A2-A3D8FE62C196}"/>
              </a:ext>
            </a:extLst>
          </p:cNvPr>
          <p:cNvSpPr/>
          <p:nvPr userDrawn="1"/>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2" name="TextBox 11">
            <a:extLst>
              <a:ext uri="{FF2B5EF4-FFF2-40B4-BE49-F238E27FC236}">
                <a16:creationId xmlns:a16="http://schemas.microsoft.com/office/drawing/2014/main" id="{216CD36E-034D-2ED2-CA63-63D1D8D37A61}"/>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799372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535841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18019944"/>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pic>
        <p:nvPicPr>
          <p:cNvPr id="8" name="Picture 7" descr="A blue background with many small dots&#10;&#10;Description automatically generated">
            <a:extLst>
              <a:ext uri="{FF2B5EF4-FFF2-40B4-BE49-F238E27FC236}">
                <a16:creationId xmlns:a16="http://schemas.microsoft.com/office/drawing/2014/main" id="{E09771F7-4C4F-F83E-82B8-C73B61C4C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60834"/>
          <a:stretch/>
        </p:blipFill>
        <p:spPr>
          <a:xfrm flipH="1">
            <a:off x="0" y="0"/>
            <a:ext cx="12192000" cy="2686050"/>
          </a:xfrm>
          <a:prstGeom prst="rect">
            <a:avLst/>
          </a:prstGeom>
        </p:spPr>
      </p:pic>
      <p:sp>
        <p:nvSpPr>
          <p:cNvPr id="9" name="Text Placeholder 8"/>
          <p:cNvSpPr>
            <a:spLocks noGrp="1"/>
          </p:cNvSpPr>
          <p:nvPr>
            <p:ph type="body" sz="quarter" idx="10"/>
          </p:nvPr>
        </p:nvSpPr>
        <p:spPr>
          <a:xfrm>
            <a:off x="1003200"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0888"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18576"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176264"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9233951"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949912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2"/>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3212639141"/>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6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17DCBB23-5A32-5715-5E48-6BC8808A22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4985095"/>
            <a:ext cx="5252400" cy="569387"/>
          </a:xfrm>
        </p:spPr>
        <p:txBody>
          <a:bodyPr wrap="square" anchor="b">
            <a:spAutoFit/>
          </a:bodyPr>
          <a:lstStyle>
            <a:lvl1pPr>
              <a:defRPr sz="1600">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
        <p:nvSpPr>
          <p:cNvPr id="5" name="TextBox 4">
            <a:extLst>
              <a:ext uri="{FF2B5EF4-FFF2-40B4-BE49-F238E27FC236}">
                <a16:creationId xmlns:a16="http://schemas.microsoft.com/office/drawing/2014/main" id="{55DDFC03-3866-134B-885E-66667E0C48F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3869611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9B2A8602-2F79-1DD7-18AA-AC9EC9472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4985095"/>
            <a:ext cx="5252400" cy="569387"/>
          </a:xfrm>
        </p:spPr>
        <p:txBody>
          <a:bodyPr wrap="square" anchor="b">
            <a:spAutoFit/>
          </a:bodyPr>
          <a:lstStyle>
            <a:lvl1pPr>
              <a:defRPr sz="1600">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4" name="TextBox 3">
            <a:extLst>
              <a:ext uri="{FF2B5EF4-FFF2-40B4-BE49-F238E27FC236}">
                <a16:creationId xmlns:a16="http://schemas.microsoft.com/office/drawing/2014/main" id="{FCA329AC-33F4-7DF9-9F0F-8F6C8B9596C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4256639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sp>
        <p:nvSpPr>
          <p:cNvPr id="15" name="Text Placeholder 2">
            <a:extLst>
              <a:ext uri="{FF2B5EF4-FFF2-40B4-BE49-F238E27FC236}">
                <a16:creationId xmlns:a16="http://schemas.microsoft.com/office/drawing/2014/main" id="{F1A20F0E-1C86-4DC6-957F-6F65AC8C2E29}"/>
              </a:ext>
            </a:extLst>
          </p:cNvPr>
          <p:cNvSpPr>
            <a:spLocks noGrp="1"/>
          </p:cNvSpPr>
          <p:nvPr>
            <p:ph type="body" sz="quarter" idx="14"/>
          </p:nvPr>
        </p:nvSpPr>
        <p:spPr>
          <a:xfrm>
            <a:off x="741301" y="3935061"/>
            <a:ext cx="3215651" cy="119064"/>
          </a:xfr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2" name="Group 11">
            <a:extLst>
              <a:ext uri="{FF2B5EF4-FFF2-40B4-BE49-F238E27FC236}">
                <a16:creationId xmlns:a16="http://schemas.microsoft.com/office/drawing/2014/main" id="{8F4182B8-7E62-44CE-AE54-C464674E18B6}"/>
              </a:ext>
            </a:extLst>
          </p:cNvPr>
          <p:cNvGrpSpPr/>
          <p:nvPr userDrawn="1"/>
        </p:nvGrpSpPr>
        <p:grpSpPr>
          <a:xfrm>
            <a:off x="750811" y="3494012"/>
            <a:ext cx="2035175" cy="373163"/>
            <a:chOff x="1584001" y="2682350"/>
            <a:chExt cx="2094546" cy="384049"/>
          </a:xfrm>
        </p:grpSpPr>
        <p:pic>
          <p:nvPicPr>
            <p:cNvPr id="13" name="Picture 12">
              <a:extLst>
                <a:ext uri="{FF2B5EF4-FFF2-40B4-BE49-F238E27FC236}">
                  <a16:creationId xmlns:a16="http://schemas.microsoft.com/office/drawing/2014/main" id="{25DDC481-4310-4B64-9A5D-208CF9409FE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4335"/>
            <a:stretch/>
          </p:blipFill>
          <p:spPr>
            <a:xfrm>
              <a:off x="1584001" y="2682350"/>
              <a:ext cx="1273500" cy="384049"/>
            </a:xfrm>
            <a:prstGeom prst="rect">
              <a:avLst/>
            </a:prstGeom>
          </p:spPr>
        </p:pic>
        <p:pic>
          <p:nvPicPr>
            <p:cNvPr id="16" name="Picture 15">
              <a:extLst>
                <a:ext uri="{FF2B5EF4-FFF2-40B4-BE49-F238E27FC236}">
                  <a16:creationId xmlns:a16="http://schemas.microsoft.com/office/drawing/2014/main" id="{66404136-6381-48A3-932A-AC26BF0178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276023" y="2682350"/>
              <a:ext cx="402524" cy="384049"/>
            </a:xfrm>
            <a:prstGeom prst="rect">
              <a:avLst/>
            </a:prstGeom>
          </p:spPr>
        </p:pic>
        <p:grpSp>
          <p:nvGrpSpPr>
            <p:cNvPr id="17" name="Group 16">
              <a:extLst>
                <a:ext uri="{FF2B5EF4-FFF2-40B4-BE49-F238E27FC236}">
                  <a16:creationId xmlns:a16="http://schemas.microsoft.com/office/drawing/2014/main" id="{AB824263-AD0D-4152-BFED-1CCF21CB8F58}"/>
                </a:ext>
              </a:extLst>
            </p:cNvPr>
            <p:cNvGrpSpPr/>
            <p:nvPr userDrawn="1"/>
          </p:nvGrpSpPr>
          <p:grpSpPr>
            <a:xfrm>
              <a:off x="2867305" y="2682351"/>
              <a:ext cx="383774" cy="383774"/>
              <a:chOff x="3296507" y="2682351"/>
              <a:chExt cx="383774" cy="383774"/>
            </a:xfrm>
          </p:grpSpPr>
          <p:sp>
            <p:nvSpPr>
              <p:cNvPr id="19" name="Freeform 5">
                <a:extLst>
                  <a:ext uri="{FF2B5EF4-FFF2-40B4-BE49-F238E27FC236}">
                    <a16:creationId xmlns:a16="http://schemas.microsoft.com/office/drawing/2014/main" id="{F49B6BE1-732C-47F7-8AC3-AD41EB4E311F}"/>
                  </a:ext>
                </a:extLst>
              </p:cNvPr>
              <p:cNvSpPr>
                <a:spLocks noEditPoints="1"/>
              </p:cNvSpPr>
              <p:nvPr userDrawn="1"/>
            </p:nvSpPr>
            <p:spPr bwMode="auto">
              <a:xfrm>
                <a:off x="3296507" y="2682351"/>
                <a:ext cx="383774" cy="3837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9C076922-9A80-4B8C-AAD2-A84504263528}"/>
                  </a:ext>
                </a:extLst>
              </p:cNvPr>
              <p:cNvSpPr>
                <a:spLocks noEditPoints="1"/>
              </p:cNvSpPr>
              <p:nvPr userDrawn="1"/>
            </p:nvSpPr>
            <p:spPr bwMode="auto">
              <a:xfrm>
                <a:off x="3389916" y="2775760"/>
                <a:ext cx="196875" cy="196875"/>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Oval 7">
                <a:extLst>
                  <a:ext uri="{FF2B5EF4-FFF2-40B4-BE49-F238E27FC236}">
                    <a16:creationId xmlns:a16="http://schemas.microsoft.com/office/drawing/2014/main" id="{C440F010-AD08-48DE-A162-07A7BB051D29}"/>
                  </a:ext>
                </a:extLst>
              </p:cNvPr>
              <p:cNvSpPr>
                <a:spLocks noChangeArrowheads="1"/>
              </p:cNvSpPr>
              <p:nvPr userDrawn="1"/>
            </p:nvSpPr>
            <p:spPr bwMode="auto">
              <a:xfrm>
                <a:off x="3567723" y="2748727"/>
                <a:ext cx="46101" cy="46101"/>
              </a:xfrm>
              <a:prstGeom prst="ellipse">
                <a:avLst/>
              </a:pr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7223361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165694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411480" y="6446520"/>
            <a:ext cx="11365992" cy="0"/>
          </a:xfrm>
          <a:prstGeom prst="line">
            <a:avLst/>
          </a:prstGeom>
          <a:noFill/>
          <a:ln w="12700">
            <a:solidFill>
              <a:srgbClr val="C6D4E1"/>
            </a:solidFill>
            <a:prstDash val="solid"/>
          </a:ln>
        </p:spPr>
        <p:txBody>
          <a:bodyPr/>
          <a:lstStyle/>
          <a:p>
            <a:endParaRPr lang="en-US"/>
          </a:p>
        </p:txBody>
      </p:sp>
      <p:sp>
        <p:nvSpPr>
          <p:cNvPr id="3" name="Text 1"/>
          <p:cNvSpPr/>
          <p:nvPr/>
        </p:nvSpPr>
        <p:spPr>
          <a:xfrm>
            <a:off x="438912" y="6510528"/>
            <a:ext cx="7132320" cy="201168"/>
          </a:xfrm>
          <a:prstGeom prst="rect">
            <a:avLst/>
          </a:prstGeom>
          <a:noFill/>
          <a:ln/>
        </p:spPr>
        <p:txBody>
          <a:bodyPr wrap="square" lIns="0" tIns="0" rIns="0" bIns="0" rtlCol="0" anchor="ctr"/>
          <a:lstStyle/>
          <a:p>
            <a:pPr marL="0" indent="0">
              <a:buNone/>
            </a:pPr>
            <a:r>
              <a:rPr lang="en-US" sz="750">
                <a:solidFill>
                  <a:srgbClr val="5F6B7A"/>
                </a:solidFill>
                <a:latin typeface="Aptos" pitchFamily="34" charset="0"/>
                <a:ea typeface="Aptos" pitchFamily="34" charset="-122"/>
                <a:cs typeface="Aptos" pitchFamily="34" charset="-120"/>
              </a:rPr>
              <a:t>Sales Cloud Data Model | Example Representation</a:t>
            </a:r>
            <a:endParaRPr lang="en-US" sz="750"/>
          </a:p>
        </p:txBody>
      </p:sp>
    </p:spTree>
    <p:extLst>
      <p:ext uri="{BB962C8B-B14F-4D97-AF65-F5344CB8AC3E}">
        <p14:creationId xmlns:p14="http://schemas.microsoft.com/office/powerpoint/2010/main" val="2907014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Picture 8" descr="A blue background with many small dots&#10;&#10;Description automatically generated">
            <a:extLst>
              <a:ext uri="{FF2B5EF4-FFF2-40B4-BE49-F238E27FC236}">
                <a16:creationId xmlns:a16="http://schemas.microsoft.com/office/drawing/2014/main" id="{E349E20F-9313-4293-8F58-5EC79FE8652C}"/>
              </a:ext>
            </a:extLst>
          </p:cNvPr>
          <p:cNvPicPr>
            <a:picLocks noChangeAspect="1"/>
          </p:cNvPicPr>
          <p:nvPr userDrawn="1"/>
        </p:nvPicPr>
        <p:blipFill rotWithShape="1">
          <a:blip r:embed="rId32">
            <a:extLst>
              <a:ext uri="{28A0092B-C50C-407E-A947-70E740481C1C}">
                <a14:useLocalDpi xmlns:a14="http://schemas.microsoft.com/office/drawing/2010/main" val="0"/>
              </a:ext>
            </a:extLst>
          </a:blip>
          <a:srcRect t="92354"/>
          <a:stretch/>
        </p:blipFill>
        <p:spPr>
          <a:xfrm flipH="1">
            <a:off x="0" y="6333652"/>
            <a:ext cx="12192000" cy="524348"/>
          </a:xfrm>
          <a:prstGeom prst="rect">
            <a:avLst/>
          </a:prstGeom>
        </p:spPr>
      </p:pic>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TextBox 5">
            <a:extLst>
              <a:ext uri="{FF2B5EF4-FFF2-40B4-BE49-F238E27FC236}">
                <a16:creationId xmlns:a16="http://schemas.microsoft.com/office/drawing/2014/main" id="{539FD60A-3D83-FC03-546F-E0F543CA3942}"/>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92" r:id="rId1"/>
    <p:sldLayoutId id="2147483765" r:id="rId2"/>
    <p:sldLayoutId id="2147483793" r:id="rId3"/>
    <p:sldLayoutId id="2147483666" r:id="rId4"/>
    <p:sldLayoutId id="2147483712" r:id="rId5"/>
    <p:sldLayoutId id="2147483664" r:id="rId6"/>
    <p:sldLayoutId id="2147483769" r:id="rId7"/>
    <p:sldLayoutId id="2147483770" r:id="rId8"/>
    <p:sldLayoutId id="2147483714" r:id="rId9"/>
    <p:sldLayoutId id="2147483689" r:id="rId10"/>
    <p:sldLayoutId id="2147483716" r:id="rId11"/>
    <p:sldLayoutId id="2147483690" r:id="rId12"/>
    <p:sldLayoutId id="2147483692" r:id="rId13"/>
    <p:sldLayoutId id="2147483691" r:id="rId14"/>
    <p:sldLayoutId id="2147483693" r:id="rId15"/>
    <p:sldLayoutId id="2147483790" r:id="rId16"/>
    <p:sldLayoutId id="2147483701" r:id="rId17"/>
    <p:sldLayoutId id="2147483771" r:id="rId18"/>
    <p:sldLayoutId id="2147483752" r:id="rId19"/>
    <p:sldLayoutId id="2147483697" r:id="rId20"/>
    <p:sldLayoutId id="2147483772" r:id="rId21"/>
    <p:sldLayoutId id="2147483787" r:id="rId22"/>
    <p:sldLayoutId id="2147483754" r:id="rId23"/>
    <p:sldLayoutId id="2147483699" r:id="rId24"/>
    <p:sldLayoutId id="2147483700" r:id="rId25"/>
    <p:sldLayoutId id="2147483682" r:id="rId26"/>
    <p:sldLayoutId id="2147483745" r:id="rId27"/>
    <p:sldLayoutId id="2147483784" r:id="rId28"/>
    <p:sldLayoutId id="2147483773" r:id="rId29"/>
    <p:sldLayoutId id="2147483794" r:id="rId30"/>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microsoft.com/office/2018/10/relationships/comments" Target="../comments/modernComment_530_BD20F4FD.xm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534_DB6FE6E6.xml"/><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535_6EA4EEB2.xml"/><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6.xml"/></Relationships>
</file>

<file path=ppt/slides/_rels/slide44.xml.rels><?xml version="1.0" encoding="UTF-8" standalone="yes"?>
<Relationships xmlns="http://schemas.openxmlformats.org/package/2006/relationships"><Relationship Id="rId3" Type="http://schemas.microsoft.com/office/2018/10/relationships/comments" Target="../comments/modernComment_532_66F11F67.xml"/><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microsoft.com/office/2018/10/relationships/comments" Target="../comments/modernComment_536_CFBCB5EA.xml"/><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8E72D-9DE4-45C3-8C09-2ED74BD9EEB8}"/>
              </a:ext>
            </a:extLst>
          </p:cNvPr>
          <p:cNvSpPr>
            <a:spLocks noGrp="1"/>
          </p:cNvSpPr>
          <p:nvPr>
            <p:ph type="ctrTitle"/>
          </p:nvPr>
        </p:nvSpPr>
        <p:spPr>
          <a:xfrm>
            <a:off x="741302" y="1456388"/>
            <a:ext cx="8528822" cy="1686205"/>
          </a:xfrm>
        </p:spPr>
        <p:txBody>
          <a:bodyPr/>
          <a:lstStyle/>
          <a:p>
            <a:r>
              <a:rPr lang="en-GB"/>
              <a:t>Marketing Cloud Engage</a:t>
            </a:r>
            <a:br>
              <a:rPr lang="en-GB"/>
            </a:br>
            <a:r>
              <a:rPr lang="en-GB"/>
              <a:t>Reverse Demo</a:t>
            </a:r>
            <a:endParaRPr lang="en-US"/>
          </a:p>
        </p:txBody>
      </p:sp>
      <p:sp>
        <p:nvSpPr>
          <p:cNvPr id="3" name="Text Placeholder 2">
            <a:extLst>
              <a:ext uri="{FF2B5EF4-FFF2-40B4-BE49-F238E27FC236}">
                <a16:creationId xmlns:a16="http://schemas.microsoft.com/office/drawing/2014/main" id="{56C2C5A5-7D4C-4E8E-BA4B-8602DE8B90AB}"/>
              </a:ext>
            </a:extLst>
          </p:cNvPr>
          <p:cNvSpPr>
            <a:spLocks noGrp="1"/>
          </p:cNvSpPr>
          <p:nvPr>
            <p:ph type="body" sz="quarter" idx="11"/>
          </p:nvPr>
        </p:nvSpPr>
        <p:spPr>
          <a:xfrm>
            <a:off x="741302" y="5286543"/>
            <a:ext cx="5506648" cy="810000"/>
          </a:xfrm>
        </p:spPr>
        <p:txBody>
          <a:bodyPr/>
          <a:lstStyle/>
          <a:p>
            <a:br>
              <a:rPr lang="en-US" b="0"/>
            </a:br>
            <a:r>
              <a:rPr lang="en-US" b="0"/>
              <a:t>​</a:t>
            </a:r>
            <a:br>
              <a:rPr lang="en-US" b="0"/>
            </a:br>
            <a:r>
              <a:rPr lang="en-US"/>
              <a:t>Presenter:</a:t>
            </a:r>
            <a:br>
              <a:rPr lang="en-US"/>
            </a:br>
            <a:r>
              <a:rPr lang="en-US"/>
              <a:t>Russ Cordingley</a:t>
            </a:r>
            <a:r>
              <a:rPr lang="en-US" b="0"/>
              <a:t>​</a:t>
            </a:r>
            <a:endParaRPr lang="en-US" b="0">
              <a:cs typeface="Arial"/>
            </a:endParaRPr>
          </a:p>
          <a:p>
            <a:endParaRPr lang="en-US" b="0" noProof="0"/>
          </a:p>
          <a:p>
            <a:r>
              <a:rPr lang="en-GB"/>
              <a:t>21</a:t>
            </a:r>
            <a:r>
              <a:rPr lang="en-GB" baseline="30000"/>
              <a:t>st</a:t>
            </a:r>
            <a:r>
              <a:rPr lang="en-GB"/>
              <a:t> August 2026</a:t>
            </a:r>
            <a:endParaRPr lang="en-GB" noProof="0"/>
          </a:p>
        </p:txBody>
      </p:sp>
      <p:grpSp>
        <p:nvGrpSpPr>
          <p:cNvPr id="10" name="Group 9">
            <a:extLst>
              <a:ext uri="{FF2B5EF4-FFF2-40B4-BE49-F238E27FC236}">
                <a16:creationId xmlns:a16="http://schemas.microsoft.com/office/drawing/2014/main" id="{064E73B4-FC7F-00F6-59DD-12C24AECD8C2}"/>
              </a:ext>
            </a:extLst>
          </p:cNvPr>
          <p:cNvGrpSpPr/>
          <p:nvPr/>
        </p:nvGrpSpPr>
        <p:grpSpPr>
          <a:xfrm>
            <a:off x="8329346" y="-551992"/>
            <a:ext cx="3535909" cy="3597510"/>
            <a:chOff x="8329346" y="-551992"/>
            <a:chExt cx="3535909" cy="3597510"/>
          </a:xfrm>
        </p:grpSpPr>
        <p:sp>
          <p:nvSpPr>
            <p:cNvPr id="9" name="Rectangle 8">
              <a:extLst>
                <a:ext uri="{FF2B5EF4-FFF2-40B4-BE49-F238E27FC236}">
                  <a16:creationId xmlns:a16="http://schemas.microsoft.com/office/drawing/2014/main" id="{738207BB-E571-BEEC-351C-3B57B4EB7222}"/>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8" name="Picture 7">
              <a:extLst>
                <a:ext uri="{FF2B5EF4-FFF2-40B4-BE49-F238E27FC236}">
                  <a16:creationId xmlns:a16="http://schemas.microsoft.com/office/drawing/2014/main" id="{3F4D7BE3-E462-BADF-6A3C-38A80AA7E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Tree>
    <p:extLst>
      <p:ext uri="{BB962C8B-B14F-4D97-AF65-F5344CB8AC3E}">
        <p14:creationId xmlns:p14="http://schemas.microsoft.com/office/powerpoint/2010/main" val="90746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8A4C5-FA50-15EC-2C83-B65E2BAC17E9}"/>
            </a:ext>
          </a:extLst>
        </p:cNvPr>
        <p:cNvGrpSpPr/>
        <p:nvPr/>
      </p:nvGrpSpPr>
      <p:grpSpPr>
        <a:xfrm>
          <a:off x="0" y="0"/>
          <a:ext cx="0" cy="0"/>
          <a:chOff x="0" y="0"/>
          <a:chExt cx="0" cy="0"/>
        </a:xfrm>
      </p:grpSpPr>
      <p:pic>
        <p:nvPicPr>
          <p:cNvPr id="4" name="Picture 3" descr="A blue background with many small dots&#10;&#10;Description automatically generated">
            <a:extLst>
              <a:ext uri="{FF2B5EF4-FFF2-40B4-BE49-F238E27FC236}">
                <a16:creationId xmlns:a16="http://schemas.microsoft.com/office/drawing/2014/main" id="{FE18F3B6-2E57-77BE-229C-F50F6C5EE897}"/>
              </a:ext>
            </a:extLst>
          </p:cNvPr>
          <p:cNvPicPr>
            <a:picLocks noChangeAspect="1"/>
          </p:cNvPicPr>
          <p:nvPr/>
        </p:nvPicPr>
        <p:blipFill rotWithShape="1">
          <a:blip r:embed="rId3">
            <a:extLst>
              <a:ext uri="{28A0092B-C50C-407E-A947-70E740481C1C}">
                <a14:useLocalDpi xmlns:a14="http://schemas.microsoft.com/office/drawing/2010/main" val="0"/>
              </a:ext>
            </a:extLst>
          </a:blip>
          <a:srcRect l="61152" b="7715"/>
          <a:stretch>
            <a:fillRect/>
          </a:stretch>
        </p:blipFill>
        <p:spPr>
          <a:xfrm flipH="1">
            <a:off x="-2" y="0"/>
            <a:ext cx="4736387" cy="6328881"/>
          </a:xfrm>
          <a:prstGeom prst="rect">
            <a:avLst/>
          </a:prstGeom>
        </p:spPr>
      </p:pic>
      <p:sp>
        <p:nvSpPr>
          <p:cNvPr id="10" name="Title 9">
            <a:extLst>
              <a:ext uri="{FF2B5EF4-FFF2-40B4-BE49-F238E27FC236}">
                <a16:creationId xmlns:a16="http://schemas.microsoft.com/office/drawing/2014/main" id="{F54CE770-2A90-4BC2-097E-276E7DEFA2BC}"/>
              </a:ext>
            </a:extLst>
          </p:cNvPr>
          <p:cNvSpPr>
            <a:spLocks noGrp="1"/>
          </p:cNvSpPr>
          <p:nvPr>
            <p:ph type="title"/>
          </p:nvPr>
        </p:nvSpPr>
        <p:spPr>
          <a:xfrm>
            <a:off x="250586" y="2949348"/>
            <a:ext cx="3987586" cy="533400"/>
          </a:xfrm>
        </p:spPr>
        <p:txBody>
          <a:bodyPr anchor="b"/>
          <a:lstStyle/>
          <a:p>
            <a:r>
              <a:rPr lang="en-GB" sz="6600">
                <a:solidFill>
                  <a:schemeClr val="bg1"/>
                </a:solidFill>
              </a:rPr>
              <a:t>Topics covered</a:t>
            </a:r>
            <a:endParaRPr lang="en-US" sz="6600">
              <a:solidFill>
                <a:schemeClr val="bg1"/>
              </a:solidFill>
            </a:endParaRPr>
          </a:p>
        </p:txBody>
      </p:sp>
      <p:sp>
        <p:nvSpPr>
          <p:cNvPr id="6" name="TextBox 5">
            <a:extLst>
              <a:ext uri="{FF2B5EF4-FFF2-40B4-BE49-F238E27FC236}">
                <a16:creationId xmlns:a16="http://schemas.microsoft.com/office/drawing/2014/main" id="{0F8DD602-348A-4840-A662-4D76D6C10AA8}"/>
              </a:ext>
            </a:extLst>
          </p:cNvPr>
          <p:cNvSpPr txBox="1"/>
          <p:nvPr/>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graphicFrame>
        <p:nvGraphicFramePr>
          <p:cNvPr id="3" name="Table 2">
            <a:extLst>
              <a:ext uri="{FF2B5EF4-FFF2-40B4-BE49-F238E27FC236}">
                <a16:creationId xmlns:a16="http://schemas.microsoft.com/office/drawing/2014/main" id="{0D1A4B06-1076-0097-8B95-F0AAFA12516B}"/>
              </a:ext>
            </a:extLst>
          </p:cNvPr>
          <p:cNvGraphicFramePr>
            <a:graphicFrameLocks noGrp="1"/>
          </p:cNvGraphicFramePr>
          <p:nvPr>
            <p:extLst>
              <p:ext uri="{D42A27DB-BD31-4B8C-83A1-F6EECF244321}">
                <p14:modId xmlns:p14="http://schemas.microsoft.com/office/powerpoint/2010/main" val="2968137601"/>
              </p:ext>
            </p:extLst>
          </p:nvPr>
        </p:nvGraphicFramePr>
        <p:xfrm>
          <a:off x="4902679" y="345056"/>
          <a:ext cx="6792908" cy="5273337"/>
        </p:xfrm>
        <a:graphic>
          <a:graphicData uri="http://schemas.openxmlformats.org/drawingml/2006/table">
            <a:tbl>
              <a:tblPr/>
              <a:tblGrid>
                <a:gridCol w="4999234">
                  <a:extLst>
                    <a:ext uri="{9D8B030D-6E8A-4147-A177-3AD203B41FA5}">
                      <a16:colId xmlns:a16="http://schemas.microsoft.com/office/drawing/2014/main" val="3150484065"/>
                    </a:ext>
                  </a:extLst>
                </a:gridCol>
                <a:gridCol w="1793674">
                  <a:extLst>
                    <a:ext uri="{9D8B030D-6E8A-4147-A177-3AD203B41FA5}">
                      <a16:colId xmlns:a16="http://schemas.microsoft.com/office/drawing/2014/main" val="2655950439"/>
                    </a:ext>
                  </a:extLst>
                </a:gridCol>
              </a:tblGrid>
              <a:tr h="336176">
                <a:tc>
                  <a:txBody>
                    <a:bodyPr/>
                    <a:lstStyle/>
                    <a:p>
                      <a:pPr marL="0" algn="l">
                        <a:buNone/>
                      </a:pPr>
                      <a:r>
                        <a:rPr lang="en-GB" sz="1100">
                          <a:latin typeface="Arial"/>
                          <a:cs typeface="Arial"/>
                        </a:rPr>
                        <a:t>Subject</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Owner</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6459009"/>
                  </a:ext>
                </a:extLst>
              </a:tr>
              <a:tr h="336176">
                <a:tc>
                  <a:txBody>
                    <a:bodyPr/>
                    <a:lstStyle/>
                    <a:p>
                      <a:pPr marL="0" algn="l">
                        <a:buNone/>
                      </a:pPr>
                      <a:r>
                        <a:rPr lang="en-US" sz="1100" b="1">
                          <a:latin typeface="Arial"/>
                          <a:ea typeface="+mn-ea"/>
                          <a:cs typeface="Arial"/>
                        </a:rPr>
                        <a:t>Org Architecture</a:t>
                      </a:r>
                      <a:endParaRPr lang="en-US" sz="1100" err="1">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latin typeface="Arial"/>
                          <a:cs typeface="Arial"/>
                        </a:rPr>
                        <a:t>Russ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40415427"/>
                  </a:ext>
                </a:extLst>
              </a:tr>
              <a:tr h="3361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latin typeface="Arial"/>
                          <a:ea typeface="+mn-ea"/>
                          <a:cs typeface="Arial"/>
                        </a:rPr>
                        <a:t>Platform Configuration</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a:latin typeface="Arial"/>
                          <a:cs typeface="Arial"/>
                        </a:rPr>
                        <a:t>Russ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3897253"/>
                  </a:ext>
                </a:extLst>
              </a:tr>
              <a:tr h="3361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latin typeface="Arial"/>
                          <a:ea typeface="+mn-ea"/>
                          <a:cs typeface="Arial"/>
                        </a:rPr>
                        <a:t>Sales Cloud Data Model</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Russ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1659784"/>
                  </a:ext>
                </a:extLst>
              </a:tr>
              <a:tr h="336176">
                <a:tc>
                  <a:txBody>
                    <a:bodyPr/>
                    <a:lstStyle/>
                    <a:p>
                      <a:pPr marL="0" algn="l">
                        <a:buNone/>
                      </a:pPr>
                      <a:r>
                        <a:rPr lang="en-US" sz="1100" b="1">
                          <a:latin typeface="Arial"/>
                          <a:ea typeface="+mn-ea"/>
                          <a:cs typeface="Arial"/>
                        </a:rPr>
                        <a:t>CRMA</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Jordan</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6454651"/>
                  </a:ext>
                </a:extLst>
              </a:tr>
              <a:tr h="336176">
                <a:tc>
                  <a:txBody>
                    <a:bodyPr/>
                    <a:lstStyle/>
                    <a:p>
                      <a:pPr marL="0" algn="l">
                        <a:buNone/>
                      </a:pPr>
                      <a:r>
                        <a:rPr lang="en-US" sz="1100" b="1">
                          <a:latin typeface="Arial"/>
                          <a:ea typeface="+mn-ea"/>
                          <a:cs typeface="Arial"/>
                        </a:rPr>
                        <a:t>Data 360</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Russ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2426568"/>
                  </a:ext>
                </a:extLst>
              </a:tr>
              <a:tr h="336176">
                <a:tc>
                  <a:txBody>
                    <a:bodyPr/>
                    <a:lstStyle/>
                    <a:p>
                      <a:pPr marL="0" algn="l">
                        <a:buNone/>
                      </a:pPr>
                      <a:r>
                        <a:rPr lang="en-US" sz="1100" b="1">
                          <a:latin typeface="Arial"/>
                          <a:ea typeface="+mn-ea"/>
                          <a:cs typeface="Arial"/>
                        </a:rPr>
                        <a:t>Other Integrations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Russ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2033721"/>
                  </a:ext>
                </a:extLst>
              </a:tr>
              <a:tr h="336176">
                <a:tc>
                  <a:txBody>
                    <a:bodyPr/>
                    <a:lstStyle/>
                    <a:p>
                      <a:pPr marL="0" algn="l">
                        <a:buNone/>
                      </a:pPr>
                      <a:r>
                        <a:rPr lang="en-US" sz="1100" b="1">
                          <a:latin typeface="Arial"/>
                          <a:ea typeface="+mn-ea"/>
                          <a:cs typeface="Arial"/>
                        </a:rPr>
                        <a:t>Consent Management</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Nathalie</a:t>
                      </a: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72875024"/>
                  </a:ext>
                </a:extLst>
              </a:tr>
              <a:tr h="336176">
                <a:tc>
                  <a:txBody>
                    <a:bodyPr/>
                    <a:lstStyle/>
                    <a:p>
                      <a:pPr marL="0" algn="l">
                        <a:buNone/>
                      </a:pPr>
                      <a:r>
                        <a:rPr lang="en-US" sz="1100" b="1">
                          <a:latin typeface="Arial"/>
                          <a:cs typeface="Arial"/>
                        </a:rPr>
                        <a:t>Contact Deletion</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Himanshu</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5664111"/>
                  </a:ext>
                </a:extLst>
              </a:tr>
              <a:tr h="336176">
                <a:tc>
                  <a:txBody>
                    <a:bodyPr/>
                    <a:lstStyle/>
                    <a:p>
                      <a:pPr marL="0" algn="l">
                        <a:buNone/>
                      </a:pPr>
                      <a:r>
                        <a:rPr lang="en-US" sz="1100" b="1">
                          <a:latin typeface="Arial"/>
                          <a:ea typeface="+mn-ea"/>
                          <a:cs typeface="Arial"/>
                        </a:rPr>
                        <a:t>Centralized form Processor</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l">
                        <a:buNone/>
                      </a:pPr>
                      <a:r>
                        <a:rPr lang="en-GB" sz="1100">
                          <a:latin typeface="Arial"/>
                          <a:cs typeface="Arial"/>
                        </a:rPr>
                        <a:t>Nathalie</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11165082"/>
                  </a:ext>
                </a:extLst>
              </a:tr>
              <a:tr h="336176">
                <a:tc>
                  <a:txBody>
                    <a:bodyPr/>
                    <a:lstStyle/>
                    <a:p>
                      <a:pPr marL="0" lvl="0" algn="l">
                        <a:buNone/>
                      </a:pPr>
                      <a:r>
                        <a:rPr lang="en-US" sz="1100" b="1">
                          <a:latin typeface="Arial"/>
                          <a:ea typeface="+mn-ea"/>
                          <a:cs typeface="Arial"/>
                        </a:rPr>
                        <a:t>Other Forms</a:t>
                      </a:r>
                      <a:endParaRPr lang="en-US"/>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l" defTabSz="914400">
                        <a:buNone/>
                        <a:tabLst/>
                        <a:defRPr/>
                      </a:pPr>
                      <a:r>
                        <a:rPr lang="en-GB" sz="1100">
                          <a:latin typeface="Arial"/>
                          <a:cs typeface="Arial"/>
                        </a:rPr>
                        <a:t>Nathalie</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0078840"/>
                  </a:ext>
                </a:extLst>
              </a:tr>
              <a:tr h="336176">
                <a:tc>
                  <a:txBody>
                    <a:bodyPr/>
                    <a:lstStyle/>
                    <a:p>
                      <a:pPr marL="0" lvl="0" algn="l" defTabSz="914400" rtl="0" eaLnBrk="1" fontAlgn="b" latinLnBrk="0" hangingPunct="1">
                        <a:buNone/>
                      </a:pPr>
                      <a:r>
                        <a:rPr lang="en-US" sz="1100" b="1" kern="1200">
                          <a:solidFill>
                            <a:schemeClr val="tx1"/>
                          </a:solidFill>
                          <a:latin typeface="Arial"/>
                          <a:ea typeface="+mn-ea"/>
                          <a:cs typeface="Arial"/>
                        </a:rPr>
                        <a:t>Preference Management</a:t>
                      </a: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l" defTabSz="914400">
                        <a:buNone/>
                      </a:pPr>
                      <a:r>
                        <a:rPr lang="en-GB" sz="1100">
                          <a:latin typeface="Arial"/>
                          <a:cs typeface="Arial"/>
                        </a:rPr>
                        <a:t>Nathalie</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4269615"/>
                  </a:ext>
                </a:extLst>
              </a:tr>
              <a:tr h="336176">
                <a:tc>
                  <a:txBody>
                    <a:bodyPr/>
                    <a:lstStyle/>
                    <a:p>
                      <a:pPr marL="0" algn="l" defTabSz="914400" rtl="0" eaLnBrk="1" fontAlgn="b" latinLnBrk="0" hangingPunct="1">
                        <a:buNone/>
                      </a:pPr>
                      <a:r>
                        <a:rPr lang="en-US" sz="1100" b="1">
                          <a:latin typeface="Arial"/>
                          <a:ea typeface="+mn-ea"/>
                          <a:cs typeface="Arial"/>
                        </a:rPr>
                        <a:t>Sales Cloud task creation for lead gen</a:t>
                      </a: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l" defTabSz="914400">
                        <a:buNone/>
                      </a:pPr>
                      <a:r>
                        <a:rPr lang="en-GB" sz="1100">
                          <a:latin typeface="Arial"/>
                          <a:cs typeface="Arial"/>
                        </a:rPr>
                        <a:t>Russ</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6027883"/>
                  </a:ext>
                </a:extLst>
              </a:tr>
              <a:tr h="336176">
                <a:tc>
                  <a:txBody>
                    <a:bodyPr/>
                    <a:lstStyle/>
                    <a:p>
                      <a:pPr marL="0" algn="l" defTabSz="914400" rtl="0" eaLnBrk="1" fontAlgn="b" latinLnBrk="0" hangingPunct="1">
                        <a:buNone/>
                      </a:pPr>
                      <a:r>
                        <a:rPr lang="en-US" sz="1100" b="1">
                          <a:latin typeface="Arial"/>
                          <a:ea typeface="+mn-ea"/>
                          <a:cs typeface="Arial"/>
                        </a:rPr>
                        <a:t>Campaign Member Status</a:t>
                      </a: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l" defTabSz="914400">
                        <a:buNone/>
                      </a:pPr>
                      <a:r>
                        <a:rPr lang="en-GB" sz="1100">
                          <a:latin typeface="Arial"/>
                          <a:cs typeface="Arial"/>
                        </a:rPr>
                        <a:t>Nathalie</a:t>
                      </a:r>
                      <a:endParaRPr lang="en-US" sz="1100">
                        <a:effectLst/>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31416556"/>
                  </a:ext>
                </a:extLst>
              </a:tr>
              <a:tr h="366057">
                <a:tc>
                  <a:txBody>
                    <a:bodyPr/>
                    <a:lstStyle/>
                    <a:p>
                      <a:pPr marL="0" algn="l" defTabSz="914400" rtl="0" eaLnBrk="1" latinLnBrk="0" hangingPunct="1">
                        <a:buNone/>
                      </a:pPr>
                      <a:endParaRPr lang="en-US" sz="1100" b="1" u="none" strike="noStrike" kern="1200">
                        <a:solidFill>
                          <a:schemeClr val="tx1"/>
                        </a:solidFill>
                        <a:effectLst/>
                        <a:latin typeface="Arial"/>
                        <a:ea typeface="+mn-ea"/>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algn="l">
                        <a:buNone/>
                      </a:pPr>
                      <a:endParaRPr lang="en-GB" sz="1100">
                        <a:latin typeface="Arial"/>
                        <a:cs typeface="Arial"/>
                      </a:endParaRPr>
                    </a:p>
                  </a:txBody>
                  <a:tcPr marL="182880" marR="18288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0786934"/>
                  </a:ext>
                </a:extLst>
              </a:tr>
            </a:tbl>
          </a:graphicData>
        </a:graphic>
      </p:graphicFrame>
    </p:spTree>
    <p:extLst>
      <p:ext uri="{BB962C8B-B14F-4D97-AF65-F5344CB8AC3E}">
        <p14:creationId xmlns:p14="http://schemas.microsoft.com/office/powerpoint/2010/main" val="1583125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38C77-477C-8521-4274-E101FFFD7218}"/>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6D420AE-4A20-5EC9-8F25-4B16632B47F9}"/>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D6FA32CC-B23B-CAEE-ECFD-2E32BBE0E309}"/>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877010AC-9A5A-7271-DF1F-A2CC82072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0C817AAE-672B-CEEA-CDBC-78C98A10976C}"/>
              </a:ext>
            </a:extLst>
          </p:cNvPr>
          <p:cNvSpPr>
            <a:spLocks noGrp="1"/>
          </p:cNvSpPr>
          <p:nvPr>
            <p:ph type="body" sz="quarter" idx="12"/>
          </p:nvPr>
        </p:nvSpPr>
        <p:spPr>
          <a:xfrm>
            <a:off x="1289860" y="3031327"/>
            <a:ext cx="6581295" cy="812530"/>
          </a:xfrm>
        </p:spPr>
        <p:txBody>
          <a:bodyPr anchor="ctr"/>
          <a:lstStyle/>
          <a:p>
            <a:r>
              <a:rPr lang="en-US"/>
              <a:t>Org Architecture</a:t>
            </a:r>
          </a:p>
        </p:txBody>
      </p:sp>
    </p:spTree>
    <p:extLst>
      <p:ext uri="{BB962C8B-B14F-4D97-AF65-F5344CB8AC3E}">
        <p14:creationId xmlns:p14="http://schemas.microsoft.com/office/powerpoint/2010/main" val="3292614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151B7-E862-778D-9557-FE2B5B2DAD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28ADBED-A2B1-5E44-A4CB-DD2947D22872}"/>
              </a:ext>
            </a:extLst>
          </p:cNvPr>
          <p:cNvSpPr>
            <a:spLocks noGrp="1"/>
          </p:cNvSpPr>
          <p:nvPr>
            <p:ph type="title"/>
          </p:nvPr>
        </p:nvSpPr>
        <p:spPr>
          <a:xfrm>
            <a:off x="749145" y="197124"/>
            <a:ext cx="10204450" cy="715668"/>
          </a:xfrm>
        </p:spPr>
        <p:txBody>
          <a:bodyPr/>
          <a:lstStyle/>
          <a:p>
            <a:r>
              <a:rPr lang="en-GB"/>
              <a:t>SFMC Org Diagram</a:t>
            </a:r>
          </a:p>
        </p:txBody>
      </p:sp>
      <p:sp>
        <p:nvSpPr>
          <p:cNvPr id="7" name="Rectangle: Rounded Corners 6">
            <a:extLst>
              <a:ext uri="{FF2B5EF4-FFF2-40B4-BE49-F238E27FC236}">
                <a16:creationId xmlns:a16="http://schemas.microsoft.com/office/drawing/2014/main" id="{3896E8D1-9254-6F71-48B6-C7DE6F7930A9}"/>
              </a:ext>
            </a:extLst>
          </p:cNvPr>
          <p:cNvSpPr/>
          <p:nvPr/>
        </p:nvSpPr>
        <p:spPr>
          <a:xfrm>
            <a:off x="5116166" y="691698"/>
            <a:ext cx="1474013" cy="696034"/>
          </a:xfrm>
          <a:prstGeom prst="roundRect">
            <a:avLst/>
          </a:prstGeom>
          <a:solidFill>
            <a:srgbClr val="D9EAF7"/>
          </a:solidFill>
          <a:ln w="12700">
            <a:solidFill>
              <a:srgbClr val="2F75B5"/>
            </a:solidFill>
            <a:prstDash val="solid"/>
          </a:ln>
        </p:spPr>
        <p:txBody>
          <a:bodyPr lIns="91440" tIns="45720" rIns="91440" bIns="45720" anchor="t"/>
          <a:lstStyle/>
          <a:p>
            <a:pPr algn="ctr"/>
            <a:r>
              <a:rPr lang="en-US">
                <a:solidFill>
                  <a:srgbClr val="1E49E2"/>
                </a:solidFill>
                <a:latin typeface="+mj-lt"/>
              </a:rPr>
              <a:t>KPMG US</a:t>
            </a:r>
            <a:br>
              <a:rPr lang="en-US">
                <a:latin typeface="+mj-lt"/>
              </a:rPr>
            </a:br>
            <a:r>
              <a:rPr lang="en-US" sz="1200">
                <a:solidFill>
                  <a:srgbClr val="1E49E2"/>
                </a:solidFill>
                <a:latin typeface="+mj-lt"/>
              </a:rPr>
              <a:t>MID: 514007235</a:t>
            </a:r>
          </a:p>
        </p:txBody>
      </p:sp>
      <p:sp>
        <p:nvSpPr>
          <p:cNvPr id="28" name="Rectangle: Rounded Corners 27">
            <a:extLst>
              <a:ext uri="{FF2B5EF4-FFF2-40B4-BE49-F238E27FC236}">
                <a16:creationId xmlns:a16="http://schemas.microsoft.com/office/drawing/2014/main" id="{2D1F992D-8A25-86FA-ED2F-C4497562B6A6}"/>
              </a:ext>
            </a:extLst>
          </p:cNvPr>
          <p:cNvSpPr/>
          <p:nvPr/>
        </p:nvSpPr>
        <p:spPr>
          <a:xfrm>
            <a:off x="484577" y="1940047"/>
            <a:ext cx="1402576" cy="719846"/>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a:solidFill>
                  <a:srgbClr val="1E49E2"/>
                </a:solidFill>
                <a:latin typeface="+mj-lt"/>
              </a:rPr>
              <a:t>DEV</a:t>
            </a:r>
            <a:br>
              <a:rPr lang="en-US" sz="1600">
                <a:latin typeface="+mj-lt"/>
              </a:rPr>
            </a:br>
            <a:r>
              <a:rPr lang="en-US" sz="1200">
                <a:solidFill>
                  <a:srgbClr val="1E49E2"/>
                </a:solidFill>
                <a:latin typeface="+mj-lt"/>
              </a:rPr>
              <a:t>MID: 514013583</a:t>
            </a:r>
          </a:p>
        </p:txBody>
      </p:sp>
      <p:sp>
        <p:nvSpPr>
          <p:cNvPr id="30" name="Rectangle: Rounded Corners 29">
            <a:extLst>
              <a:ext uri="{FF2B5EF4-FFF2-40B4-BE49-F238E27FC236}">
                <a16:creationId xmlns:a16="http://schemas.microsoft.com/office/drawing/2014/main" id="{DA614EFB-913B-E056-FC67-F0FD42E2DF08}"/>
              </a:ext>
            </a:extLst>
          </p:cNvPr>
          <p:cNvSpPr/>
          <p:nvPr/>
        </p:nvSpPr>
        <p:spPr>
          <a:xfrm>
            <a:off x="3628446" y="1940047"/>
            <a:ext cx="1390670" cy="719846"/>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a:solidFill>
                  <a:srgbClr val="1E49E2"/>
                </a:solidFill>
                <a:latin typeface="+mj-lt"/>
              </a:rPr>
              <a:t>UAT</a:t>
            </a:r>
            <a:br>
              <a:rPr lang="en-US" sz="1600">
                <a:latin typeface="+mj-lt"/>
              </a:rPr>
            </a:br>
            <a:r>
              <a:rPr lang="en-US" sz="1200">
                <a:solidFill>
                  <a:srgbClr val="1E49E2"/>
                </a:solidFill>
                <a:latin typeface="+mj-lt"/>
              </a:rPr>
              <a:t>MID: 514019512</a:t>
            </a:r>
          </a:p>
        </p:txBody>
      </p:sp>
      <p:sp>
        <p:nvSpPr>
          <p:cNvPr id="32" name="Rectangle: Rounded Corners 31">
            <a:extLst>
              <a:ext uri="{FF2B5EF4-FFF2-40B4-BE49-F238E27FC236}">
                <a16:creationId xmlns:a16="http://schemas.microsoft.com/office/drawing/2014/main" id="{B35ABC80-9FCE-57FB-8FB7-089D151A7206}"/>
              </a:ext>
            </a:extLst>
          </p:cNvPr>
          <p:cNvSpPr/>
          <p:nvPr/>
        </p:nvSpPr>
        <p:spPr>
          <a:xfrm>
            <a:off x="10019177" y="1936698"/>
            <a:ext cx="1712137" cy="684128"/>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a:solidFill>
                  <a:srgbClr val="1E49E2"/>
                </a:solidFill>
                <a:latin typeface="+mj-lt"/>
              </a:rPr>
              <a:t>KPMG US Child</a:t>
            </a:r>
            <a:br>
              <a:rPr lang="en-US" sz="1600">
                <a:latin typeface="+mj-lt"/>
              </a:rPr>
            </a:br>
            <a:r>
              <a:rPr lang="en-US" sz="1200">
                <a:solidFill>
                  <a:srgbClr val="1E49E2"/>
                </a:solidFill>
                <a:latin typeface="+mj-lt"/>
              </a:rPr>
              <a:t>MID: 514031552</a:t>
            </a:r>
          </a:p>
        </p:txBody>
      </p:sp>
      <p:sp>
        <p:nvSpPr>
          <p:cNvPr id="34" name="Rectangle: Rounded Corners 33">
            <a:extLst>
              <a:ext uri="{FF2B5EF4-FFF2-40B4-BE49-F238E27FC236}">
                <a16:creationId xmlns:a16="http://schemas.microsoft.com/office/drawing/2014/main" id="{BA5E34ED-5766-F479-5CD8-6FF17B5F2115}"/>
              </a:ext>
            </a:extLst>
          </p:cNvPr>
          <p:cNvSpPr/>
          <p:nvPr/>
        </p:nvSpPr>
        <p:spPr>
          <a:xfrm>
            <a:off x="5164971" y="1940047"/>
            <a:ext cx="1474013" cy="696034"/>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a:solidFill>
                  <a:srgbClr val="1E49E2"/>
                </a:solidFill>
                <a:latin typeface="+mj-lt"/>
              </a:rPr>
              <a:t>UAT Project</a:t>
            </a:r>
            <a:br>
              <a:rPr lang="en-US" sz="1600">
                <a:latin typeface="+mj-lt"/>
              </a:rPr>
            </a:br>
            <a:r>
              <a:rPr lang="en-US" sz="1200">
                <a:solidFill>
                  <a:srgbClr val="1E49E2"/>
                </a:solidFill>
                <a:latin typeface="+mj-lt"/>
              </a:rPr>
              <a:t>MID: 514029578</a:t>
            </a:r>
          </a:p>
        </p:txBody>
      </p:sp>
      <p:sp>
        <p:nvSpPr>
          <p:cNvPr id="36" name="Rectangle: Rounded Corners 35">
            <a:extLst>
              <a:ext uri="{FF2B5EF4-FFF2-40B4-BE49-F238E27FC236}">
                <a16:creationId xmlns:a16="http://schemas.microsoft.com/office/drawing/2014/main" id="{0F979E19-8B83-1F96-250F-0446BE9222E2}"/>
              </a:ext>
            </a:extLst>
          </p:cNvPr>
          <p:cNvSpPr/>
          <p:nvPr/>
        </p:nvSpPr>
        <p:spPr>
          <a:xfrm>
            <a:off x="8398745" y="1936698"/>
            <a:ext cx="1474013" cy="696034"/>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a:solidFill>
                  <a:srgbClr val="1E49E2"/>
                </a:solidFill>
                <a:latin typeface="+mj-lt"/>
              </a:rPr>
              <a:t>Playground</a:t>
            </a:r>
            <a:br>
              <a:rPr lang="en-US">
                <a:latin typeface="+mj-lt"/>
              </a:rPr>
            </a:br>
            <a:r>
              <a:rPr lang="en-US" sz="1200">
                <a:solidFill>
                  <a:srgbClr val="1E49E2"/>
                </a:solidFill>
                <a:latin typeface="+mj-lt"/>
              </a:rPr>
              <a:t>MID: 514037499</a:t>
            </a:r>
          </a:p>
        </p:txBody>
      </p:sp>
      <p:sp>
        <p:nvSpPr>
          <p:cNvPr id="38" name="Rectangle: Rounded Corners 37">
            <a:extLst>
              <a:ext uri="{FF2B5EF4-FFF2-40B4-BE49-F238E27FC236}">
                <a16:creationId xmlns:a16="http://schemas.microsoft.com/office/drawing/2014/main" id="{700A26C2-C4A2-E118-A10D-FA1273C9E048}"/>
              </a:ext>
            </a:extLst>
          </p:cNvPr>
          <p:cNvSpPr/>
          <p:nvPr/>
        </p:nvSpPr>
        <p:spPr>
          <a:xfrm>
            <a:off x="6781860" y="1930760"/>
            <a:ext cx="1474013" cy="696034"/>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err="1">
                <a:solidFill>
                  <a:srgbClr val="1E49E2"/>
                </a:solidFill>
                <a:latin typeface="+mj-lt"/>
              </a:rPr>
              <a:t>DataCldPOC</a:t>
            </a:r>
            <a:br>
              <a:rPr lang="en-US" sz="1600">
                <a:latin typeface="+mj-lt"/>
              </a:rPr>
            </a:br>
            <a:r>
              <a:rPr lang="en-US" sz="1200">
                <a:solidFill>
                  <a:srgbClr val="1E49E2"/>
                </a:solidFill>
                <a:latin typeface="+mj-lt"/>
              </a:rPr>
              <a:t>MID: 514035875</a:t>
            </a:r>
          </a:p>
        </p:txBody>
      </p:sp>
      <p:sp>
        <p:nvSpPr>
          <p:cNvPr id="40" name="Rectangle: Rounded Corners 39">
            <a:extLst>
              <a:ext uri="{FF2B5EF4-FFF2-40B4-BE49-F238E27FC236}">
                <a16:creationId xmlns:a16="http://schemas.microsoft.com/office/drawing/2014/main" id="{C1616FD8-2911-CBBD-C5B9-985D13B76046}"/>
              </a:ext>
            </a:extLst>
          </p:cNvPr>
          <p:cNvSpPr/>
          <p:nvPr/>
        </p:nvSpPr>
        <p:spPr>
          <a:xfrm>
            <a:off x="2004042" y="1960511"/>
            <a:ext cx="1474013" cy="696034"/>
          </a:xfrm>
          <a:prstGeom prst="roundRect">
            <a:avLst/>
          </a:prstGeom>
          <a:solidFill>
            <a:srgbClr val="D9EAF7"/>
          </a:solidFill>
          <a:ln w="12700">
            <a:solidFill>
              <a:srgbClr val="2F75B5"/>
            </a:solidFill>
            <a:prstDash val="solid"/>
          </a:ln>
        </p:spPr>
        <p:txBody>
          <a:bodyPr lIns="91440" tIns="45720" rIns="91440" bIns="45720" anchor="ctr"/>
          <a:lstStyle/>
          <a:p>
            <a:pPr algn="ctr"/>
            <a:r>
              <a:rPr lang="en-US" sz="1600">
                <a:solidFill>
                  <a:srgbClr val="1E49E2"/>
                </a:solidFill>
                <a:latin typeface="+mj-lt"/>
              </a:rPr>
              <a:t>QA Project</a:t>
            </a:r>
            <a:br>
              <a:rPr lang="en-US" sz="1600">
                <a:latin typeface="+mj-lt"/>
              </a:rPr>
            </a:br>
            <a:r>
              <a:rPr lang="en-US" sz="1200">
                <a:solidFill>
                  <a:srgbClr val="1E49E2"/>
                </a:solidFill>
                <a:latin typeface="+mj-lt"/>
              </a:rPr>
              <a:t>MID: 514028729</a:t>
            </a:r>
          </a:p>
        </p:txBody>
      </p:sp>
      <p:graphicFrame>
        <p:nvGraphicFramePr>
          <p:cNvPr id="63" name="Table 62">
            <a:extLst>
              <a:ext uri="{FF2B5EF4-FFF2-40B4-BE49-F238E27FC236}">
                <a16:creationId xmlns:a16="http://schemas.microsoft.com/office/drawing/2014/main" id="{7F2672F7-ADB6-7373-9699-5060B678DB1A}"/>
              </a:ext>
            </a:extLst>
          </p:cNvPr>
          <p:cNvGraphicFramePr>
            <a:graphicFrameLocks noGrp="1"/>
          </p:cNvGraphicFramePr>
          <p:nvPr>
            <p:extLst>
              <p:ext uri="{D42A27DB-BD31-4B8C-83A1-F6EECF244321}">
                <p14:modId xmlns:p14="http://schemas.microsoft.com/office/powerpoint/2010/main" val="2395427893"/>
              </p:ext>
            </p:extLst>
          </p:nvPr>
        </p:nvGraphicFramePr>
        <p:xfrm>
          <a:off x="995364" y="3289797"/>
          <a:ext cx="9958231" cy="2417319"/>
        </p:xfrm>
        <a:graphic>
          <a:graphicData uri="http://schemas.openxmlformats.org/drawingml/2006/table">
            <a:tbl>
              <a:tblPr>
                <a:tableStyleId>{125E5076-3810-47DD-B79F-674D7AD40C01}</a:tableStyleId>
              </a:tblPr>
              <a:tblGrid>
                <a:gridCol w="1593880">
                  <a:extLst>
                    <a:ext uri="{9D8B030D-6E8A-4147-A177-3AD203B41FA5}">
                      <a16:colId xmlns:a16="http://schemas.microsoft.com/office/drawing/2014/main" val="2034960313"/>
                    </a:ext>
                  </a:extLst>
                </a:gridCol>
                <a:gridCol w="3921231">
                  <a:extLst>
                    <a:ext uri="{9D8B030D-6E8A-4147-A177-3AD203B41FA5}">
                      <a16:colId xmlns:a16="http://schemas.microsoft.com/office/drawing/2014/main" val="1077345083"/>
                    </a:ext>
                  </a:extLst>
                </a:gridCol>
                <a:gridCol w="677047">
                  <a:extLst>
                    <a:ext uri="{9D8B030D-6E8A-4147-A177-3AD203B41FA5}">
                      <a16:colId xmlns:a16="http://schemas.microsoft.com/office/drawing/2014/main" val="1378593682"/>
                    </a:ext>
                  </a:extLst>
                </a:gridCol>
                <a:gridCol w="1378437">
                  <a:extLst>
                    <a:ext uri="{9D8B030D-6E8A-4147-A177-3AD203B41FA5}">
                      <a16:colId xmlns:a16="http://schemas.microsoft.com/office/drawing/2014/main" val="3423984165"/>
                    </a:ext>
                  </a:extLst>
                </a:gridCol>
                <a:gridCol w="2387636">
                  <a:extLst>
                    <a:ext uri="{9D8B030D-6E8A-4147-A177-3AD203B41FA5}">
                      <a16:colId xmlns:a16="http://schemas.microsoft.com/office/drawing/2014/main" val="1710569764"/>
                    </a:ext>
                  </a:extLst>
                </a:gridCol>
              </a:tblGrid>
              <a:tr h="268591">
                <a:tc>
                  <a:txBody>
                    <a:bodyPr/>
                    <a:lstStyle/>
                    <a:p>
                      <a:pPr algn="l" fontAlgn="ctr">
                        <a:buNone/>
                      </a:pPr>
                      <a:r>
                        <a:rPr lang="en-US" sz="900" b="1" u="none" strike="noStrike">
                          <a:effectLst/>
                        </a:rPr>
                        <a:t>Name</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b="1" u="none" strike="noStrike">
                          <a:effectLst/>
                        </a:rPr>
                        <a:t>Description</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b="1" u="none" strike="noStrike">
                          <a:effectLst/>
                        </a:rPr>
                        <a:t>Users</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b="1" u="none" strike="noStrike">
                          <a:effectLst/>
                        </a:rPr>
                        <a:t>Integration with SF</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b="1" u="none" strike="noStrike">
                          <a:effectLst/>
                        </a:rPr>
                        <a:t>Org ID</a:t>
                      </a:r>
                      <a:endParaRPr lang="en-US" sz="900" b="1" i="0" u="none" strike="noStrike">
                        <a:solidFill>
                          <a:srgbClr val="000000"/>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3257216"/>
                  </a:ext>
                </a:extLst>
              </a:tr>
              <a:tr h="268591">
                <a:tc>
                  <a:txBody>
                    <a:bodyPr/>
                    <a:lstStyle/>
                    <a:p>
                      <a:pPr algn="l" fontAlgn="b">
                        <a:buNone/>
                      </a:pPr>
                      <a:r>
                        <a:rPr lang="en-US" sz="900" b="1" u="none" strike="noStrike" kern="1200">
                          <a:solidFill>
                            <a:schemeClr val="lt1"/>
                          </a:solidFill>
                          <a:effectLst/>
                          <a:latin typeface="+mn-lt"/>
                          <a:ea typeface="+mn-ea"/>
                          <a:cs typeface="+mn-cs"/>
                        </a:rPr>
                        <a:t>DataCldPoC</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US-Data Cloud POC Business Unit</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30</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Not 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 </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099692"/>
                  </a:ext>
                </a:extLst>
              </a:tr>
              <a:tr h="268591">
                <a:tc>
                  <a:txBody>
                    <a:bodyPr/>
                    <a:lstStyle/>
                    <a:p>
                      <a:pPr algn="l" fontAlgn="b">
                        <a:buNone/>
                      </a:pPr>
                      <a:r>
                        <a:rPr lang="en-US" sz="900" b="1" u="none" strike="noStrike" kern="1200">
                          <a:solidFill>
                            <a:schemeClr val="lt1"/>
                          </a:solidFill>
                          <a:effectLst/>
                          <a:latin typeface="+mn-lt"/>
                          <a:ea typeface="+mn-ea"/>
                          <a:cs typeface="+mn-cs"/>
                        </a:rPr>
                        <a:t>DEV</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Connect to QA Environment in Sales Cloud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107</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00DhE000000TNkPUAW (SF Dev Org)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9575327"/>
                  </a:ext>
                </a:extLst>
              </a:tr>
              <a:tr h="268591">
                <a:tc>
                  <a:txBody>
                    <a:bodyPr/>
                    <a:lstStyle/>
                    <a:p>
                      <a:pPr algn="l" fontAlgn="b">
                        <a:buNone/>
                      </a:pPr>
                      <a:r>
                        <a:rPr lang="en-US" sz="900" b="1" u="none" strike="noStrike" kern="1200">
                          <a:solidFill>
                            <a:schemeClr val="lt1"/>
                          </a:solidFill>
                          <a:effectLst/>
                          <a:latin typeface="+mn-lt"/>
                          <a:ea typeface="+mn-ea"/>
                          <a:cs typeface="+mn-cs"/>
                        </a:rPr>
                        <a:t>KPMG US</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Production Business Unit for KPMG US Marketing Operations</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554</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00D4W000005iRxVUAU (SF Prod Org)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271259"/>
                  </a:ext>
                </a:extLst>
              </a:tr>
              <a:tr h="268591">
                <a:tc>
                  <a:txBody>
                    <a:bodyPr/>
                    <a:lstStyle/>
                    <a:p>
                      <a:pPr algn="l" fontAlgn="b">
                        <a:buNone/>
                      </a:pPr>
                      <a:r>
                        <a:rPr lang="en-US" sz="900" b="1" u="none" strike="noStrike" kern="1200">
                          <a:solidFill>
                            <a:schemeClr val="lt1"/>
                          </a:solidFill>
                          <a:effectLst/>
                          <a:latin typeface="+mn-lt"/>
                          <a:ea typeface="+mn-ea"/>
                          <a:cs typeface="+mn-cs"/>
                        </a:rPr>
                        <a:t>KPMG US Child</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Future State Production BU</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21</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Not 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 </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0403097"/>
                  </a:ext>
                </a:extLst>
              </a:tr>
              <a:tr h="268591">
                <a:tc>
                  <a:txBody>
                    <a:bodyPr/>
                    <a:lstStyle/>
                    <a:p>
                      <a:pPr algn="l" fontAlgn="b">
                        <a:buNone/>
                      </a:pPr>
                      <a:r>
                        <a:rPr lang="en-US" sz="900" b="1" u="none" strike="noStrike" kern="1200">
                          <a:solidFill>
                            <a:schemeClr val="lt1"/>
                          </a:solidFill>
                          <a:effectLst/>
                          <a:latin typeface="+mn-lt"/>
                          <a:ea typeface="+mn-ea"/>
                          <a:cs typeface="+mn-cs"/>
                        </a:rPr>
                        <a:t>Playground</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Dedicated Business Unit for exploratory efforts (Internal Comms)</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23</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Not 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 </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1265604"/>
                  </a:ext>
                </a:extLst>
              </a:tr>
              <a:tr h="268591">
                <a:tc>
                  <a:txBody>
                    <a:bodyPr/>
                    <a:lstStyle/>
                    <a:p>
                      <a:pPr algn="l" fontAlgn="b">
                        <a:buNone/>
                      </a:pPr>
                      <a:r>
                        <a:rPr lang="en-US" sz="900" b="1" u="none" strike="noStrike" kern="1200">
                          <a:solidFill>
                            <a:schemeClr val="lt1"/>
                          </a:solidFill>
                          <a:effectLst/>
                          <a:latin typeface="+mn-lt"/>
                          <a:ea typeface="+mn-ea"/>
                          <a:cs typeface="+mn-cs"/>
                        </a:rPr>
                        <a:t>QAProject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Business unit for QAProject Testing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65</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00DbY00000G6xaTUAR (QA project Org)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0639784"/>
                  </a:ext>
                </a:extLst>
              </a:tr>
              <a:tr h="268591">
                <a:tc>
                  <a:txBody>
                    <a:bodyPr/>
                    <a:lstStyle/>
                    <a:p>
                      <a:pPr algn="l" fontAlgn="b">
                        <a:buNone/>
                      </a:pPr>
                      <a:r>
                        <a:rPr lang="en-US" sz="900" b="1" u="none" strike="noStrike" kern="1200">
                          <a:solidFill>
                            <a:schemeClr val="lt1"/>
                          </a:solidFill>
                          <a:effectLst/>
                          <a:latin typeface="+mn-lt"/>
                          <a:ea typeface="+mn-ea"/>
                          <a:cs typeface="+mn-cs"/>
                        </a:rPr>
                        <a:t>UAT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Connect to UAT Environment in Sales Cloud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110</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00DhE000000ANUnUAO (UAT Org)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641369"/>
                  </a:ext>
                </a:extLst>
              </a:tr>
              <a:tr h="268591">
                <a:tc>
                  <a:txBody>
                    <a:bodyPr/>
                    <a:lstStyle/>
                    <a:p>
                      <a:pPr algn="l" fontAlgn="b">
                        <a:buNone/>
                      </a:pPr>
                      <a:r>
                        <a:rPr lang="en-US" sz="900" b="1" u="none" strike="noStrike" kern="1200" err="1">
                          <a:solidFill>
                            <a:schemeClr val="lt1"/>
                          </a:solidFill>
                          <a:effectLst/>
                          <a:latin typeface="+mn-lt"/>
                          <a:ea typeface="+mn-ea"/>
                          <a:cs typeface="+mn-cs"/>
                        </a:rPr>
                        <a:t>UATProject</a:t>
                      </a:r>
                      <a:endParaRPr lang="en-US" sz="900" b="1" u="none" strike="noStrike" kern="1200">
                        <a:solidFill>
                          <a:schemeClr val="lt1"/>
                        </a:solidFill>
                        <a:effectLst/>
                        <a:latin typeface="+mn-lt"/>
                        <a:ea typeface="+mn-ea"/>
                        <a:cs typeface="+mn-cs"/>
                      </a:endParaRP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BU for </a:t>
                      </a:r>
                      <a:r>
                        <a:rPr lang="en-US" sz="900" u="none" strike="noStrike" err="1">
                          <a:effectLst/>
                        </a:rPr>
                        <a:t>UATProject</a:t>
                      </a:r>
                      <a:r>
                        <a:rPr lang="en-US" sz="900" u="none" strike="noStrike">
                          <a:effectLst/>
                        </a:rPr>
                        <a:t> Regression Testing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900" u="none" strike="noStrike">
                          <a:effectLst/>
                        </a:rPr>
                        <a:t>64</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Integrated</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900" u="none" strike="noStrike">
                          <a:effectLst/>
                        </a:rPr>
                        <a:t>00DhE0000016tFlUAI (UAT Project Org)</a:t>
                      </a:r>
                      <a:endParaRPr lang="en-US" sz="900" b="0" i="0" u="none" strike="noStrike">
                        <a:solidFill>
                          <a:srgbClr val="4D4D4D"/>
                        </a:solidFill>
                        <a:effectLst/>
                        <a:latin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0243192"/>
                  </a:ext>
                </a:extLst>
              </a:tr>
            </a:tbl>
          </a:graphicData>
        </a:graphic>
      </p:graphicFrame>
      <p:cxnSp>
        <p:nvCxnSpPr>
          <p:cNvPr id="5" name="Connector: Elbow 4">
            <a:extLst>
              <a:ext uri="{FF2B5EF4-FFF2-40B4-BE49-F238E27FC236}">
                <a16:creationId xmlns:a16="http://schemas.microsoft.com/office/drawing/2014/main" id="{A74BA91A-3C0D-101D-4F04-35708DB6C1F6}"/>
              </a:ext>
            </a:extLst>
          </p:cNvPr>
          <p:cNvCxnSpPr/>
          <p:nvPr/>
        </p:nvCxnSpPr>
        <p:spPr>
          <a:xfrm flipV="1">
            <a:off x="959645" y="1112042"/>
            <a:ext cx="4152899" cy="550070"/>
          </a:xfrm>
          <a:prstGeom prst="bentConnector3">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381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58B2C9-A84F-C8F6-291D-EB78E31FDF16}"/>
              </a:ext>
            </a:extLst>
          </p:cNvPr>
          <p:cNvSpPr>
            <a:spLocks noGrp="1"/>
          </p:cNvSpPr>
          <p:nvPr>
            <p:ph type="title"/>
          </p:nvPr>
        </p:nvSpPr>
        <p:spPr/>
        <p:txBody>
          <a:bodyPr/>
          <a:lstStyle/>
          <a:p>
            <a:r>
              <a:rPr lang="en-GB"/>
              <a:t>External Systems architecture</a:t>
            </a:r>
            <a:endParaRPr lang="en-US"/>
          </a:p>
        </p:txBody>
      </p:sp>
      <p:pic>
        <p:nvPicPr>
          <p:cNvPr id="5" name="Picture 4">
            <a:extLst>
              <a:ext uri="{FF2B5EF4-FFF2-40B4-BE49-F238E27FC236}">
                <a16:creationId xmlns:a16="http://schemas.microsoft.com/office/drawing/2014/main" id="{672CCCA5-F39F-00D3-E9B0-B664412C5C08}"/>
              </a:ext>
            </a:extLst>
          </p:cNvPr>
          <p:cNvPicPr>
            <a:picLocks noChangeAspect="1"/>
          </p:cNvPicPr>
          <p:nvPr/>
        </p:nvPicPr>
        <p:blipFill>
          <a:blip r:embed="rId3"/>
          <a:stretch>
            <a:fillRect/>
          </a:stretch>
        </p:blipFill>
        <p:spPr>
          <a:xfrm>
            <a:off x="2643297" y="1083585"/>
            <a:ext cx="6305258" cy="5013714"/>
          </a:xfrm>
          <a:prstGeom prst="rect">
            <a:avLst/>
          </a:prstGeom>
        </p:spPr>
      </p:pic>
    </p:spTree>
    <p:extLst>
      <p:ext uri="{BB962C8B-B14F-4D97-AF65-F5344CB8AC3E}">
        <p14:creationId xmlns:p14="http://schemas.microsoft.com/office/powerpoint/2010/main" val="902183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8D89F-4099-33A9-E915-A94E3E51D2C4}"/>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E51565FD-14AC-AC9D-3DD3-08449B06EA99}"/>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1B4D073C-9857-E2D0-B53A-5344C96E77AF}"/>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06A60B73-A568-1B83-9926-FF5EC30F1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9497ADA2-442A-E2D2-796A-B9696AACE5EC}"/>
              </a:ext>
            </a:extLst>
          </p:cNvPr>
          <p:cNvSpPr>
            <a:spLocks noGrp="1"/>
          </p:cNvSpPr>
          <p:nvPr>
            <p:ph type="body" sz="quarter" idx="12"/>
          </p:nvPr>
        </p:nvSpPr>
        <p:spPr>
          <a:xfrm>
            <a:off x="1289860" y="3031327"/>
            <a:ext cx="6581295" cy="812530"/>
          </a:xfrm>
        </p:spPr>
        <p:txBody>
          <a:bodyPr anchor="ctr"/>
          <a:lstStyle/>
          <a:p>
            <a:r>
              <a:rPr lang="en-US"/>
              <a:t>Platform configuration</a:t>
            </a:r>
          </a:p>
        </p:txBody>
      </p:sp>
    </p:spTree>
    <p:extLst>
      <p:ext uri="{BB962C8B-B14F-4D97-AF65-F5344CB8AC3E}">
        <p14:creationId xmlns:p14="http://schemas.microsoft.com/office/powerpoint/2010/main" val="2843360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BC493-490C-3022-6F82-5E06A783E7D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2384338-55EA-7DC9-5081-12DC8AD32AAA}"/>
              </a:ext>
            </a:extLst>
          </p:cNvPr>
          <p:cNvSpPr>
            <a:spLocks noGrp="1"/>
          </p:cNvSpPr>
          <p:nvPr>
            <p:ph type="title"/>
          </p:nvPr>
        </p:nvSpPr>
        <p:spPr>
          <a:xfrm>
            <a:off x="881633" y="444611"/>
            <a:ext cx="10204450" cy="533400"/>
          </a:xfrm>
        </p:spPr>
        <p:txBody>
          <a:bodyPr/>
          <a:lstStyle/>
          <a:p>
            <a:r>
              <a:rPr lang="en-GB"/>
              <a:t>Account Security</a:t>
            </a:r>
          </a:p>
        </p:txBody>
      </p:sp>
      <p:sp>
        <p:nvSpPr>
          <p:cNvPr id="4" name="TextBox 3">
            <a:extLst>
              <a:ext uri="{FF2B5EF4-FFF2-40B4-BE49-F238E27FC236}">
                <a16:creationId xmlns:a16="http://schemas.microsoft.com/office/drawing/2014/main" id="{9FF83F2F-79C3-9941-17C0-AD42550ED588}"/>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2" name="Shape 2">
            <a:extLst>
              <a:ext uri="{FF2B5EF4-FFF2-40B4-BE49-F238E27FC236}">
                <a16:creationId xmlns:a16="http://schemas.microsoft.com/office/drawing/2014/main" id="{816AE8C5-66CE-9DE0-4F63-790BAE38D43E}"/>
              </a:ext>
            </a:extLst>
          </p:cNvPr>
          <p:cNvSpPr/>
          <p:nvPr/>
        </p:nvSpPr>
        <p:spPr>
          <a:xfrm>
            <a:off x="2553174" y="1252087"/>
            <a:ext cx="2240280" cy="713232"/>
          </a:xfrm>
          <a:prstGeom prst="chevron">
            <a:avLst/>
          </a:prstGeom>
          <a:solidFill>
            <a:srgbClr val="D9EAF7"/>
          </a:solidFill>
          <a:ln w="12700">
            <a:solidFill>
              <a:srgbClr val="2F75B5"/>
            </a:solidFill>
            <a:prstDash val="solid"/>
          </a:ln>
        </p:spPr>
        <p:txBody>
          <a:bodyPr/>
          <a:lstStyle/>
          <a:p>
            <a:endParaRPr lang="en-US"/>
          </a:p>
        </p:txBody>
      </p:sp>
      <p:sp>
        <p:nvSpPr>
          <p:cNvPr id="3" name="Text 3">
            <a:extLst>
              <a:ext uri="{FF2B5EF4-FFF2-40B4-BE49-F238E27FC236}">
                <a16:creationId xmlns:a16="http://schemas.microsoft.com/office/drawing/2014/main" id="{5AAE82B4-FEFD-F0C0-F33F-7E88F7BCAD4A}"/>
              </a:ext>
            </a:extLst>
          </p:cNvPr>
          <p:cNvSpPr/>
          <p:nvPr/>
        </p:nvSpPr>
        <p:spPr>
          <a:xfrm>
            <a:off x="2836638" y="1279519"/>
            <a:ext cx="1776984" cy="6583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a:solidFill>
                  <a:srgbClr val="16365C"/>
                </a:solidFill>
                <a:latin typeface="Aptos" pitchFamily="34" charset="0"/>
                <a:ea typeface="Aptos" pitchFamily="34" charset="-122"/>
                <a:cs typeface="Aptos" pitchFamily="34" charset="-120"/>
              </a:rPr>
              <a:t>Identity Provider</a:t>
            </a:r>
            <a:endParaRPr lang="en-US" sz="1150"/>
          </a:p>
          <a:p>
            <a:pPr marL="0" indent="0" algn="ctr">
              <a:buNone/>
            </a:pPr>
            <a:r>
              <a:rPr lang="en-US" sz="1150" b="1">
                <a:solidFill>
                  <a:srgbClr val="16365C"/>
                </a:solidFill>
                <a:latin typeface="Aptos" pitchFamily="34" charset="0"/>
                <a:ea typeface="Aptos" pitchFamily="34" charset="-122"/>
                <a:cs typeface="Aptos" pitchFamily="34" charset="-120"/>
              </a:rPr>
              <a:t>SSO</a:t>
            </a:r>
            <a:endParaRPr lang="en-US" sz="1150"/>
          </a:p>
        </p:txBody>
      </p:sp>
      <p:sp>
        <p:nvSpPr>
          <p:cNvPr id="8" name="Shape 6">
            <a:extLst>
              <a:ext uri="{FF2B5EF4-FFF2-40B4-BE49-F238E27FC236}">
                <a16:creationId xmlns:a16="http://schemas.microsoft.com/office/drawing/2014/main" id="{B3C1808D-DB6E-B6B1-8801-F9312D062396}"/>
              </a:ext>
            </a:extLst>
          </p:cNvPr>
          <p:cNvSpPr/>
          <p:nvPr/>
        </p:nvSpPr>
        <p:spPr>
          <a:xfrm>
            <a:off x="4573998" y="1252331"/>
            <a:ext cx="2148840" cy="713232"/>
          </a:xfrm>
          <a:prstGeom prst="chevron">
            <a:avLst/>
          </a:prstGeom>
          <a:solidFill>
            <a:srgbClr val="D9EAF7"/>
          </a:solidFill>
          <a:ln w="12700">
            <a:solidFill>
              <a:srgbClr val="2F75B5"/>
            </a:solidFill>
            <a:prstDash val="solid"/>
          </a:ln>
        </p:spPr>
        <p:txBody>
          <a:bodyPr/>
          <a:lstStyle/>
          <a:p>
            <a:endParaRPr lang="en-US"/>
          </a:p>
        </p:txBody>
      </p:sp>
      <p:sp>
        <p:nvSpPr>
          <p:cNvPr id="9" name="Text 7">
            <a:extLst>
              <a:ext uri="{FF2B5EF4-FFF2-40B4-BE49-F238E27FC236}">
                <a16:creationId xmlns:a16="http://schemas.microsoft.com/office/drawing/2014/main" id="{E754EB9C-8F71-7370-4C83-0A1E4D9E9520}"/>
              </a:ext>
            </a:extLst>
          </p:cNvPr>
          <p:cNvSpPr/>
          <p:nvPr/>
        </p:nvSpPr>
        <p:spPr>
          <a:xfrm>
            <a:off x="4647150" y="1279763"/>
            <a:ext cx="1947672" cy="6583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a:solidFill>
                  <a:srgbClr val="16365C"/>
                </a:solidFill>
                <a:latin typeface="Aptos" pitchFamily="34" charset="0"/>
                <a:ea typeface="Aptos" pitchFamily="34" charset="-122"/>
                <a:cs typeface="Aptos" pitchFamily="34" charset="-120"/>
              </a:rPr>
              <a:t>Business Unit Access</a:t>
            </a:r>
            <a:endParaRPr lang="en-US" sz="1150"/>
          </a:p>
          <a:p>
            <a:pPr marL="0" indent="0" algn="ctr">
              <a:buNone/>
            </a:pPr>
            <a:r>
              <a:rPr lang="en-US" sz="1150" b="1">
                <a:solidFill>
                  <a:srgbClr val="16365C"/>
                </a:solidFill>
                <a:latin typeface="Aptos" pitchFamily="34" charset="0"/>
                <a:ea typeface="Aptos" pitchFamily="34" charset="-122"/>
                <a:cs typeface="Aptos" pitchFamily="34" charset="-120"/>
              </a:rPr>
              <a:t>Assigned by role</a:t>
            </a:r>
            <a:endParaRPr lang="en-US" sz="1150"/>
          </a:p>
        </p:txBody>
      </p:sp>
      <p:sp>
        <p:nvSpPr>
          <p:cNvPr id="11" name="Shape 8">
            <a:extLst>
              <a:ext uri="{FF2B5EF4-FFF2-40B4-BE49-F238E27FC236}">
                <a16:creationId xmlns:a16="http://schemas.microsoft.com/office/drawing/2014/main" id="{9D8B78CD-D057-FC7B-AD9D-6EA1440E54E1}"/>
              </a:ext>
            </a:extLst>
          </p:cNvPr>
          <p:cNvSpPr/>
          <p:nvPr/>
        </p:nvSpPr>
        <p:spPr>
          <a:xfrm>
            <a:off x="6459186" y="1252087"/>
            <a:ext cx="2057400" cy="713232"/>
          </a:xfrm>
          <a:prstGeom prst="chevron">
            <a:avLst/>
          </a:prstGeom>
          <a:solidFill>
            <a:srgbClr val="D9EAF7"/>
          </a:solidFill>
          <a:ln w="12700">
            <a:solidFill>
              <a:srgbClr val="2F75B5"/>
            </a:solidFill>
            <a:prstDash val="solid"/>
          </a:ln>
        </p:spPr>
        <p:txBody>
          <a:bodyPr/>
          <a:lstStyle/>
          <a:p>
            <a:endParaRPr lang="en-US"/>
          </a:p>
        </p:txBody>
      </p:sp>
      <p:sp>
        <p:nvSpPr>
          <p:cNvPr id="12" name="Text 9">
            <a:extLst>
              <a:ext uri="{FF2B5EF4-FFF2-40B4-BE49-F238E27FC236}">
                <a16:creationId xmlns:a16="http://schemas.microsoft.com/office/drawing/2014/main" id="{A52F69DC-9228-58BB-4CBE-5A42F9564412}"/>
              </a:ext>
            </a:extLst>
          </p:cNvPr>
          <p:cNvSpPr/>
          <p:nvPr/>
        </p:nvSpPr>
        <p:spPr>
          <a:xfrm>
            <a:off x="6532338" y="1293479"/>
            <a:ext cx="1856232" cy="6583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a:solidFill>
                  <a:srgbClr val="16365C"/>
                </a:solidFill>
                <a:latin typeface="Aptos" pitchFamily="34" charset="0"/>
                <a:ea typeface="Aptos" pitchFamily="34" charset="-122"/>
                <a:cs typeface="Aptos" pitchFamily="34" charset="-120"/>
              </a:rPr>
              <a:t>Platform Roles</a:t>
            </a:r>
            <a:endParaRPr lang="en-US" sz="1150"/>
          </a:p>
          <a:p>
            <a:pPr marL="0" indent="0" algn="ctr">
              <a:buNone/>
            </a:pPr>
            <a:r>
              <a:rPr lang="en-US" sz="1150" b="1">
                <a:solidFill>
                  <a:srgbClr val="16365C"/>
                </a:solidFill>
                <a:latin typeface="Aptos" pitchFamily="34" charset="0"/>
                <a:ea typeface="Aptos" pitchFamily="34" charset="-122"/>
                <a:cs typeface="Aptos" pitchFamily="34" charset="-120"/>
              </a:rPr>
              <a:t>Least privilege</a:t>
            </a:r>
            <a:endParaRPr lang="en-US" sz="1150"/>
          </a:p>
        </p:txBody>
      </p:sp>
      <p:sp>
        <p:nvSpPr>
          <p:cNvPr id="16" name="Text 13">
            <a:extLst>
              <a:ext uri="{FF2B5EF4-FFF2-40B4-BE49-F238E27FC236}">
                <a16:creationId xmlns:a16="http://schemas.microsoft.com/office/drawing/2014/main" id="{520AE319-BD87-139F-4744-DCEFD1C99B9C}"/>
              </a:ext>
            </a:extLst>
          </p:cNvPr>
          <p:cNvSpPr/>
          <p:nvPr/>
        </p:nvSpPr>
        <p:spPr>
          <a:xfrm>
            <a:off x="527304" y="2399562"/>
            <a:ext cx="2468880" cy="256032"/>
          </a:xfrm>
          <a:prstGeom prst="rect">
            <a:avLst/>
          </a:prstGeom>
          <a:noFill/>
          <a:ln/>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700" b="1">
                <a:solidFill>
                  <a:srgbClr val="16365C"/>
                </a:solidFill>
                <a:latin typeface="Aptos" pitchFamily="34" charset="0"/>
                <a:ea typeface="Aptos" pitchFamily="34" charset="-122"/>
                <a:cs typeface="Aptos" pitchFamily="34" charset="-120"/>
              </a:rPr>
              <a:t>BU access</a:t>
            </a:r>
            <a:endParaRPr lang="en-US" sz="1700"/>
          </a:p>
        </p:txBody>
      </p:sp>
      <p:sp>
        <p:nvSpPr>
          <p:cNvPr id="29" name="Shape 26">
            <a:extLst>
              <a:ext uri="{FF2B5EF4-FFF2-40B4-BE49-F238E27FC236}">
                <a16:creationId xmlns:a16="http://schemas.microsoft.com/office/drawing/2014/main" id="{CD7162AC-B247-9D4D-6D16-830450D5736B}"/>
              </a:ext>
            </a:extLst>
          </p:cNvPr>
          <p:cNvSpPr/>
          <p:nvPr/>
        </p:nvSpPr>
        <p:spPr>
          <a:xfrm>
            <a:off x="6288531" y="2743044"/>
            <a:ext cx="5440680" cy="3062424"/>
          </a:xfrm>
          <a:prstGeom prst="roundRect">
            <a:avLst>
              <a:gd name="adj" fmla="val 5172"/>
            </a:avLst>
          </a:prstGeom>
          <a:noFill/>
          <a:ln w="12700">
            <a:solidFill>
              <a:srgbClr val="C8D6E5"/>
            </a:solidFill>
            <a:prstDash val="solid"/>
          </a:ln>
        </p:spPr>
        <p:txBody>
          <a:bodyPr/>
          <a:lstStyle/>
          <a:p>
            <a:endParaRPr lang="en-US"/>
          </a:p>
        </p:txBody>
      </p:sp>
      <p:sp>
        <p:nvSpPr>
          <p:cNvPr id="30" name="Text 27">
            <a:extLst>
              <a:ext uri="{FF2B5EF4-FFF2-40B4-BE49-F238E27FC236}">
                <a16:creationId xmlns:a16="http://schemas.microsoft.com/office/drawing/2014/main" id="{C950C828-ABA1-463D-71A6-5629DE5AB481}"/>
              </a:ext>
            </a:extLst>
          </p:cNvPr>
          <p:cNvSpPr/>
          <p:nvPr/>
        </p:nvSpPr>
        <p:spPr>
          <a:xfrm>
            <a:off x="6400800" y="2852306"/>
            <a:ext cx="3200400" cy="256032"/>
          </a:xfrm>
          <a:prstGeom prst="rect">
            <a:avLst/>
          </a:prstGeom>
          <a:noFill/>
          <a:ln/>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700" b="1">
                <a:solidFill>
                  <a:srgbClr val="16365C"/>
                </a:solidFill>
                <a:latin typeface="Aptos" pitchFamily="34" charset="0"/>
                <a:ea typeface="Aptos" pitchFamily="34" charset="-122"/>
                <a:cs typeface="Aptos" pitchFamily="34" charset="-120"/>
              </a:rPr>
              <a:t>Installed Packages</a:t>
            </a:r>
            <a:endParaRPr lang="en-US" sz="1700"/>
          </a:p>
        </p:txBody>
      </p:sp>
      <p:sp>
        <p:nvSpPr>
          <p:cNvPr id="31" name="Shape 28">
            <a:extLst>
              <a:ext uri="{FF2B5EF4-FFF2-40B4-BE49-F238E27FC236}">
                <a16:creationId xmlns:a16="http://schemas.microsoft.com/office/drawing/2014/main" id="{A12B90C2-E130-5F5F-006E-C55C7CA9CA3E}"/>
              </a:ext>
            </a:extLst>
          </p:cNvPr>
          <p:cNvSpPr/>
          <p:nvPr/>
        </p:nvSpPr>
        <p:spPr>
          <a:xfrm>
            <a:off x="6416040" y="3366205"/>
            <a:ext cx="1828800" cy="210312"/>
          </a:xfrm>
          <a:prstGeom prst="roundRect">
            <a:avLst>
              <a:gd name="adj" fmla="val 34783"/>
            </a:avLst>
          </a:prstGeom>
          <a:solidFill>
            <a:srgbClr val="70AD47"/>
          </a:solidFill>
          <a:ln w="12700">
            <a:solidFill>
              <a:srgbClr val="70AD47"/>
            </a:solidFill>
            <a:prstDash val="solid"/>
          </a:ln>
        </p:spPr>
        <p:txBody>
          <a:bodyPr/>
          <a:lstStyle/>
          <a:p>
            <a:endParaRPr lang="en-US"/>
          </a:p>
        </p:txBody>
      </p:sp>
      <p:sp>
        <p:nvSpPr>
          <p:cNvPr id="32" name="Text 29">
            <a:extLst>
              <a:ext uri="{FF2B5EF4-FFF2-40B4-BE49-F238E27FC236}">
                <a16:creationId xmlns:a16="http://schemas.microsoft.com/office/drawing/2014/main" id="{6BF11D5C-9E02-7533-A2FB-81B2ADA4CF65}"/>
              </a:ext>
            </a:extLst>
          </p:cNvPr>
          <p:cNvSpPr/>
          <p:nvPr/>
        </p:nvSpPr>
        <p:spPr>
          <a:xfrm>
            <a:off x="6461760" y="3393637"/>
            <a:ext cx="1737360" cy="155448"/>
          </a:xfrm>
          <a:prstGeom prst="rect">
            <a:avLst/>
          </a:prstGeom>
          <a:noFill/>
          <a:ln/>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000000"/>
                </a:solidFill>
                <a:latin typeface="Aptos Narrow"/>
              </a:rPr>
              <a:t>DEV_DEFAULT_API</a:t>
            </a:r>
            <a:endParaRPr lang="en-US" sz="1100" b="1"/>
          </a:p>
        </p:txBody>
      </p:sp>
      <p:sp>
        <p:nvSpPr>
          <p:cNvPr id="33" name="Text 30">
            <a:extLst>
              <a:ext uri="{FF2B5EF4-FFF2-40B4-BE49-F238E27FC236}">
                <a16:creationId xmlns:a16="http://schemas.microsoft.com/office/drawing/2014/main" id="{360AF257-754C-8046-B805-7F4F6137A2D2}"/>
              </a:ext>
            </a:extLst>
          </p:cNvPr>
          <p:cNvSpPr/>
          <p:nvPr/>
        </p:nvSpPr>
        <p:spPr>
          <a:xfrm>
            <a:off x="8427720" y="3366205"/>
            <a:ext cx="3082552" cy="210312"/>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1F2D3D"/>
                </a:solidFill>
                <a:latin typeface="Aptos" pitchFamily="34" charset="0"/>
                <a:ea typeface="Aptos" pitchFamily="34" charset="-122"/>
                <a:cs typeface="Aptos" pitchFamily="34" charset="-120"/>
              </a:rPr>
              <a:t>Centralized API package used across the DEV environment for integrations, data operations, and Journey execution.</a:t>
            </a:r>
            <a:endParaRPr lang="en-US" sz="800"/>
          </a:p>
        </p:txBody>
      </p:sp>
      <p:sp>
        <p:nvSpPr>
          <p:cNvPr id="34" name="Shape 31">
            <a:extLst>
              <a:ext uri="{FF2B5EF4-FFF2-40B4-BE49-F238E27FC236}">
                <a16:creationId xmlns:a16="http://schemas.microsoft.com/office/drawing/2014/main" id="{A044BEDF-31F9-627D-E96B-008E22532FA3}"/>
              </a:ext>
            </a:extLst>
          </p:cNvPr>
          <p:cNvSpPr/>
          <p:nvPr/>
        </p:nvSpPr>
        <p:spPr>
          <a:xfrm>
            <a:off x="6433821" y="3878269"/>
            <a:ext cx="1828800" cy="210312"/>
          </a:xfrm>
          <a:prstGeom prst="roundRect">
            <a:avLst>
              <a:gd name="adj" fmla="val 34783"/>
            </a:avLst>
          </a:prstGeom>
          <a:solidFill>
            <a:srgbClr val="70AD47"/>
          </a:solidFill>
          <a:ln w="12700">
            <a:solidFill>
              <a:srgbClr val="70AD47"/>
            </a:solidFill>
            <a:prstDash val="solid"/>
          </a:ln>
        </p:spPr>
        <p:txBody>
          <a:bodyPr/>
          <a:lstStyle/>
          <a:p>
            <a:endParaRPr lang="en-US"/>
          </a:p>
        </p:txBody>
      </p:sp>
      <p:sp>
        <p:nvSpPr>
          <p:cNvPr id="35" name="Text 32">
            <a:extLst>
              <a:ext uri="{FF2B5EF4-FFF2-40B4-BE49-F238E27FC236}">
                <a16:creationId xmlns:a16="http://schemas.microsoft.com/office/drawing/2014/main" id="{DCC7FD63-E2F3-6DE2-00D3-50B42AA22913}"/>
              </a:ext>
            </a:extLst>
          </p:cNvPr>
          <p:cNvSpPr/>
          <p:nvPr/>
        </p:nvSpPr>
        <p:spPr>
          <a:xfrm>
            <a:off x="6479541" y="3905701"/>
            <a:ext cx="1737360" cy="155448"/>
          </a:xfrm>
          <a:prstGeom prst="rect">
            <a:avLst/>
          </a:prstGeom>
          <a:noFill/>
          <a:ln/>
        </p:spPr>
        <p:txBody>
          <a:bodyPr wrap="square" lIns="0" tIns="0" rIns="0" bIns="0" rtlCol="0" anchor="ctr">
            <a:normAutofit fontScale="85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000000"/>
                </a:solidFill>
                <a:latin typeface="Aptos Narrow"/>
              </a:rPr>
              <a:t>Tableau CRM &amp; Einstein Discovery</a:t>
            </a:r>
            <a:endParaRPr lang="en-US" sz="1100" b="1"/>
          </a:p>
        </p:txBody>
      </p:sp>
      <p:sp>
        <p:nvSpPr>
          <p:cNvPr id="36" name="Text 33">
            <a:extLst>
              <a:ext uri="{FF2B5EF4-FFF2-40B4-BE49-F238E27FC236}">
                <a16:creationId xmlns:a16="http://schemas.microsoft.com/office/drawing/2014/main" id="{07253551-AD10-672A-0688-D937D953F574}"/>
              </a:ext>
            </a:extLst>
          </p:cNvPr>
          <p:cNvSpPr/>
          <p:nvPr/>
        </p:nvSpPr>
        <p:spPr>
          <a:xfrm>
            <a:off x="8444484" y="3878269"/>
            <a:ext cx="2816352" cy="210312"/>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800"/>
          </a:p>
        </p:txBody>
      </p:sp>
      <p:sp>
        <p:nvSpPr>
          <p:cNvPr id="37" name="Shape 34">
            <a:extLst>
              <a:ext uri="{FF2B5EF4-FFF2-40B4-BE49-F238E27FC236}">
                <a16:creationId xmlns:a16="http://schemas.microsoft.com/office/drawing/2014/main" id="{BA67570A-5CB2-8E82-6317-C68C199C1B34}"/>
              </a:ext>
            </a:extLst>
          </p:cNvPr>
          <p:cNvSpPr/>
          <p:nvPr/>
        </p:nvSpPr>
        <p:spPr>
          <a:xfrm>
            <a:off x="6443726" y="4375655"/>
            <a:ext cx="1828800" cy="210312"/>
          </a:xfrm>
          <a:prstGeom prst="roundRect">
            <a:avLst>
              <a:gd name="adj" fmla="val 34783"/>
            </a:avLst>
          </a:prstGeom>
          <a:solidFill>
            <a:srgbClr val="70AD47"/>
          </a:solidFill>
          <a:ln w="12700">
            <a:solidFill>
              <a:srgbClr val="70AD47"/>
            </a:solidFill>
            <a:prstDash val="solid"/>
          </a:ln>
        </p:spPr>
        <p:txBody>
          <a:bodyPr/>
          <a:lstStyle/>
          <a:p>
            <a:endParaRPr lang="en-US"/>
          </a:p>
        </p:txBody>
      </p:sp>
      <p:sp>
        <p:nvSpPr>
          <p:cNvPr id="38" name="Text 35">
            <a:extLst>
              <a:ext uri="{FF2B5EF4-FFF2-40B4-BE49-F238E27FC236}">
                <a16:creationId xmlns:a16="http://schemas.microsoft.com/office/drawing/2014/main" id="{C4BD4EDF-3316-019D-7159-40342A8C7274}"/>
              </a:ext>
            </a:extLst>
          </p:cNvPr>
          <p:cNvSpPr/>
          <p:nvPr/>
        </p:nvSpPr>
        <p:spPr>
          <a:xfrm>
            <a:off x="6489446" y="4403087"/>
            <a:ext cx="1737360" cy="155448"/>
          </a:xfrm>
          <a:prstGeom prst="rect">
            <a:avLst/>
          </a:prstGeom>
          <a:noFill/>
          <a:ln/>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000000"/>
                </a:solidFill>
                <a:latin typeface="Aptos Narrow"/>
              </a:rPr>
              <a:t>KPMGUS_PRIVILEGE_API</a:t>
            </a:r>
            <a:endParaRPr lang="en-US" sz="1100" b="1"/>
          </a:p>
        </p:txBody>
      </p:sp>
      <p:sp>
        <p:nvSpPr>
          <p:cNvPr id="40" name="Shape 37">
            <a:extLst>
              <a:ext uri="{FF2B5EF4-FFF2-40B4-BE49-F238E27FC236}">
                <a16:creationId xmlns:a16="http://schemas.microsoft.com/office/drawing/2014/main" id="{81636305-6F9F-23D8-721D-2A74E4632037}"/>
              </a:ext>
            </a:extLst>
          </p:cNvPr>
          <p:cNvSpPr/>
          <p:nvPr/>
        </p:nvSpPr>
        <p:spPr>
          <a:xfrm>
            <a:off x="6433821" y="4843834"/>
            <a:ext cx="1828800" cy="210312"/>
          </a:xfrm>
          <a:prstGeom prst="roundRect">
            <a:avLst>
              <a:gd name="adj" fmla="val 34783"/>
            </a:avLst>
          </a:prstGeom>
          <a:solidFill>
            <a:srgbClr val="70AD47"/>
          </a:solidFill>
          <a:ln w="12700">
            <a:solidFill>
              <a:srgbClr val="70AD47"/>
            </a:solidFill>
            <a:prstDash val="solid"/>
          </a:ln>
        </p:spPr>
        <p:txBody>
          <a:bodyPr/>
          <a:lstStyle/>
          <a:p>
            <a:endParaRPr lang="en-US"/>
          </a:p>
        </p:txBody>
      </p:sp>
      <p:sp>
        <p:nvSpPr>
          <p:cNvPr id="41" name="Text 38">
            <a:extLst>
              <a:ext uri="{FF2B5EF4-FFF2-40B4-BE49-F238E27FC236}">
                <a16:creationId xmlns:a16="http://schemas.microsoft.com/office/drawing/2014/main" id="{FB53D669-9795-51F7-2C7B-2DBAB97B9086}"/>
              </a:ext>
            </a:extLst>
          </p:cNvPr>
          <p:cNvSpPr/>
          <p:nvPr/>
        </p:nvSpPr>
        <p:spPr>
          <a:xfrm>
            <a:off x="6479541" y="4871266"/>
            <a:ext cx="1737360" cy="155448"/>
          </a:xfrm>
          <a:prstGeom prst="rect">
            <a:avLst/>
          </a:prstGeom>
          <a:noFill/>
          <a:ln/>
        </p:spPr>
        <p:txBody>
          <a:bodyPr wrap="square" lIns="0" tIns="0" rIns="0" bIns="0" rtlCol="0" anchor="ctr">
            <a:normAutofit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a:solidFill>
                  <a:srgbClr val="000000"/>
                </a:solidFill>
                <a:latin typeface="Aptos Narrow"/>
              </a:rPr>
              <a:t>KPMGUS_DEFAULT_API</a:t>
            </a:r>
            <a:endParaRPr lang="en-US" sz="1100" b="1"/>
          </a:p>
        </p:txBody>
      </p:sp>
      <p:sp>
        <p:nvSpPr>
          <p:cNvPr id="42" name="Text 39">
            <a:extLst>
              <a:ext uri="{FF2B5EF4-FFF2-40B4-BE49-F238E27FC236}">
                <a16:creationId xmlns:a16="http://schemas.microsoft.com/office/drawing/2014/main" id="{72D3B444-735A-2D4C-EC9A-707164782078}"/>
              </a:ext>
            </a:extLst>
          </p:cNvPr>
          <p:cNvSpPr/>
          <p:nvPr/>
        </p:nvSpPr>
        <p:spPr>
          <a:xfrm>
            <a:off x="8427720" y="4353757"/>
            <a:ext cx="2816352" cy="210312"/>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1F2D3D"/>
                </a:solidFill>
                <a:latin typeface="Aptos" pitchFamily="34" charset="0"/>
                <a:ea typeface="Aptos" pitchFamily="34" charset="-122"/>
                <a:cs typeface="Aptos" pitchFamily="34" charset="-120"/>
              </a:rPr>
              <a:t>Used for privileged Marketing Cloud API operations, including Journey management, Automation execution, audience management, and Data Extension access. Intended for functions requiring elevated permissions.</a:t>
            </a:r>
            <a:endParaRPr lang="en-US" sz="800"/>
          </a:p>
        </p:txBody>
      </p:sp>
      <p:graphicFrame>
        <p:nvGraphicFramePr>
          <p:cNvPr id="71" name="Content Placeholder 3">
            <a:extLst>
              <a:ext uri="{FF2B5EF4-FFF2-40B4-BE49-F238E27FC236}">
                <a16:creationId xmlns:a16="http://schemas.microsoft.com/office/drawing/2014/main" id="{2028FE9B-583C-3545-1451-5EAA2C9CA82F}"/>
              </a:ext>
            </a:extLst>
          </p:cNvPr>
          <p:cNvGraphicFramePr>
            <a:graphicFrameLocks/>
          </p:cNvGraphicFramePr>
          <p:nvPr>
            <p:extLst>
              <p:ext uri="{D42A27DB-BD31-4B8C-83A1-F6EECF244321}">
                <p14:modId xmlns:p14="http://schemas.microsoft.com/office/powerpoint/2010/main" val="2848071837"/>
              </p:ext>
            </p:extLst>
          </p:nvPr>
        </p:nvGraphicFramePr>
        <p:xfrm>
          <a:off x="378144" y="2699968"/>
          <a:ext cx="5699568" cy="3307578"/>
        </p:xfrm>
        <a:graphic>
          <a:graphicData uri="http://schemas.openxmlformats.org/drawingml/2006/table">
            <a:tbl>
              <a:tblPr>
                <a:tableStyleId>{37CE84F3-28C3-443E-9E96-99CF82512B78}</a:tableStyleId>
              </a:tblPr>
              <a:tblGrid>
                <a:gridCol w="788875">
                  <a:extLst>
                    <a:ext uri="{9D8B030D-6E8A-4147-A177-3AD203B41FA5}">
                      <a16:colId xmlns:a16="http://schemas.microsoft.com/office/drawing/2014/main" val="1529724994"/>
                    </a:ext>
                  </a:extLst>
                </a:gridCol>
                <a:gridCol w="381512">
                  <a:extLst>
                    <a:ext uri="{9D8B030D-6E8A-4147-A177-3AD203B41FA5}">
                      <a16:colId xmlns:a16="http://schemas.microsoft.com/office/drawing/2014/main" val="4209565852"/>
                    </a:ext>
                  </a:extLst>
                </a:gridCol>
                <a:gridCol w="368661">
                  <a:extLst>
                    <a:ext uri="{9D8B030D-6E8A-4147-A177-3AD203B41FA5}">
                      <a16:colId xmlns:a16="http://schemas.microsoft.com/office/drawing/2014/main" val="3424915593"/>
                    </a:ext>
                  </a:extLst>
                </a:gridCol>
                <a:gridCol w="360808">
                  <a:extLst>
                    <a:ext uri="{9D8B030D-6E8A-4147-A177-3AD203B41FA5}">
                      <a16:colId xmlns:a16="http://schemas.microsoft.com/office/drawing/2014/main" val="3765063450"/>
                    </a:ext>
                  </a:extLst>
                </a:gridCol>
                <a:gridCol w="474964">
                  <a:extLst>
                    <a:ext uri="{9D8B030D-6E8A-4147-A177-3AD203B41FA5}">
                      <a16:colId xmlns:a16="http://schemas.microsoft.com/office/drawing/2014/main" val="2778388028"/>
                    </a:ext>
                  </a:extLst>
                </a:gridCol>
                <a:gridCol w="474964">
                  <a:extLst>
                    <a:ext uri="{9D8B030D-6E8A-4147-A177-3AD203B41FA5}">
                      <a16:colId xmlns:a16="http://schemas.microsoft.com/office/drawing/2014/main" val="557821101"/>
                    </a:ext>
                  </a:extLst>
                </a:gridCol>
                <a:gridCol w="474964">
                  <a:extLst>
                    <a:ext uri="{9D8B030D-6E8A-4147-A177-3AD203B41FA5}">
                      <a16:colId xmlns:a16="http://schemas.microsoft.com/office/drawing/2014/main" val="3686567180"/>
                    </a:ext>
                  </a:extLst>
                </a:gridCol>
                <a:gridCol w="474964">
                  <a:extLst>
                    <a:ext uri="{9D8B030D-6E8A-4147-A177-3AD203B41FA5}">
                      <a16:colId xmlns:a16="http://schemas.microsoft.com/office/drawing/2014/main" val="1565013492"/>
                    </a:ext>
                  </a:extLst>
                </a:gridCol>
                <a:gridCol w="474964">
                  <a:extLst>
                    <a:ext uri="{9D8B030D-6E8A-4147-A177-3AD203B41FA5}">
                      <a16:colId xmlns:a16="http://schemas.microsoft.com/office/drawing/2014/main" val="2875680114"/>
                    </a:ext>
                  </a:extLst>
                </a:gridCol>
                <a:gridCol w="474964">
                  <a:extLst>
                    <a:ext uri="{9D8B030D-6E8A-4147-A177-3AD203B41FA5}">
                      <a16:colId xmlns:a16="http://schemas.microsoft.com/office/drawing/2014/main" val="3761093531"/>
                    </a:ext>
                  </a:extLst>
                </a:gridCol>
                <a:gridCol w="474964">
                  <a:extLst>
                    <a:ext uri="{9D8B030D-6E8A-4147-A177-3AD203B41FA5}">
                      <a16:colId xmlns:a16="http://schemas.microsoft.com/office/drawing/2014/main" val="155903907"/>
                    </a:ext>
                  </a:extLst>
                </a:gridCol>
                <a:gridCol w="474964">
                  <a:extLst>
                    <a:ext uri="{9D8B030D-6E8A-4147-A177-3AD203B41FA5}">
                      <a16:colId xmlns:a16="http://schemas.microsoft.com/office/drawing/2014/main" val="3625938758"/>
                    </a:ext>
                  </a:extLst>
                </a:gridCol>
              </a:tblGrid>
              <a:tr h="802651">
                <a:tc>
                  <a:txBody>
                    <a:bodyPr/>
                    <a:lstStyle/>
                    <a:p>
                      <a:pPr>
                        <a:buNone/>
                      </a:pPr>
                      <a:r>
                        <a:rPr lang="en-US" sz="800" b="1">
                          <a:effectLst/>
                        </a:rPr>
                        <a:t>BU</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Tech Leads</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Campaign Managers</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Analysts</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Segmentation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SFMC Dev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D360 Dev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AMS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Dev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QA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Business Stakeholders</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800" b="1">
                          <a:effectLst/>
                        </a:rPr>
                        <a:t>Internal Comms Team</a:t>
                      </a:r>
                    </a:p>
                  </a:txBody>
                  <a:tcPr marL="65929" marR="65929" marT="32965" marB="32965" vert="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7393674"/>
                  </a:ext>
                </a:extLst>
              </a:tr>
              <a:tr h="301757">
                <a:tc>
                  <a:txBody>
                    <a:bodyPr/>
                    <a:lstStyle/>
                    <a:p>
                      <a:pPr>
                        <a:buNone/>
                      </a:pPr>
                      <a:r>
                        <a:rPr lang="en-US" sz="800" b="1">
                          <a:effectLst/>
                        </a:rPr>
                        <a:t>KPMG US</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5395613"/>
                  </a:ext>
                </a:extLst>
              </a:tr>
              <a:tr h="282531">
                <a:tc>
                  <a:txBody>
                    <a:bodyPr/>
                    <a:lstStyle/>
                    <a:p>
                      <a:pPr>
                        <a:buNone/>
                      </a:pPr>
                      <a:r>
                        <a:rPr lang="en-US" sz="800" b="1">
                          <a:effectLst/>
                        </a:rPr>
                        <a:t>DEV</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81748889"/>
                  </a:ext>
                </a:extLst>
              </a:tr>
              <a:tr h="282531">
                <a:tc>
                  <a:txBody>
                    <a:bodyPr/>
                    <a:lstStyle/>
                    <a:p>
                      <a:pPr>
                        <a:buNone/>
                      </a:pPr>
                      <a:r>
                        <a:rPr lang="en-US" sz="800" b="1">
                          <a:effectLst/>
                        </a:rPr>
                        <a:t>UAT</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130388"/>
                  </a:ext>
                </a:extLst>
              </a:tr>
              <a:tr h="301757">
                <a:tc>
                  <a:txBody>
                    <a:bodyPr/>
                    <a:lstStyle/>
                    <a:p>
                      <a:pPr>
                        <a:buNone/>
                      </a:pPr>
                      <a:r>
                        <a:rPr lang="en-US" sz="800" b="1" err="1">
                          <a:effectLst/>
                        </a:rPr>
                        <a:t>DataCldPOC</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4979844"/>
                  </a:ext>
                </a:extLst>
              </a:tr>
              <a:tr h="301757">
                <a:tc>
                  <a:txBody>
                    <a:bodyPr/>
                    <a:lstStyle/>
                    <a:p>
                      <a:pPr>
                        <a:buNone/>
                      </a:pPr>
                      <a:r>
                        <a:rPr lang="en-US" sz="800" b="1">
                          <a:effectLst/>
                        </a:rPr>
                        <a:t>UAT Project</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339746"/>
                  </a:ext>
                </a:extLst>
              </a:tr>
              <a:tr h="301757">
                <a:tc>
                  <a:txBody>
                    <a:bodyPr/>
                    <a:lstStyle/>
                    <a:p>
                      <a:pPr>
                        <a:buNone/>
                      </a:pPr>
                      <a:r>
                        <a:rPr lang="en-US" sz="800" b="1">
                          <a:effectLst/>
                        </a:rPr>
                        <a:t>QA Project</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020431"/>
                  </a:ext>
                </a:extLst>
              </a:tr>
              <a:tr h="431080">
                <a:tc>
                  <a:txBody>
                    <a:bodyPr/>
                    <a:lstStyle/>
                    <a:p>
                      <a:pPr>
                        <a:buNone/>
                      </a:pPr>
                      <a:r>
                        <a:rPr lang="en-US" sz="800" b="1">
                          <a:effectLst/>
                        </a:rPr>
                        <a:t>KPMG US Child</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01678"/>
                  </a:ext>
                </a:extLst>
              </a:tr>
              <a:tr h="301757">
                <a:tc>
                  <a:txBody>
                    <a:bodyPr/>
                    <a:lstStyle/>
                    <a:p>
                      <a:pPr>
                        <a:buNone/>
                      </a:pPr>
                      <a:r>
                        <a:rPr lang="en-US" sz="800" b="1">
                          <a:effectLst/>
                        </a:rPr>
                        <a:t>Playground</a:t>
                      </a:r>
                      <a:endParaRPr lang="en-US" sz="8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endParaRPr lang="en-US" sz="1300">
                        <a:effectLst/>
                      </a:endParaRP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300">
                          <a:effectLst/>
                        </a:rPr>
                        <a:t>✓</a:t>
                      </a:r>
                    </a:p>
                  </a:txBody>
                  <a:tcPr marL="65929" marR="65929" marT="32965" marB="329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5293216"/>
                  </a:ext>
                </a:extLst>
              </a:tr>
            </a:tbl>
          </a:graphicData>
        </a:graphic>
      </p:graphicFrame>
      <p:sp>
        <p:nvSpPr>
          <p:cNvPr id="77" name="Shape 37">
            <a:extLst>
              <a:ext uri="{FF2B5EF4-FFF2-40B4-BE49-F238E27FC236}">
                <a16:creationId xmlns:a16="http://schemas.microsoft.com/office/drawing/2014/main" id="{7CB0B750-12FB-0851-5317-9B958259F90F}"/>
              </a:ext>
            </a:extLst>
          </p:cNvPr>
          <p:cNvSpPr/>
          <p:nvPr/>
        </p:nvSpPr>
        <p:spPr>
          <a:xfrm>
            <a:off x="6433821" y="5324651"/>
            <a:ext cx="1828800" cy="210312"/>
          </a:xfrm>
          <a:prstGeom prst="roundRect">
            <a:avLst>
              <a:gd name="adj" fmla="val 34783"/>
            </a:avLst>
          </a:prstGeom>
          <a:solidFill>
            <a:srgbClr val="70AD47"/>
          </a:solidFill>
          <a:ln w="12700">
            <a:solidFill>
              <a:srgbClr val="70AD47"/>
            </a:solidFill>
            <a:prstDash val="solid"/>
          </a:ln>
        </p:spPr>
        <p:txBody>
          <a:bodyPr/>
          <a:lstStyle/>
          <a:p>
            <a:endParaRPr lang="en-US"/>
          </a:p>
        </p:txBody>
      </p:sp>
      <p:sp>
        <p:nvSpPr>
          <p:cNvPr id="79" name="Text 38">
            <a:extLst>
              <a:ext uri="{FF2B5EF4-FFF2-40B4-BE49-F238E27FC236}">
                <a16:creationId xmlns:a16="http://schemas.microsoft.com/office/drawing/2014/main" id="{6C793BEC-B8F1-1993-71E8-472F03D78534}"/>
              </a:ext>
            </a:extLst>
          </p:cNvPr>
          <p:cNvSpPr/>
          <p:nvPr/>
        </p:nvSpPr>
        <p:spPr>
          <a:xfrm>
            <a:off x="6479541" y="5352083"/>
            <a:ext cx="1737360" cy="155448"/>
          </a:xfrm>
          <a:prstGeom prst="rect">
            <a:avLst/>
          </a:prstGeom>
          <a:noFill/>
          <a:ln/>
        </p:spPr>
        <p:txBody>
          <a:bodyPr wrap="square" lIns="0" tIns="0" rIns="0" bIns="0" rtlCol="0" anchor="ctr">
            <a:normAutofit fontScale="6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b="1">
                <a:latin typeface="Aptos Narrow"/>
              </a:rPr>
              <a:t>UAT_</a:t>
            </a:r>
            <a:r>
              <a:rPr lang="en-US" b="1">
                <a:solidFill>
                  <a:srgbClr val="000000"/>
                </a:solidFill>
                <a:latin typeface="Aptos Narrow"/>
              </a:rPr>
              <a:t>DEFAULT</a:t>
            </a:r>
            <a:r>
              <a:rPr lang="en-US" b="1">
                <a:latin typeface="Aptos Narrow"/>
              </a:rPr>
              <a:t>_API</a:t>
            </a:r>
            <a:endParaRPr lang="en-US" sz="1100" b="1">
              <a:latin typeface="Aptos Narrow"/>
            </a:endParaRPr>
          </a:p>
        </p:txBody>
      </p:sp>
      <p:sp>
        <p:nvSpPr>
          <p:cNvPr id="83" name="Text 39">
            <a:extLst>
              <a:ext uri="{FF2B5EF4-FFF2-40B4-BE49-F238E27FC236}">
                <a16:creationId xmlns:a16="http://schemas.microsoft.com/office/drawing/2014/main" id="{63BE66AE-7978-9D00-867F-B2B81533ED15}"/>
              </a:ext>
            </a:extLst>
          </p:cNvPr>
          <p:cNvSpPr/>
          <p:nvPr/>
        </p:nvSpPr>
        <p:spPr>
          <a:xfrm>
            <a:off x="8444484" y="4843834"/>
            <a:ext cx="2816352" cy="210312"/>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1F2D3D"/>
                </a:solidFill>
                <a:latin typeface="Aptos" pitchFamily="34" charset="0"/>
                <a:ea typeface="Aptos" pitchFamily="34" charset="-122"/>
                <a:cs typeface="Aptos" pitchFamily="34" charset="-120"/>
              </a:rPr>
              <a:t>Used by CFP </a:t>
            </a:r>
            <a:r>
              <a:rPr lang="en-US" sz="800" err="1">
                <a:solidFill>
                  <a:srgbClr val="1F2D3D"/>
                </a:solidFill>
                <a:latin typeface="Aptos" pitchFamily="34" charset="0"/>
                <a:ea typeface="Aptos" pitchFamily="34" charset="-122"/>
                <a:cs typeface="Aptos" pitchFamily="34" charset="-120"/>
              </a:rPr>
              <a:t>CloudPages</a:t>
            </a:r>
            <a:r>
              <a:rPr lang="en-US" sz="800">
                <a:solidFill>
                  <a:srgbClr val="1F2D3D"/>
                </a:solidFill>
                <a:latin typeface="Aptos" pitchFamily="34" charset="0"/>
                <a:ea typeface="Aptos" pitchFamily="34" charset="-122"/>
                <a:cs typeface="Aptos" pitchFamily="34" charset="-120"/>
              </a:rPr>
              <a:t> and for all Journey-related operations, including triggering, updating, and stopping Journeys.</a:t>
            </a:r>
          </a:p>
        </p:txBody>
      </p:sp>
      <p:sp>
        <p:nvSpPr>
          <p:cNvPr id="85" name="Text 39">
            <a:extLst>
              <a:ext uri="{FF2B5EF4-FFF2-40B4-BE49-F238E27FC236}">
                <a16:creationId xmlns:a16="http://schemas.microsoft.com/office/drawing/2014/main" id="{E617874A-FC8B-B019-4F8D-9D584DACC7E5}"/>
              </a:ext>
            </a:extLst>
          </p:cNvPr>
          <p:cNvSpPr/>
          <p:nvPr/>
        </p:nvSpPr>
        <p:spPr>
          <a:xfrm>
            <a:off x="8444484" y="5316925"/>
            <a:ext cx="2816352" cy="210312"/>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1F2D3D"/>
                </a:solidFill>
                <a:latin typeface="Aptos" pitchFamily="34" charset="0"/>
                <a:ea typeface="Aptos" pitchFamily="34" charset="-122"/>
                <a:cs typeface="Aptos" pitchFamily="34" charset="-120"/>
              </a:rPr>
              <a:t>Centralized API package used across the UAT environment for integrations, data operations, and Journey execution.</a:t>
            </a:r>
            <a:endParaRPr lang="en-US" sz="800"/>
          </a:p>
        </p:txBody>
      </p:sp>
      <p:sp>
        <p:nvSpPr>
          <p:cNvPr id="88" name="Text 39">
            <a:extLst>
              <a:ext uri="{FF2B5EF4-FFF2-40B4-BE49-F238E27FC236}">
                <a16:creationId xmlns:a16="http://schemas.microsoft.com/office/drawing/2014/main" id="{44CE26E8-E006-3F98-B525-092A08107953}"/>
              </a:ext>
            </a:extLst>
          </p:cNvPr>
          <p:cNvSpPr/>
          <p:nvPr/>
        </p:nvSpPr>
        <p:spPr>
          <a:xfrm>
            <a:off x="8432342" y="3878269"/>
            <a:ext cx="2816352" cy="210312"/>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00">
                <a:solidFill>
                  <a:srgbClr val="1F2D3D"/>
                </a:solidFill>
                <a:latin typeface="Aptos" pitchFamily="34" charset="0"/>
                <a:ea typeface="Aptos" pitchFamily="34" charset="-122"/>
                <a:cs typeface="Aptos" pitchFamily="34" charset="-120"/>
              </a:rPr>
              <a:t>Used by the CRMA team to support Tableau CRM and Einstein Discovery analytics capabilities.</a:t>
            </a:r>
            <a:endParaRPr lang="en-US" sz="800"/>
          </a:p>
        </p:txBody>
      </p:sp>
    </p:spTree>
    <p:extLst>
      <p:ext uri="{BB962C8B-B14F-4D97-AF65-F5344CB8AC3E}">
        <p14:creationId xmlns:p14="http://schemas.microsoft.com/office/powerpoint/2010/main" val="4040569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53C9-27C2-7D83-E60B-3638916E811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8E87708-5B67-2D57-8A82-1FFB1FF770F2}"/>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5" name="Shape 2">
            <a:extLst>
              <a:ext uri="{FF2B5EF4-FFF2-40B4-BE49-F238E27FC236}">
                <a16:creationId xmlns:a16="http://schemas.microsoft.com/office/drawing/2014/main" id="{AD0DD46D-1A3B-3CBE-ACAD-3ECAC8FCFE77}"/>
              </a:ext>
            </a:extLst>
          </p:cNvPr>
          <p:cNvSpPr/>
          <p:nvPr/>
        </p:nvSpPr>
        <p:spPr>
          <a:xfrm>
            <a:off x="742188" y="1084072"/>
            <a:ext cx="2788920" cy="292608"/>
          </a:xfrm>
          <a:prstGeom prst="roundRect">
            <a:avLst>
              <a:gd name="adj" fmla="val 25000"/>
            </a:avLst>
          </a:prstGeom>
          <a:solidFill>
            <a:srgbClr val="EAF3FB"/>
          </a:solidFill>
          <a:ln w="12700">
            <a:solidFill>
              <a:srgbClr val="EAF3FB"/>
            </a:solidFill>
            <a:prstDash val="solid"/>
          </a:ln>
        </p:spPr>
        <p:txBody>
          <a:bodyPr/>
          <a:lstStyle/>
          <a:p>
            <a:endParaRPr lang="en-US"/>
          </a:p>
        </p:txBody>
      </p:sp>
      <p:sp>
        <p:nvSpPr>
          <p:cNvPr id="7" name="Text 3">
            <a:extLst>
              <a:ext uri="{FF2B5EF4-FFF2-40B4-BE49-F238E27FC236}">
                <a16:creationId xmlns:a16="http://schemas.microsoft.com/office/drawing/2014/main" id="{57F3A53B-ADDC-B4C7-2C88-FBA30020ACC5}"/>
              </a:ext>
            </a:extLst>
          </p:cNvPr>
          <p:cNvSpPr/>
          <p:nvPr/>
        </p:nvSpPr>
        <p:spPr>
          <a:xfrm>
            <a:off x="778764" y="1111504"/>
            <a:ext cx="2715768" cy="237744"/>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a:solidFill>
                  <a:srgbClr val="16365C"/>
                </a:solidFill>
                <a:latin typeface="Aptos" pitchFamily="34" charset="0"/>
                <a:ea typeface="Aptos" pitchFamily="34" charset="-122"/>
                <a:cs typeface="Aptos" pitchFamily="34" charset="-120"/>
              </a:rPr>
              <a:t>Marketing communications</a:t>
            </a:r>
            <a:endParaRPr lang="en-US" sz="1050"/>
          </a:p>
        </p:txBody>
      </p:sp>
      <p:sp>
        <p:nvSpPr>
          <p:cNvPr id="40" name="Title 39">
            <a:extLst>
              <a:ext uri="{FF2B5EF4-FFF2-40B4-BE49-F238E27FC236}">
                <a16:creationId xmlns:a16="http://schemas.microsoft.com/office/drawing/2014/main" id="{EFFCB17F-5C5E-0580-29C3-48685308E10B}"/>
              </a:ext>
            </a:extLst>
          </p:cNvPr>
          <p:cNvSpPr>
            <a:spLocks noGrp="1"/>
          </p:cNvSpPr>
          <p:nvPr>
            <p:ph type="title"/>
          </p:nvPr>
        </p:nvSpPr>
        <p:spPr/>
        <p:txBody>
          <a:bodyPr/>
          <a:lstStyle/>
          <a:p>
            <a:r>
              <a:rPr lang="en-GB"/>
              <a:t>Sending Setup</a:t>
            </a:r>
            <a:endParaRPr lang="en-US"/>
          </a:p>
        </p:txBody>
      </p:sp>
      <p:sp>
        <p:nvSpPr>
          <p:cNvPr id="45" name="Rectangle: Rounded Corners 44">
            <a:extLst>
              <a:ext uri="{FF2B5EF4-FFF2-40B4-BE49-F238E27FC236}">
                <a16:creationId xmlns:a16="http://schemas.microsoft.com/office/drawing/2014/main" id="{536E9A9C-9836-4008-1D27-1515C12EC119}"/>
              </a:ext>
            </a:extLst>
          </p:cNvPr>
          <p:cNvSpPr/>
          <p:nvPr/>
        </p:nvSpPr>
        <p:spPr>
          <a:xfrm>
            <a:off x="815340" y="1597785"/>
            <a:ext cx="2679192" cy="438484"/>
          </a:xfrm>
          <a:prstGeom prst="roundRect">
            <a:avLst>
              <a:gd name="adj" fmla="val 5814"/>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500">
                <a:solidFill>
                  <a:schemeClr val="bg1"/>
                </a:solidFill>
              </a:rPr>
              <a:t>1,500 Sender Partner Profiles</a:t>
            </a:r>
            <a:endParaRPr lang="en-US" sz="1500" err="1">
              <a:solidFill>
                <a:schemeClr val="bg1"/>
              </a:solidFill>
            </a:endParaRPr>
          </a:p>
        </p:txBody>
      </p:sp>
      <p:pic>
        <p:nvPicPr>
          <p:cNvPr id="49" name="Picture 48">
            <a:extLst>
              <a:ext uri="{FF2B5EF4-FFF2-40B4-BE49-F238E27FC236}">
                <a16:creationId xmlns:a16="http://schemas.microsoft.com/office/drawing/2014/main" id="{1DFE0398-CF9E-C667-322A-DE749EAEE40A}"/>
              </a:ext>
            </a:extLst>
          </p:cNvPr>
          <p:cNvPicPr>
            <a:picLocks noChangeAspect="1"/>
          </p:cNvPicPr>
          <p:nvPr/>
        </p:nvPicPr>
        <p:blipFill>
          <a:blip r:embed="rId3"/>
          <a:stretch>
            <a:fillRect/>
          </a:stretch>
        </p:blipFill>
        <p:spPr>
          <a:xfrm>
            <a:off x="8213240" y="1084072"/>
            <a:ext cx="3774021" cy="4155663"/>
          </a:xfrm>
          <a:prstGeom prst="rect">
            <a:avLst/>
          </a:prstGeom>
        </p:spPr>
      </p:pic>
      <p:sp>
        <p:nvSpPr>
          <p:cNvPr id="51" name="Rectangle: Rounded Corners 50">
            <a:extLst>
              <a:ext uri="{FF2B5EF4-FFF2-40B4-BE49-F238E27FC236}">
                <a16:creationId xmlns:a16="http://schemas.microsoft.com/office/drawing/2014/main" id="{DA9F0F74-BD46-33A3-813F-537A0471919F}"/>
              </a:ext>
            </a:extLst>
          </p:cNvPr>
          <p:cNvSpPr/>
          <p:nvPr/>
        </p:nvSpPr>
        <p:spPr>
          <a:xfrm>
            <a:off x="815340" y="2183969"/>
            <a:ext cx="2679192" cy="438484"/>
          </a:xfrm>
          <a:prstGeom prst="roundRect">
            <a:avLst>
              <a:gd name="adj" fmla="val 5814"/>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500">
                <a:solidFill>
                  <a:schemeClr val="bg1"/>
                </a:solidFill>
              </a:rPr>
              <a:t>2 Send Classifications</a:t>
            </a:r>
            <a:endParaRPr lang="en-US" sz="1500" err="1">
              <a:solidFill>
                <a:schemeClr val="bg1"/>
              </a:solidFill>
            </a:endParaRPr>
          </a:p>
        </p:txBody>
      </p:sp>
      <p:sp>
        <p:nvSpPr>
          <p:cNvPr id="53" name="Rectangle: Rounded Corners 52">
            <a:extLst>
              <a:ext uri="{FF2B5EF4-FFF2-40B4-BE49-F238E27FC236}">
                <a16:creationId xmlns:a16="http://schemas.microsoft.com/office/drawing/2014/main" id="{2DBC7059-59E6-0AE3-724A-5E8486471FFF}"/>
              </a:ext>
            </a:extLst>
          </p:cNvPr>
          <p:cNvSpPr/>
          <p:nvPr/>
        </p:nvSpPr>
        <p:spPr>
          <a:xfrm>
            <a:off x="815340" y="2741325"/>
            <a:ext cx="2679192" cy="438484"/>
          </a:xfrm>
          <a:prstGeom prst="roundRect">
            <a:avLst>
              <a:gd name="adj" fmla="val 5814"/>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GB" sz="1500">
                <a:solidFill>
                  <a:schemeClr val="bg1"/>
                </a:solidFill>
              </a:rPr>
              <a:t>1 Delivery Profile</a:t>
            </a:r>
            <a:endParaRPr lang="en-US" sz="1500" err="1">
              <a:solidFill>
                <a:schemeClr val="bg1"/>
              </a:solidFill>
            </a:endParaRPr>
          </a:p>
        </p:txBody>
      </p:sp>
    </p:spTree>
    <p:extLst>
      <p:ext uri="{BB962C8B-B14F-4D97-AF65-F5344CB8AC3E}">
        <p14:creationId xmlns:p14="http://schemas.microsoft.com/office/powerpoint/2010/main" val="810422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9813B-FE4C-877C-F9A8-5A4EB71159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E3AF8A24-4C03-F4A2-BF9F-809198C146A8}"/>
              </a:ext>
            </a:extLst>
          </p:cNvPr>
          <p:cNvSpPr>
            <a:spLocks noGrp="1"/>
          </p:cNvSpPr>
          <p:nvPr>
            <p:ph type="title"/>
          </p:nvPr>
        </p:nvSpPr>
        <p:spPr>
          <a:xfrm>
            <a:off x="881633" y="444611"/>
            <a:ext cx="10204450" cy="533400"/>
          </a:xfrm>
        </p:spPr>
        <p:txBody>
          <a:bodyPr/>
          <a:lstStyle/>
          <a:p>
            <a:r>
              <a:rPr lang="en-GB"/>
              <a:t>Platform Integrations</a:t>
            </a:r>
          </a:p>
        </p:txBody>
      </p:sp>
      <p:sp>
        <p:nvSpPr>
          <p:cNvPr id="4" name="TextBox 3">
            <a:extLst>
              <a:ext uri="{FF2B5EF4-FFF2-40B4-BE49-F238E27FC236}">
                <a16:creationId xmlns:a16="http://schemas.microsoft.com/office/drawing/2014/main" id="{CF97CBE4-F799-E823-A353-515D76DE7E23}"/>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2" name="Shape 2">
            <a:extLst>
              <a:ext uri="{FF2B5EF4-FFF2-40B4-BE49-F238E27FC236}">
                <a16:creationId xmlns:a16="http://schemas.microsoft.com/office/drawing/2014/main" id="{A8A31585-673C-C60A-12E9-BE54CD0DA05E}"/>
              </a:ext>
            </a:extLst>
          </p:cNvPr>
          <p:cNvSpPr/>
          <p:nvPr/>
        </p:nvSpPr>
        <p:spPr>
          <a:xfrm>
            <a:off x="673608" y="1073974"/>
            <a:ext cx="169164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5" name="Text 3">
            <a:extLst>
              <a:ext uri="{FF2B5EF4-FFF2-40B4-BE49-F238E27FC236}">
                <a16:creationId xmlns:a16="http://schemas.microsoft.com/office/drawing/2014/main" id="{147057DF-9020-5A96-7FE7-DB6E8809871A}"/>
              </a:ext>
            </a:extLst>
          </p:cNvPr>
          <p:cNvSpPr/>
          <p:nvPr/>
        </p:nvSpPr>
        <p:spPr>
          <a:xfrm>
            <a:off x="710184" y="1101406"/>
            <a:ext cx="1618488"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a:solidFill>
                  <a:srgbClr val="16365C"/>
                </a:solidFill>
                <a:latin typeface="Aptos" pitchFamily="34" charset="0"/>
                <a:ea typeface="Aptos" pitchFamily="34" charset="-122"/>
                <a:cs typeface="Aptos" pitchFamily="34" charset="-120"/>
              </a:rPr>
              <a:t>Source systems</a:t>
            </a:r>
            <a:endParaRPr lang="en-US" sz="1050"/>
          </a:p>
        </p:txBody>
      </p:sp>
      <p:sp>
        <p:nvSpPr>
          <p:cNvPr id="7" name="Shape 4">
            <a:extLst>
              <a:ext uri="{FF2B5EF4-FFF2-40B4-BE49-F238E27FC236}">
                <a16:creationId xmlns:a16="http://schemas.microsoft.com/office/drawing/2014/main" id="{75C64773-FBE1-E5B5-9F61-34515F181D39}"/>
              </a:ext>
            </a:extLst>
          </p:cNvPr>
          <p:cNvSpPr/>
          <p:nvPr/>
        </p:nvSpPr>
        <p:spPr>
          <a:xfrm>
            <a:off x="2804160" y="1073974"/>
            <a:ext cx="192024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8" name="Text 5">
            <a:extLst>
              <a:ext uri="{FF2B5EF4-FFF2-40B4-BE49-F238E27FC236}">
                <a16:creationId xmlns:a16="http://schemas.microsoft.com/office/drawing/2014/main" id="{4F908122-D8C8-D453-2577-FCEDD81B13A3}"/>
              </a:ext>
            </a:extLst>
          </p:cNvPr>
          <p:cNvSpPr/>
          <p:nvPr/>
        </p:nvSpPr>
        <p:spPr>
          <a:xfrm>
            <a:off x="2840736" y="1101406"/>
            <a:ext cx="1847088"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a:solidFill>
                  <a:srgbClr val="16365C"/>
                </a:solidFill>
                <a:latin typeface="Aptos" pitchFamily="34" charset="0"/>
                <a:ea typeface="Aptos" pitchFamily="34" charset="-122"/>
                <a:cs typeface="Aptos" pitchFamily="34" charset="-120"/>
              </a:rPr>
              <a:t>Integration services</a:t>
            </a:r>
            <a:endParaRPr lang="en-US" sz="1050"/>
          </a:p>
        </p:txBody>
      </p:sp>
      <p:sp>
        <p:nvSpPr>
          <p:cNvPr id="9" name="Shape 6">
            <a:extLst>
              <a:ext uri="{FF2B5EF4-FFF2-40B4-BE49-F238E27FC236}">
                <a16:creationId xmlns:a16="http://schemas.microsoft.com/office/drawing/2014/main" id="{1DEB7DB3-619F-7630-269C-5149A1FC8490}"/>
              </a:ext>
            </a:extLst>
          </p:cNvPr>
          <p:cNvSpPr/>
          <p:nvPr/>
        </p:nvSpPr>
        <p:spPr>
          <a:xfrm>
            <a:off x="5181600" y="1073974"/>
            <a:ext cx="182880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11" name="Text 7">
            <a:extLst>
              <a:ext uri="{FF2B5EF4-FFF2-40B4-BE49-F238E27FC236}">
                <a16:creationId xmlns:a16="http://schemas.microsoft.com/office/drawing/2014/main" id="{AEC5E039-6445-8F0D-9F16-B5C07AE3DDAD}"/>
              </a:ext>
            </a:extLst>
          </p:cNvPr>
          <p:cNvSpPr/>
          <p:nvPr/>
        </p:nvSpPr>
        <p:spPr>
          <a:xfrm>
            <a:off x="5218176" y="1101406"/>
            <a:ext cx="1755648"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a:solidFill>
                  <a:srgbClr val="16365C"/>
                </a:solidFill>
                <a:latin typeface="Aptos" pitchFamily="34" charset="0"/>
                <a:ea typeface="Aptos" pitchFamily="34" charset="-122"/>
                <a:cs typeface="Aptos" pitchFamily="34" charset="-120"/>
              </a:rPr>
              <a:t>SFMC data layer</a:t>
            </a:r>
            <a:endParaRPr lang="en-US" sz="1050"/>
          </a:p>
        </p:txBody>
      </p:sp>
      <p:sp>
        <p:nvSpPr>
          <p:cNvPr id="12" name="Shape 8">
            <a:extLst>
              <a:ext uri="{FF2B5EF4-FFF2-40B4-BE49-F238E27FC236}">
                <a16:creationId xmlns:a16="http://schemas.microsoft.com/office/drawing/2014/main" id="{73DA9ABB-8473-C9CE-B1E6-110C02A1D37B}"/>
              </a:ext>
            </a:extLst>
          </p:cNvPr>
          <p:cNvSpPr/>
          <p:nvPr/>
        </p:nvSpPr>
        <p:spPr>
          <a:xfrm>
            <a:off x="7330440" y="1073974"/>
            <a:ext cx="182880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13" name="Text 9">
            <a:extLst>
              <a:ext uri="{FF2B5EF4-FFF2-40B4-BE49-F238E27FC236}">
                <a16:creationId xmlns:a16="http://schemas.microsoft.com/office/drawing/2014/main" id="{1720414A-6D85-8ADD-90B3-ACFB51DF946B}"/>
              </a:ext>
            </a:extLst>
          </p:cNvPr>
          <p:cNvSpPr/>
          <p:nvPr/>
        </p:nvSpPr>
        <p:spPr>
          <a:xfrm>
            <a:off x="7367016" y="1101406"/>
            <a:ext cx="1755648"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a:solidFill>
                  <a:srgbClr val="16365C"/>
                </a:solidFill>
                <a:latin typeface="Aptos" pitchFamily="34" charset="0"/>
                <a:ea typeface="Aptos" pitchFamily="34" charset="-122"/>
                <a:cs typeface="Aptos" pitchFamily="34" charset="-120"/>
              </a:rPr>
              <a:t>Processing layer</a:t>
            </a:r>
            <a:endParaRPr lang="en-US" sz="1050"/>
          </a:p>
        </p:txBody>
      </p:sp>
      <p:sp>
        <p:nvSpPr>
          <p:cNvPr id="14" name="Shape 10">
            <a:extLst>
              <a:ext uri="{FF2B5EF4-FFF2-40B4-BE49-F238E27FC236}">
                <a16:creationId xmlns:a16="http://schemas.microsoft.com/office/drawing/2014/main" id="{88D68A64-1B1F-285C-4E84-CF40AA2B0E2E}"/>
              </a:ext>
            </a:extLst>
          </p:cNvPr>
          <p:cNvSpPr/>
          <p:nvPr/>
        </p:nvSpPr>
        <p:spPr>
          <a:xfrm>
            <a:off x="9753600" y="1073974"/>
            <a:ext cx="178308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15" name="Text 11">
            <a:extLst>
              <a:ext uri="{FF2B5EF4-FFF2-40B4-BE49-F238E27FC236}">
                <a16:creationId xmlns:a16="http://schemas.microsoft.com/office/drawing/2014/main" id="{B33E0C13-4870-F84B-B8BE-D6FD0499BC5D}"/>
              </a:ext>
            </a:extLst>
          </p:cNvPr>
          <p:cNvSpPr/>
          <p:nvPr/>
        </p:nvSpPr>
        <p:spPr>
          <a:xfrm>
            <a:off x="9790176" y="1101406"/>
            <a:ext cx="1709928"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50" b="1">
                <a:solidFill>
                  <a:srgbClr val="16365C"/>
                </a:solidFill>
                <a:latin typeface="Aptos" pitchFamily="34" charset="0"/>
                <a:ea typeface="Aptos" pitchFamily="34" charset="-122"/>
                <a:cs typeface="Aptos" pitchFamily="34" charset="-120"/>
              </a:rPr>
              <a:t>Execution / Ops</a:t>
            </a:r>
            <a:endParaRPr lang="en-US" sz="1050"/>
          </a:p>
        </p:txBody>
      </p:sp>
      <p:sp>
        <p:nvSpPr>
          <p:cNvPr id="16" name="Shape 12">
            <a:extLst>
              <a:ext uri="{FF2B5EF4-FFF2-40B4-BE49-F238E27FC236}">
                <a16:creationId xmlns:a16="http://schemas.microsoft.com/office/drawing/2014/main" id="{E072A1A1-A24A-31D1-EA7E-4E1D4746C430}"/>
              </a:ext>
            </a:extLst>
          </p:cNvPr>
          <p:cNvSpPr/>
          <p:nvPr/>
        </p:nvSpPr>
        <p:spPr>
          <a:xfrm>
            <a:off x="673608" y="1659190"/>
            <a:ext cx="1609344" cy="347472"/>
          </a:xfrm>
          <a:prstGeom prst="roundRect">
            <a:avLst>
              <a:gd name="adj" fmla="val 21053"/>
            </a:avLst>
          </a:prstGeom>
          <a:solidFill>
            <a:srgbClr val="D9EAF7"/>
          </a:solidFill>
          <a:ln w="12700">
            <a:solidFill>
              <a:srgbClr val="2F75B5"/>
            </a:solidFill>
            <a:prstDash val="solid"/>
          </a:ln>
        </p:spPr>
        <p:txBody>
          <a:bodyPr/>
          <a:lstStyle/>
          <a:p>
            <a:endParaRPr lang="en-US"/>
          </a:p>
        </p:txBody>
      </p:sp>
      <p:sp>
        <p:nvSpPr>
          <p:cNvPr id="17" name="Text 13">
            <a:extLst>
              <a:ext uri="{FF2B5EF4-FFF2-40B4-BE49-F238E27FC236}">
                <a16:creationId xmlns:a16="http://schemas.microsoft.com/office/drawing/2014/main" id="{F1CDBECF-D4C4-DA60-B62B-AA0C6770320C}"/>
              </a:ext>
            </a:extLst>
          </p:cNvPr>
          <p:cNvSpPr/>
          <p:nvPr/>
        </p:nvSpPr>
        <p:spPr>
          <a:xfrm>
            <a:off x="728472" y="1704910"/>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Sales Cloud</a:t>
            </a:r>
            <a:endParaRPr lang="en-US" sz="1120"/>
          </a:p>
        </p:txBody>
      </p:sp>
      <p:sp>
        <p:nvSpPr>
          <p:cNvPr id="18" name="Shape 14">
            <a:extLst>
              <a:ext uri="{FF2B5EF4-FFF2-40B4-BE49-F238E27FC236}">
                <a16:creationId xmlns:a16="http://schemas.microsoft.com/office/drawing/2014/main" id="{82FCCEDE-6D25-4F84-205D-8FEB3F76BE53}"/>
              </a:ext>
            </a:extLst>
          </p:cNvPr>
          <p:cNvSpPr/>
          <p:nvPr/>
        </p:nvSpPr>
        <p:spPr>
          <a:xfrm>
            <a:off x="673608" y="2189542"/>
            <a:ext cx="1609344" cy="347472"/>
          </a:xfrm>
          <a:prstGeom prst="roundRect">
            <a:avLst>
              <a:gd name="adj" fmla="val 21053"/>
            </a:avLst>
          </a:prstGeom>
          <a:solidFill>
            <a:srgbClr val="D9EAF7"/>
          </a:solidFill>
          <a:ln w="12700">
            <a:solidFill>
              <a:srgbClr val="2F75B5"/>
            </a:solidFill>
            <a:prstDash val="solid"/>
          </a:ln>
        </p:spPr>
        <p:txBody>
          <a:bodyPr/>
          <a:lstStyle/>
          <a:p>
            <a:endParaRPr lang="en-US"/>
          </a:p>
        </p:txBody>
      </p:sp>
      <p:sp>
        <p:nvSpPr>
          <p:cNvPr id="19" name="Text 15">
            <a:extLst>
              <a:ext uri="{FF2B5EF4-FFF2-40B4-BE49-F238E27FC236}">
                <a16:creationId xmlns:a16="http://schemas.microsoft.com/office/drawing/2014/main" id="{83609CD3-0BD1-6498-0BF6-43A3036E45EF}"/>
              </a:ext>
            </a:extLst>
          </p:cNvPr>
          <p:cNvSpPr/>
          <p:nvPr/>
        </p:nvSpPr>
        <p:spPr>
          <a:xfrm>
            <a:off x="728472" y="2235262"/>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Data 360</a:t>
            </a:r>
            <a:endParaRPr lang="en-US" sz="1120"/>
          </a:p>
        </p:txBody>
      </p:sp>
      <p:sp>
        <p:nvSpPr>
          <p:cNvPr id="20" name="Shape 16">
            <a:extLst>
              <a:ext uri="{FF2B5EF4-FFF2-40B4-BE49-F238E27FC236}">
                <a16:creationId xmlns:a16="http://schemas.microsoft.com/office/drawing/2014/main" id="{1369D9FA-5EBD-384D-BC7A-C00DC4EA52A9}"/>
              </a:ext>
            </a:extLst>
          </p:cNvPr>
          <p:cNvSpPr/>
          <p:nvPr/>
        </p:nvSpPr>
        <p:spPr>
          <a:xfrm>
            <a:off x="673608" y="2719894"/>
            <a:ext cx="1609344" cy="347472"/>
          </a:xfrm>
          <a:prstGeom prst="roundRect">
            <a:avLst>
              <a:gd name="adj" fmla="val 21053"/>
            </a:avLst>
          </a:prstGeom>
          <a:solidFill>
            <a:srgbClr val="D9EAF7"/>
          </a:solidFill>
          <a:ln w="12700">
            <a:solidFill>
              <a:srgbClr val="2F75B5"/>
            </a:solidFill>
            <a:prstDash val="solid"/>
          </a:ln>
        </p:spPr>
        <p:txBody>
          <a:bodyPr/>
          <a:lstStyle/>
          <a:p>
            <a:endParaRPr lang="en-US"/>
          </a:p>
        </p:txBody>
      </p:sp>
      <p:sp>
        <p:nvSpPr>
          <p:cNvPr id="21" name="Text 17">
            <a:extLst>
              <a:ext uri="{FF2B5EF4-FFF2-40B4-BE49-F238E27FC236}">
                <a16:creationId xmlns:a16="http://schemas.microsoft.com/office/drawing/2014/main" id="{1DA1AC88-7848-A0F2-75B3-FE345B3505DF}"/>
              </a:ext>
            </a:extLst>
          </p:cNvPr>
          <p:cNvSpPr/>
          <p:nvPr/>
        </p:nvSpPr>
        <p:spPr>
          <a:xfrm>
            <a:off x="728472" y="2765614"/>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Website forms</a:t>
            </a:r>
            <a:endParaRPr lang="en-US" sz="1120"/>
          </a:p>
        </p:txBody>
      </p:sp>
      <p:sp>
        <p:nvSpPr>
          <p:cNvPr id="24" name="Shape 20">
            <a:extLst>
              <a:ext uri="{FF2B5EF4-FFF2-40B4-BE49-F238E27FC236}">
                <a16:creationId xmlns:a16="http://schemas.microsoft.com/office/drawing/2014/main" id="{F178F3F8-8AA1-6708-0221-8270ABBAFB90}"/>
              </a:ext>
            </a:extLst>
          </p:cNvPr>
          <p:cNvSpPr/>
          <p:nvPr/>
        </p:nvSpPr>
        <p:spPr>
          <a:xfrm>
            <a:off x="2831868" y="1659190"/>
            <a:ext cx="1609344" cy="347472"/>
          </a:xfrm>
          <a:prstGeom prst="roundRect">
            <a:avLst>
              <a:gd name="adj" fmla="val 21053"/>
            </a:avLst>
          </a:prstGeom>
          <a:solidFill>
            <a:srgbClr val="EADCF8"/>
          </a:solidFill>
          <a:ln w="12700">
            <a:solidFill>
              <a:srgbClr val="7030A0"/>
            </a:solidFill>
            <a:prstDash val="solid"/>
          </a:ln>
        </p:spPr>
        <p:txBody>
          <a:bodyPr/>
          <a:lstStyle/>
          <a:p>
            <a:endParaRPr lang="en-US"/>
          </a:p>
        </p:txBody>
      </p:sp>
      <p:sp>
        <p:nvSpPr>
          <p:cNvPr id="25" name="Text 21">
            <a:extLst>
              <a:ext uri="{FF2B5EF4-FFF2-40B4-BE49-F238E27FC236}">
                <a16:creationId xmlns:a16="http://schemas.microsoft.com/office/drawing/2014/main" id="{E98CA5D5-DBAD-0D93-EC26-CD73C67C10F8}"/>
              </a:ext>
            </a:extLst>
          </p:cNvPr>
          <p:cNvSpPr/>
          <p:nvPr/>
        </p:nvSpPr>
        <p:spPr>
          <a:xfrm>
            <a:off x="2886732" y="1704910"/>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MC Connect</a:t>
            </a:r>
            <a:endParaRPr lang="en-US" sz="1120"/>
          </a:p>
        </p:txBody>
      </p:sp>
      <p:sp>
        <p:nvSpPr>
          <p:cNvPr id="26" name="Shape 22">
            <a:extLst>
              <a:ext uri="{FF2B5EF4-FFF2-40B4-BE49-F238E27FC236}">
                <a16:creationId xmlns:a16="http://schemas.microsoft.com/office/drawing/2014/main" id="{E8441D94-A997-8DFD-96D0-017F7B968E52}"/>
              </a:ext>
            </a:extLst>
          </p:cNvPr>
          <p:cNvSpPr/>
          <p:nvPr/>
        </p:nvSpPr>
        <p:spPr>
          <a:xfrm>
            <a:off x="2831868" y="2189542"/>
            <a:ext cx="1609344" cy="347472"/>
          </a:xfrm>
          <a:prstGeom prst="roundRect">
            <a:avLst>
              <a:gd name="adj" fmla="val 21053"/>
            </a:avLst>
          </a:prstGeom>
          <a:solidFill>
            <a:srgbClr val="EADCF8"/>
          </a:solidFill>
          <a:ln w="12700">
            <a:solidFill>
              <a:srgbClr val="7030A0"/>
            </a:solidFill>
            <a:prstDash val="solid"/>
          </a:ln>
        </p:spPr>
        <p:txBody>
          <a:bodyPr/>
          <a:lstStyle/>
          <a:p>
            <a:endParaRPr lang="en-US"/>
          </a:p>
        </p:txBody>
      </p:sp>
      <p:sp>
        <p:nvSpPr>
          <p:cNvPr id="27" name="Text 23">
            <a:extLst>
              <a:ext uri="{FF2B5EF4-FFF2-40B4-BE49-F238E27FC236}">
                <a16:creationId xmlns:a16="http://schemas.microsoft.com/office/drawing/2014/main" id="{9B0CF3E5-9B18-61ED-BF4C-042C794EEB3E}"/>
              </a:ext>
            </a:extLst>
          </p:cNvPr>
          <p:cNvSpPr/>
          <p:nvPr/>
        </p:nvSpPr>
        <p:spPr>
          <a:xfrm>
            <a:off x="2886732" y="2235262"/>
            <a:ext cx="1499616" cy="228600"/>
          </a:xfrm>
          <a:prstGeom prst="rect">
            <a:avLst/>
          </a:prstGeom>
          <a:noFill/>
          <a:ln/>
        </p:spPr>
        <p:txBody>
          <a:bodyPr wrap="square" lIns="0" tIns="0" rIns="0" bIns="0" rtlCol="0" anchor="ctr">
            <a:normAutofit fontScale="77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Marketing Cloud Engagement Connection</a:t>
            </a:r>
            <a:endParaRPr lang="en-US" sz="1120"/>
          </a:p>
        </p:txBody>
      </p:sp>
      <p:sp>
        <p:nvSpPr>
          <p:cNvPr id="28" name="Shape 24">
            <a:extLst>
              <a:ext uri="{FF2B5EF4-FFF2-40B4-BE49-F238E27FC236}">
                <a16:creationId xmlns:a16="http://schemas.microsoft.com/office/drawing/2014/main" id="{041FC388-6907-7A84-C557-36D97CCD8911}"/>
              </a:ext>
            </a:extLst>
          </p:cNvPr>
          <p:cNvSpPr/>
          <p:nvPr/>
        </p:nvSpPr>
        <p:spPr>
          <a:xfrm>
            <a:off x="2831868" y="2719894"/>
            <a:ext cx="1609344" cy="347472"/>
          </a:xfrm>
          <a:prstGeom prst="roundRect">
            <a:avLst>
              <a:gd name="adj" fmla="val 21053"/>
            </a:avLst>
          </a:prstGeom>
          <a:solidFill>
            <a:srgbClr val="EADCF8"/>
          </a:solidFill>
          <a:ln w="12700">
            <a:solidFill>
              <a:srgbClr val="7030A0"/>
            </a:solidFill>
            <a:prstDash val="solid"/>
          </a:ln>
        </p:spPr>
        <p:txBody>
          <a:bodyPr/>
          <a:lstStyle/>
          <a:p>
            <a:endParaRPr lang="en-US"/>
          </a:p>
        </p:txBody>
      </p:sp>
      <p:sp>
        <p:nvSpPr>
          <p:cNvPr id="29" name="Text 25">
            <a:extLst>
              <a:ext uri="{FF2B5EF4-FFF2-40B4-BE49-F238E27FC236}">
                <a16:creationId xmlns:a16="http://schemas.microsoft.com/office/drawing/2014/main" id="{2816001C-A2D5-D5FB-7046-29AD86B66509}"/>
              </a:ext>
            </a:extLst>
          </p:cNvPr>
          <p:cNvSpPr/>
          <p:nvPr/>
        </p:nvSpPr>
        <p:spPr>
          <a:xfrm>
            <a:off x="2886732" y="2765614"/>
            <a:ext cx="1499616" cy="228600"/>
          </a:xfrm>
          <a:prstGeom prst="rect">
            <a:avLst/>
          </a:prstGeom>
          <a:noFill/>
          <a:ln/>
        </p:spPr>
        <p:txBody>
          <a:bodyPr wrap="square" lIns="0" tIns="0" rIns="0" bIns="0" rtlCol="0" anchor="ctr">
            <a:normAutofit fontScale="925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Centralized Form Processor</a:t>
            </a:r>
            <a:endParaRPr lang="en-US" sz="1120"/>
          </a:p>
        </p:txBody>
      </p:sp>
      <p:sp>
        <p:nvSpPr>
          <p:cNvPr id="32" name="Shape 28">
            <a:extLst>
              <a:ext uri="{FF2B5EF4-FFF2-40B4-BE49-F238E27FC236}">
                <a16:creationId xmlns:a16="http://schemas.microsoft.com/office/drawing/2014/main" id="{023F85EF-39E1-3F53-A01B-6A275BD2C20F}"/>
              </a:ext>
            </a:extLst>
          </p:cNvPr>
          <p:cNvSpPr/>
          <p:nvPr/>
        </p:nvSpPr>
        <p:spPr>
          <a:xfrm>
            <a:off x="5181600" y="1659190"/>
            <a:ext cx="1609344" cy="347472"/>
          </a:xfrm>
          <a:prstGeom prst="roundRect">
            <a:avLst>
              <a:gd name="adj" fmla="val 21053"/>
            </a:avLst>
          </a:prstGeom>
          <a:solidFill>
            <a:srgbClr val="E2F0D9"/>
          </a:solidFill>
          <a:ln w="12700">
            <a:solidFill>
              <a:srgbClr val="70AD47"/>
            </a:solidFill>
            <a:prstDash val="solid"/>
          </a:ln>
        </p:spPr>
        <p:txBody>
          <a:bodyPr/>
          <a:lstStyle/>
          <a:p>
            <a:endParaRPr lang="en-US"/>
          </a:p>
        </p:txBody>
      </p:sp>
      <p:sp>
        <p:nvSpPr>
          <p:cNvPr id="33" name="Text 29">
            <a:extLst>
              <a:ext uri="{FF2B5EF4-FFF2-40B4-BE49-F238E27FC236}">
                <a16:creationId xmlns:a16="http://schemas.microsoft.com/office/drawing/2014/main" id="{293E2E77-BBC6-FF0C-6ABE-746E74660F8D}"/>
              </a:ext>
            </a:extLst>
          </p:cNvPr>
          <p:cNvSpPr/>
          <p:nvPr/>
        </p:nvSpPr>
        <p:spPr>
          <a:xfrm>
            <a:off x="5236464" y="1704910"/>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Shared DEs</a:t>
            </a:r>
            <a:endParaRPr lang="en-US" sz="1120"/>
          </a:p>
        </p:txBody>
      </p:sp>
      <p:sp>
        <p:nvSpPr>
          <p:cNvPr id="34" name="Shape 30">
            <a:extLst>
              <a:ext uri="{FF2B5EF4-FFF2-40B4-BE49-F238E27FC236}">
                <a16:creationId xmlns:a16="http://schemas.microsoft.com/office/drawing/2014/main" id="{0AC1B976-1F6D-28D5-6B6B-219623E2A349}"/>
              </a:ext>
            </a:extLst>
          </p:cNvPr>
          <p:cNvSpPr/>
          <p:nvPr/>
        </p:nvSpPr>
        <p:spPr>
          <a:xfrm>
            <a:off x="5181600" y="2189542"/>
            <a:ext cx="1609344" cy="347472"/>
          </a:xfrm>
          <a:prstGeom prst="roundRect">
            <a:avLst>
              <a:gd name="adj" fmla="val 21053"/>
            </a:avLst>
          </a:prstGeom>
          <a:solidFill>
            <a:srgbClr val="E2F0D9"/>
          </a:solidFill>
          <a:ln w="12700">
            <a:solidFill>
              <a:srgbClr val="70AD47"/>
            </a:solidFill>
            <a:prstDash val="solid"/>
          </a:ln>
        </p:spPr>
        <p:txBody>
          <a:bodyPr/>
          <a:lstStyle/>
          <a:p>
            <a:endParaRPr lang="en-US"/>
          </a:p>
        </p:txBody>
      </p:sp>
      <p:sp>
        <p:nvSpPr>
          <p:cNvPr id="35" name="Text 31">
            <a:extLst>
              <a:ext uri="{FF2B5EF4-FFF2-40B4-BE49-F238E27FC236}">
                <a16:creationId xmlns:a16="http://schemas.microsoft.com/office/drawing/2014/main" id="{D64C3754-E6A8-D981-9B73-307A7741CCBE}"/>
              </a:ext>
            </a:extLst>
          </p:cNvPr>
          <p:cNvSpPr/>
          <p:nvPr/>
        </p:nvSpPr>
        <p:spPr>
          <a:xfrm>
            <a:off x="5236464" y="2235262"/>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20" b="1">
                <a:solidFill>
                  <a:srgbClr val="1F2D3D"/>
                </a:solidFill>
                <a:latin typeface="Aptos" pitchFamily="34" charset="0"/>
                <a:ea typeface="Aptos" pitchFamily="34" charset="-122"/>
                <a:cs typeface="Aptos" pitchFamily="34" charset="-120"/>
              </a:rPr>
              <a:t>Shared DEs</a:t>
            </a:r>
            <a:endParaRPr lang="en-US" sz="1120"/>
          </a:p>
        </p:txBody>
      </p:sp>
      <p:sp>
        <p:nvSpPr>
          <p:cNvPr id="36" name="Shape 32">
            <a:extLst>
              <a:ext uri="{FF2B5EF4-FFF2-40B4-BE49-F238E27FC236}">
                <a16:creationId xmlns:a16="http://schemas.microsoft.com/office/drawing/2014/main" id="{4ACDEB50-F86F-48B2-9122-01B0BA65B702}"/>
              </a:ext>
            </a:extLst>
          </p:cNvPr>
          <p:cNvSpPr/>
          <p:nvPr/>
        </p:nvSpPr>
        <p:spPr>
          <a:xfrm>
            <a:off x="5181600" y="2719894"/>
            <a:ext cx="1609344" cy="347472"/>
          </a:xfrm>
          <a:prstGeom prst="roundRect">
            <a:avLst>
              <a:gd name="adj" fmla="val 21053"/>
            </a:avLst>
          </a:prstGeom>
          <a:solidFill>
            <a:srgbClr val="E2F0D9"/>
          </a:solidFill>
          <a:ln w="12700">
            <a:solidFill>
              <a:srgbClr val="70AD47"/>
            </a:solidFill>
            <a:prstDash val="solid"/>
          </a:ln>
        </p:spPr>
        <p:txBody>
          <a:bodyPr/>
          <a:lstStyle/>
          <a:p>
            <a:endParaRPr lang="en-US"/>
          </a:p>
        </p:txBody>
      </p:sp>
      <p:sp>
        <p:nvSpPr>
          <p:cNvPr id="37" name="Text 33">
            <a:extLst>
              <a:ext uri="{FF2B5EF4-FFF2-40B4-BE49-F238E27FC236}">
                <a16:creationId xmlns:a16="http://schemas.microsoft.com/office/drawing/2014/main" id="{17365303-1DB5-5FDC-379E-B55287D5E47A}"/>
              </a:ext>
            </a:extLst>
          </p:cNvPr>
          <p:cNvSpPr/>
          <p:nvPr/>
        </p:nvSpPr>
        <p:spPr>
          <a:xfrm>
            <a:off x="5236464" y="2765614"/>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Contact Builder</a:t>
            </a:r>
            <a:endParaRPr lang="en-US" sz="1120"/>
          </a:p>
        </p:txBody>
      </p:sp>
      <p:sp>
        <p:nvSpPr>
          <p:cNvPr id="40" name="Shape 36">
            <a:extLst>
              <a:ext uri="{FF2B5EF4-FFF2-40B4-BE49-F238E27FC236}">
                <a16:creationId xmlns:a16="http://schemas.microsoft.com/office/drawing/2014/main" id="{84BFC41D-3AED-D8E2-A27A-D11D48B1C176}"/>
              </a:ext>
            </a:extLst>
          </p:cNvPr>
          <p:cNvSpPr/>
          <p:nvPr/>
        </p:nvSpPr>
        <p:spPr>
          <a:xfrm>
            <a:off x="7330440" y="1659190"/>
            <a:ext cx="1609344" cy="347472"/>
          </a:xfrm>
          <a:prstGeom prst="roundRect">
            <a:avLst>
              <a:gd name="adj" fmla="val 21053"/>
            </a:avLst>
          </a:prstGeom>
          <a:solidFill>
            <a:srgbClr val="FCE4D6"/>
          </a:solidFill>
          <a:ln w="12700">
            <a:solidFill>
              <a:srgbClr val="ED7D31"/>
            </a:solidFill>
            <a:prstDash val="solid"/>
          </a:ln>
        </p:spPr>
        <p:txBody>
          <a:bodyPr/>
          <a:lstStyle/>
          <a:p>
            <a:endParaRPr lang="en-US"/>
          </a:p>
        </p:txBody>
      </p:sp>
      <p:sp>
        <p:nvSpPr>
          <p:cNvPr id="41" name="Text 37">
            <a:extLst>
              <a:ext uri="{FF2B5EF4-FFF2-40B4-BE49-F238E27FC236}">
                <a16:creationId xmlns:a16="http://schemas.microsoft.com/office/drawing/2014/main" id="{F06BCAD7-A216-896B-A0B0-C00527612BD7}"/>
              </a:ext>
            </a:extLst>
          </p:cNvPr>
          <p:cNvSpPr/>
          <p:nvPr/>
        </p:nvSpPr>
        <p:spPr>
          <a:xfrm>
            <a:off x="7385304" y="1704910"/>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Import activity</a:t>
            </a:r>
            <a:endParaRPr lang="en-US" sz="1120"/>
          </a:p>
        </p:txBody>
      </p:sp>
      <p:sp>
        <p:nvSpPr>
          <p:cNvPr id="44" name="Shape 40">
            <a:extLst>
              <a:ext uri="{FF2B5EF4-FFF2-40B4-BE49-F238E27FC236}">
                <a16:creationId xmlns:a16="http://schemas.microsoft.com/office/drawing/2014/main" id="{50A1AFF5-6F56-F578-86C9-CB53517C8B3E}"/>
              </a:ext>
            </a:extLst>
          </p:cNvPr>
          <p:cNvSpPr/>
          <p:nvPr/>
        </p:nvSpPr>
        <p:spPr>
          <a:xfrm>
            <a:off x="7330440" y="2719894"/>
            <a:ext cx="1609344" cy="347472"/>
          </a:xfrm>
          <a:prstGeom prst="roundRect">
            <a:avLst>
              <a:gd name="adj" fmla="val 21053"/>
            </a:avLst>
          </a:prstGeom>
          <a:solidFill>
            <a:srgbClr val="FCE4D6"/>
          </a:solidFill>
          <a:ln w="12700">
            <a:solidFill>
              <a:srgbClr val="ED7D31"/>
            </a:solidFill>
            <a:prstDash val="solid"/>
          </a:ln>
        </p:spPr>
        <p:txBody>
          <a:bodyPr/>
          <a:lstStyle/>
          <a:p>
            <a:endParaRPr lang="en-US"/>
          </a:p>
        </p:txBody>
      </p:sp>
      <p:sp>
        <p:nvSpPr>
          <p:cNvPr id="45" name="Text 41">
            <a:extLst>
              <a:ext uri="{FF2B5EF4-FFF2-40B4-BE49-F238E27FC236}">
                <a16:creationId xmlns:a16="http://schemas.microsoft.com/office/drawing/2014/main" id="{6F5615EA-10FC-C762-2251-F37C13A4CCA0}"/>
              </a:ext>
            </a:extLst>
          </p:cNvPr>
          <p:cNvSpPr/>
          <p:nvPr/>
        </p:nvSpPr>
        <p:spPr>
          <a:xfrm>
            <a:off x="7385304" y="2765614"/>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20" b="1">
                <a:solidFill>
                  <a:srgbClr val="1F2D3D"/>
                </a:solidFill>
                <a:latin typeface="Aptos" pitchFamily="34" charset="0"/>
                <a:ea typeface="Aptos" pitchFamily="34" charset="-122"/>
                <a:cs typeface="Aptos" pitchFamily="34" charset="-120"/>
              </a:rPr>
              <a:t>MC Connect</a:t>
            </a:r>
            <a:endParaRPr lang="en-US" sz="1120"/>
          </a:p>
        </p:txBody>
      </p:sp>
      <p:sp>
        <p:nvSpPr>
          <p:cNvPr id="48" name="Shape 44">
            <a:extLst>
              <a:ext uri="{FF2B5EF4-FFF2-40B4-BE49-F238E27FC236}">
                <a16:creationId xmlns:a16="http://schemas.microsoft.com/office/drawing/2014/main" id="{1C9ED28C-AA75-BCC0-18E6-5C160BD71931}"/>
              </a:ext>
            </a:extLst>
          </p:cNvPr>
          <p:cNvSpPr/>
          <p:nvPr/>
        </p:nvSpPr>
        <p:spPr>
          <a:xfrm>
            <a:off x="9753600" y="1659190"/>
            <a:ext cx="1609344" cy="347472"/>
          </a:xfrm>
          <a:prstGeom prst="roundRect">
            <a:avLst>
              <a:gd name="adj" fmla="val 21053"/>
            </a:avLst>
          </a:prstGeom>
          <a:solidFill>
            <a:srgbClr val="EEF4FA"/>
          </a:solidFill>
          <a:ln w="12700">
            <a:solidFill>
              <a:srgbClr val="C6D4E1"/>
            </a:solidFill>
            <a:prstDash val="solid"/>
          </a:ln>
        </p:spPr>
        <p:txBody>
          <a:bodyPr/>
          <a:lstStyle/>
          <a:p>
            <a:endParaRPr lang="en-US"/>
          </a:p>
        </p:txBody>
      </p:sp>
      <p:sp>
        <p:nvSpPr>
          <p:cNvPr id="49" name="Text 45">
            <a:extLst>
              <a:ext uri="{FF2B5EF4-FFF2-40B4-BE49-F238E27FC236}">
                <a16:creationId xmlns:a16="http://schemas.microsoft.com/office/drawing/2014/main" id="{CC47A9E6-F9C2-42A4-860B-EE877252F981}"/>
              </a:ext>
            </a:extLst>
          </p:cNvPr>
          <p:cNvSpPr/>
          <p:nvPr/>
        </p:nvSpPr>
        <p:spPr>
          <a:xfrm>
            <a:off x="9808464" y="1704910"/>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Journey entry</a:t>
            </a:r>
            <a:endParaRPr lang="en-US" sz="1120"/>
          </a:p>
        </p:txBody>
      </p:sp>
      <p:sp>
        <p:nvSpPr>
          <p:cNvPr id="50" name="Shape 46">
            <a:extLst>
              <a:ext uri="{FF2B5EF4-FFF2-40B4-BE49-F238E27FC236}">
                <a16:creationId xmlns:a16="http://schemas.microsoft.com/office/drawing/2014/main" id="{1926E215-0343-D226-25F1-6B45981D1911}"/>
              </a:ext>
            </a:extLst>
          </p:cNvPr>
          <p:cNvSpPr/>
          <p:nvPr/>
        </p:nvSpPr>
        <p:spPr>
          <a:xfrm>
            <a:off x="9753600" y="2189542"/>
            <a:ext cx="1609344" cy="347472"/>
          </a:xfrm>
          <a:prstGeom prst="roundRect">
            <a:avLst>
              <a:gd name="adj" fmla="val 21053"/>
            </a:avLst>
          </a:prstGeom>
          <a:solidFill>
            <a:srgbClr val="EEF4FA"/>
          </a:solidFill>
          <a:ln w="12700">
            <a:solidFill>
              <a:srgbClr val="C6D4E1"/>
            </a:solidFill>
            <a:prstDash val="solid"/>
          </a:ln>
        </p:spPr>
        <p:txBody>
          <a:bodyPr/>
          <a:lstStyle/>
          <a:p>
            <a:endParaRPr lang="en-US"/>
          </a:p>
        </p:txBody>
      </p:sp>
      <p:sp>
        <p:nvSpPr>
          <p:cNvPr id="51" name="Text 47">
            <a:extLst>
              <a:ext uri="{FF2B5EF4-FFF2-40B4-BE49-F238E27FC236}">
                <a16:creationId xmlns:a16="http://schemas.microsoft.com/office/drawing/2014/main" id="{5A48412E-878A-B066-0F91-2291D6CF32FB}"/>
              </a:ext>
            </a:extLst>
          </p:cNvPr>
          <p:cNvSpPr/>
          <p:nvPr/>
        </p:nvSpPr>
        <p:spPr>
          <a:xfrm>
            <a:off x="9808464" y="2235262"/>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Email sends</a:t>
            </a:r>
            <a:endParaRPr lang="en-US" sz="1120"/>
          </a:p>
        </p:txBody>
      </p:sp>
      <p:sp>
        <p:nvSpPr>
          <p:cNvPr id="52" name="Shape 48">
            <a:extLst>
              <a:ext uri="{FF2B5EF4-FFF2-40B4-BE49-F238E27FC236}">
                <a16:creationId xmlns:a16="http://schemas.microsoft.com/office/drawing/2014/main" id="{656BA471-5400-D852-6B50-E49B79CFC9F1}"/>
              </a:ext>
            </a:extLst>
          </p:cNvPr>
          <p:cNvSpPr/>
          <p:nvPr/>
        </p:nvSpPr>
        <p:spPr>
          <a:xfrm>
            <a:off x="9753600" y="2719894"/>
            <a:ext cx="1609344" cy="347472"/>
          </a:xfrm>
          <a:prstGeom prst="roundRect">
            <a:avLst>
              <a:gd name="adj" fmla="val 21053"/>
            </a:avLst>
          </a:prstGeom>
          <a:solidFill>
            <a:srgbClr val="EEF4FA"/>
          </a:solidFill>
          <a:ln w="12700">
            <a:solidFill>
              <a:srgbClr val="C6D4E1"/>
            </a:solidFill>
            <a:prstDash val="solid"/>
          </a:ln>
        </p:spPr>
        <p:txBody>
          <a:bodyPr/>
          <a:lstStyle/>
          <a:p>
            <a:endParaRPr lang="en-US"/>
          </a:p>
        </p:txBody>
      </p:sp>
      <p:sp>
        <p:nvSpPr>
          <p:cNvPr id="53" name="Text 49">
            <a:extLst>
              <a:ext uri="{FF2B5EF4-FFF2-40B4-BE49-F238E27FC236}">
                <a16:creationId xmlns:a16="http://schemas.microsoft.com/office/drawing/2014/main" id="{4F3C0C59-EB08-A064-9B20-1C3F867F9110}"/>
              </a:ext>
            </a:extLst>
          </p:cNvPr>
          <p:cNvSpPr/>
          <p:nvPr/>
        </p:nvSpPr>
        <p:spPr>
          <a:xfrm>
            <a:off x="9808464" y="2765614"/>
            <a:ext cx="1499616" cy="228600"/>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20" b="1">
                <a:solidFill>
                  <a:srgbClr val="1F2D3D"/>
                </a:solidFill>
                <a:latin typeface="Aptos" pitchFamily="34" charset="0"/>
                <a:ea typeface="Aptos" pitchFamily="34" charset="-122"/>
                <a:cs typeface="Aptos" pitchFamily="34" charset="-120"/>
              </a:rPr>
              <a:t>Alerts</a:t>
            </a:r>
            <a:endParaRPr lang="en-US" sz="1120"/>
          </a:p>
        </p:txBody>
      </p:sp>
      <p:sp>
        <p:nvSpPr>
          <p:cNvPr id="56" name="Text 52">
            <a:extLst>
              <a:ext uri="{FF2B5EF4-FFF2-40B4-BE49-F238E27FC236}">
                <a16:creationId xmlns:a16="http://schemas.microsoft.com/office/drawing/2014/main" id="{77E31042-C1E1-8ADB-B11D-4D84BD20558E}"/>
              </a:ext>
            </a:extLst>
          </p:cNvPr>
          <p:cNvSpPr/>
          <p:nvPr/>
        </p:nvSpPr>
        <p:spPr>
          <a:xfrm>
            <a:off x="2410968" y="2701606"/>
            <a:ext cx="228600" cy="228600"/>
          </a:xfrm>
          <a:prstGeom prst="rect">
            <a:avLst/>
          </a:prstGeom>
          <a:noFill/>
          <a:ln/>
        </p:spPr>
        <p:txBody>
          <a:bodyPr wrap="square" lIns="0" tIns="0" rIns="0" bIns="0" rtlCol="0" anchor="ctr">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a:solidFill>
                  <a:srgbClr val="16365C"/>
                </a:solidFill>
                <a:latin typeface="Aptos" pitchFamily="34" charset="0"/>
                <a:ea typeface="Aptos" pitchFamily="34" charset="-122"/>
                <a:cs typeface="Aptos" pitchFamily="34" charset="-120"/>
              </a:rPr>
              <a:t>→</a:t>
            </a:r>
            <a:endParaRPr lang="en-US" sz="1800"/>
          </a:p>
        </p:txBody>
      </p:sp>
      <p:sp>
        <p:nvSpPr>
          <p:cNvPr id="57" name="Text 53">
            <a:extLst>
              <a:ext uri="{FF2B5EF4-FFF2-40B4-BE49-F238E27FC236}">
                <a16:creationId xmlns:a16="http://schemas.microsoft.com/office/drawing/2014/main" id="{3F6129EF-B797-3A6A-4ACE-CFDAD385ED8A}"/>
              </a:ext>
            </a:extLst>
          </p:cNvPr>
          <p:cNvSpPr/>
          <p:nvPr/>
        </p:nvSpPr>
        <p:spPr>
          <a:xfrm>
            <a:off x="4843548" y="2701606"/>
            <a:ext cx="228600" cy="228600"/>
          </a:xfrm>
          <a:prstGeom prst="rect">
            <a:avLst/>
          </a:prstGeom>
          <a:noFill/>
          <a:ln/>
        </p:spPr>
        <p:txBody>
          <a:bodyPr wrap="square" lIns="0" tIns="0" rIns="0" bIns="0" rtlCol="0" anchor="ctr">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a:solidFill>
                  <a:srgbClr val="16365C"/>
                </a:solidFill>
                <a:latin typeface="Aptos" pitchFamily="34" charset="0"/>
                <a:ea typeface="Aptos" pitchFamily="34" charset="-122"/>
                <a:cs typeface="Aptos" pitchFamily="34" charset="-120"/>
              </a:rPr>
              <a:t>→</a:t>
            </a:r>
            <a:endParaRPr lang="en-US" sz="1800"/>
          </a:p>
        </p:txBody>
      </p:sp>
      <p:sp>
        <p:nvSpPr>
          <p:cNvPr id="58" name="Text 54">
            <a:extLst>
              <a:ext uri="{FF2B5EF4-FFF2-40B4-BE49-F238E27FC236}">
                <a16:creationId xmlns:a16="http://schemas.microsoft.com/office/drawing/2014/main" id="{9D6C3F90-DD3D-C301-31A8-342D9091568B}"/>
              </a:ext>
            </a:extLst>
          </p:cNvPr>
          <p:cNvSpPr/>
          <p:nvPr/>
        </p:nvSpPr>
        <p:spPr>
          <a:xfrm>
            <a:off x="6964680" y="2701606"/>
            <a:ext cx="228600" cy="228600"/>
          </a:xfrm>
          <a:prstGeom prst="rect">
            <a:avLst/>
          </a:prstGeom>
          <a:noFill/>
          <a:ln/>
        </p:spPr>
        <p:txBody>
          <a:bodyPr wrap="square" lIns="0" tIns="0" rIns="0" bIns="0" rtlCol="0" anchor="ctr">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a:solidFill>
                  <a:srgbClr val="16365C"/>
                </a:solidFill>
                <a:latin typeface="Aptos" pitchFamily="34" charset="0"/>
                <a:ea typeface="Aptos" pitchFamily="34" charset="-122"/>
                <a:cs typeface="Aptos" pitchFamily="34" charset="-120"/>
              </a:rPr>
              <a:t>→</a:t>
            </a:r>
            <a:endParaRPr lang="en-US" sz="1800"/>
          </a:p>
        </p:txBody>
      </p:sp>
      <p:sp>
        <p:nvSpPr>
          <p:cNvPr id="59" name="Text 55">
            <a:extLst>
              <a:ext uri="{FF2B5EF4-FFF2-40B4-BE49-F238E27FC236}">
                <a16:creationId xmlns:a16="http://schemas.microsoft.com/office/drawing/2014/main" id="{AB2CA755-E503-E9D9-69F5-A89CB24CD2E6}"/>
              </a:ext>
            </a:extLst>
          </p:cNvPr>
          <p:cNvSpPr/>
          <p:nvPr/>
        </p:nvSpPr>
        <p:spPr>
          <a:xfrm>
            <a:off x="9415272" y="2701606"/>
            <a:ext cx="228600" cy="228600"/>
          </a:xfrm>
          <a:prstGeom prst="rect">
            <a:avLst/>
          </a:prstGeom>
          <a:noFill/>
          <a:ln/>
        </p:spPr>
        <p:txBody>
          <a:bodyPr wrap="square" lIns="0" tIns="0" rIns="0" bIns="0" rtlCol="0" anchor="ctr">
            <a:normAutofit fontScale="92500" lnSpcReduction="2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800" b="1">
                <a:solidFill>
                  <a:srgbClr val="16365C"/>
                </a:solidFill>
                <a:latin typeface="Aptos" pitchFamily="34" charset="0"/>
                <a:ea typeface="Aptos" pitchFamily="34" charset="-122"/>
                <a:cs typeface="Aptos" pitchFamily="34" charset="-120"/>
              </a:rPr>
              <a:t>→</a:t>
            </a:r>
            <a:endParaRPr lang="en-US" sz="1800"/>
          </a:p>
        </p:txBody>
      </p:sp>
      <p:sp>
        <p:nvSpPr>
          <p:cNvPr id="63" name="Shape 59">
            <a:extLst>
              <a:ext uri="{FF2B5EF4-FFF2-40B4-BE49-F238E27FC236}">
                <a16:creationId xmlns:a16="http://schemas.microsoft.com/office/drawing/2014/main" id="{6A84A142-B787-DED7-2FA1-3CDAAEC2177C}"/>
              </a:ext>
            </a:extLst>
          </p:cNvPr>
          <p:cNvSpPr/>
          <p:nvPr/>
        </p:nvSpPr>
        <p:spPr>
          <a:xfrm>
            <a:off x="1615440" y="5856286"/>
            <a:ext cx="8961120" cy="329184"/>
          </a:xfrm>
          <a:prstGeom prst="roundRect">
            <a:avLst>
              <a:gd name="adj" fmla="val 27778"/>
            </a:avLst>
          </a:prstGeom>
          <a:solidFill>
            <a:srgbClr val="16365C"/>
          </a:solidFill>
          <a:ln w="12700">
            <a:solidFill>
              <a:srgbClr val="16365C"/>
            </a:solidFill>
            <a:prstDash val="solid"/>
          </a:ln>
        </p:spPr>
        <p:txBody>
          <a:bodyPr/>
          <a:lstStyle/>
          <a:p>
            <a:endParaRPr lang="en-US"/>
          </a:p>
        </p:txBody>
      </p:sp>
      <p:sp>
        <p:nvSpPr>
          <p:cNvPr id="64" name="Text 60">
            <a:extLst>
              <a:ext uri="{FF2B5EF4-FFF2-40B4-BE49-F238E27FC236}">
                <a16:creationId xmlns:a16="http://schemas.microsoft.com/office/drawing/2014/main" id="{F3FCEA9B-20CD-BC9D-F14F-AAAA54117939}"/>
              </a:ext>
            </a:extLst>
          </p:cNvPr>
          <p:cNvSpPr/>
          <p:nvPr/>
        </p:nvSpPr>
        <p:spPr>
          <a:xfrm>
            <a:off x="1798320" y="5929438"/>
            <a:ext cx="8595360" cy="164592"/>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70" b="1">
                <a:solidFill>
                  <a:srgbClr val="FFFFFF"/>
                </a:solidFill>
                <a:latin typeface="Aptos" pitchFamily="34" charset="0"/>
                <a:ea typeface="Aptos" pitchFamily="34" charset="-122"/>
                <a:cs typeface="Aptos" pitchFamily="34" charset="-120"/>
              </a:rPr>
              <a:t>Representation principle: show the operating pattern, then link to detailed configuration only when needed.</a:t>
            </a:r>
            <a:endParaRPr lang="en-US" sz="1070"/>
          </a:p>
        </p:txBody>
      </p:sp>
    </p:spTree>
    <p:extLst>
      <p:ext uri="{BB962C8B-B14F-4D97-AF65-F5344CB8AC3E}">
        <p14:creationId xmlns:p14="http://schemas.microsoft.com/office/powerpoint/2010/main" val="4181112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EC3FA-6DA2-D6BA-41E5-F841EA9824EE}"/>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4A520585-F343-74B8-6AAD-9CBB3DF44BEB}"/>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0FD540BA-442D-6077-1BED-2154843352FE}"/>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21175BC5-02E2-4C21-31ED-468964563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B1ADD095-A612-830B-ABC0-E19F830223BA}"/>
              </a:ext>
            </a:extLst>
          </p:cNvPr>
          <p:cNvSpPr>
            <a:spLocks noGrp="1"/>
          </p:cNvSpPr>
          <p:nvPr>
            <p:ph type="body" sz="quarter" idx="12"/>
          </p:nvPr>
        </p:nvSpPr>
        <p:spPr>
          <a:xfrm>
            <a:off x="1289860" y="3031327"/>
            <a:ext cx="6581295" cy="812530"/>
          </a:xfrm>
        </p:spPr>
        <p:txBody>
          <a:bodyPr anchor="ctr"/>
          <a:lstStyle/>
          <a:p>
            <a:r>
              <a:rPr lang="en-US"/>
              <a:t>Sales Cloud Data Model</a:t>
            </a:r>
          </a:p>
        </p:txBody>
      </p:sp>
    </p:spTree>
    <p:extLst>
      <p:ext uri="{BB962C8B-B14F-4D97-AF65-F5344CB8AC3E}">
        <p14:creationId xmlns:p14="http://schemas.microsoft.com/office/powerpoint/2010/main" val="177884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58BC-D0AE-72CC-6EAC-AA3178C906E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CA54F19-8C7D-033A-5F87-762AA7779A3E}"/>
              </a:ext>
            </a:extLst>
          </p:cNvPr>
          <p:cNvSpPr>
            <a:spLocks noGrp="1"/>
          </p:cNvSpPr>
          <p:nvPr>
            <p:ph type="title"/>
          </p:nvPr>
        </p:nvSpPr>
        <p:spPr>
          <a:xfrm>
            <a:off x="881633" y="444611"/>
            <a:ext cx="10204450" cy="533400"/>
          </a:xfrm>
        </p:spPr>
        <p:txBody>
          <a:bodyPr/>
          <a:lstStyle/>
          <a:p>
            <a:r>
              <a:rPr lang="en-GB"/>
              <a:t>Sales Cloud Data Model – Core Objects</a:t>
            </a:r>
            <a:endParaRPr lang="en-US"/>
          </a:p>
        </p:txBody>
      </p:sp>
      <p:sp>
        <p:nvSpPr>
          <p:cNvPr id="4" name="TextBox 3">
            <a:extLst>
              <a:ext uri="{FF2B5EF4-FFF2-40B4-BE49-F238E27FC236}">
                <a16:creationId xmlns:a16="http://schemas.microsoft.com/office/drawing/2014/main" id="{2C61632B-FA4C-1AC1-D033-EC1AB321214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grpSp>
        <p:nvGrpSpPr>
          <p:cNvPr id="150" name="Group 149">
            <a:extLst>
              <a:ext uri="{FF2B5EF4-FFF2-40B4-BE49-F238E27FC236}">
                <a16:creationId xmlns:a16="http://schemas.microsoft.com/office/drawing/2014/main" id="{61800EC4-A3F8-23B4-61D9-49D267665F7B}"/>
              </a:ext>
            </a:extLst>
          </p:cNvPr>
          <p:cNvGrpSpPr/>
          <p:nvPr/>
        </p:nvGrpSpPr>
        <p:grpSpPr>
          <a:xfrm>
            <a:off x="881633" y="1171689"/>
            <a:ext cx="6918476" cy="2375075"/>
            <a:chOff x="594360" y="1353312"/>
            <a:chExt cx="11329416" cy="3675888"/>
          </a:xfrm>
        </p:grpSpPr>
        <p:sp>
          <p:nvSpPr>
            <p:cNvPr id="9" name="Text 7"/>
            <p:cNvSpPr/>
            <p:nvPr/>
          </p:nvSpPr>
          <p:spPr>
            <a:xfrm>
              <a:off x="630936" y="1472184"/>
              <a:ext cx="438912" cy="228600"/>
            </a:xfrm>
            <a:prstGeom prst="rect">
              <a:avLst/>
            </a:prstGeom>
            <a:noFill/>
            <a:ln/>
          </p:spPr>
          <p:txBody>
            <a:bodyPr wrap="square" lIns="0" tIns="0" rIns="0" bIns="0" rtlCol="0" anchor="ctr">
              <a:noAutofit/>
            </a:bodyPr>
            <a:lstStyle/>
            <a:p>
              <a:pPr marL="0" indent="0" algn="ctr">
                <a:buNone/>
              </a:pPr>
              <a:r>
                <a:rPr lang="en-US" sz="1050" b="1">
                  <a:solidFill>
                    <a:srgbClr val="FFFFFF"/>
                  </a:solidFill>
                  <a:latin typeface="Aptos" pitchFamily="34" charset="0"/>
                  <a:ea typeface="Aptos" pitchFamily="34" charset="-122"/>
                  <a:cs typeface="Aptos" pitchFamily="34" charset="-120"/>
                </a:rPr>
                <a:t>1</a:t>
              </a:r>
              <a:endParaRPr lang="en-US" sz="1050"/>
            </a:p>
          </p:txBody>
        </p:sp>
        <p:sp>
          <p:nvSpPr>
            <p:cNvPr id="19" name="Text 17"/>
            <p:cNvSpPr/>
            <p:nvPr/>
          </p:nvSpPr>
          <p:spPr>
            <a:xfrm>
              <a:off x="630936" y="4160520"/>
              <a:ext cx="438912" cy="228600"/>
            </a:xfrm>
            <a:prstGeom prst="rect">
              <a:avLst/>
            </a:prstGeom>
            <a:noFill/>
            <a:ln/>
          </p:spPr>
          <p:txBody>
            <a:bodyPr wrap="square" lIns="0" tIns="0" rIns="0" bIns="0" rtlCol="0" anchor="ctr">
              <a:noAutofit/>
            </a:bodyPr>
            <a:lstStyle/>
            <a:p>
              <a:pPr marL="0" indent="0" algn="ctr">
                <a:buNone/>
              </a:pPr>
              <a:r>
                <a:rPr lang="en-US" sz="1050" b="1">
                  <a:solidFill>
                    <a:srgbClr val="FFFFFF"/>
                  </a:solidFill>
                  <a:latin typeface="Aptos" pitchFamily="34" charset="0"/>
                  <a:ea typeface="Aptos" pitchFamily="34" charset="-122"/>
                  <a:cs typeface="Aptos" pitchFamily="34" charset="-120"/>
                </a:rPr>
                <a:t>3</a:t>
              </a:r>
              <a:endParaRPr lang="en-US" sz="1050"/>
            </a:p>
          </p:txBody>
        </p:sp>
        <p:sp>
          <p:nvSpPr>
            <p:cNvPr id="31" name="Shape 5">
              <a:extLst>
                <a:ext uri="{FF2B5EF4-FFF2-40B4-BE49-F238E27FC236}">
                  <a16:creationId xmlns:a16="http://schemas.microsoft.com/office/drawing/2014/main" id="{AE4BEC4B-F627-8639-62A9-FA5E24F3315B}"/>
                </a:ext>
              </a:extLst>
            </p:cNvPr>
            <p:cNvSpPr/>
            <p:nvPr/>
          </p:nvSpPr>
          <p:spPr>
            <a:xfrm>
              <a:off x="594360" y="1353312"/>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33" name="Shape 6">
              <a:extLst>
                <a:ext uri="{FF2B5EF4-FFF2-40B4-BE49-F238E27FC236}">
                  <a16:creationId xmlns:a16="http://schemas.microsoft.com/office/drawing/2014/main" id="{25214BC1-8CBB-57BD-DA41-0973704D0A3C}"/>
                </a:ext>
              </a:extLst>
            </p:cNvPr>
            <p:cNvSpPr/>
            <p:nvPr/>
          </p:nvSpPr>
          <p:spPr>
            <a:xfrm>
              <a:off x="740664" y="1609344"/>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35" name="Text 7">
              <a:extLst>
                <a:ext uri="{FF2B5EF4-FFF2-40B4-BE49-F238E27FC236}">
                  <a16:creationId xmlns:a16="http://schemas.microsoft.com/office/drawing/2014/main" id="{E1023B7F-6937-5184-1C34-67E6B331C9E9}"/>
                </a:ext>
              </a:extLst>
            </p:cNvPr>
            <p:cNvSpPr/>
            <p:nvPr/>
          </p:nvSpPr>
          <p:spPr>
            <a:xfrm>
              <a:off x="978408" y="1545336"/>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Account</a:t>
              </a:r>
              <a:endParaRPr lang="en-US" sz="900"/>
            </a:p>
          </p:txBody>
        </p:sp>
        <p:sp>
          <p:nvSpPr>
            <p:cNvPr id="37" name="Shape 8">
              <a:extLst>
                <a:ext uri="{FF2B5EF4-FFF2-40B4-BE49-F238E27FC236}">
                  <a16:creationId xmlns:a16="http://schemas.microsoft.com/office/drawing/2014/main" id="{4D2C5B96-C54C-8A4C-0696-DC7705E8743D}"/>
                </a:ext>
              </a:extLst>
            </p:cNvPr>
            <p:cNvSpPr/>
            <p:nvPr/>
          </p:nvSpPr>
          <p:spPr>
            <a:xfrm>
              <a:off x="2898648" y="1353312"/>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39" name="Shape 9">
              <a:extLst>
                <a:ext uri="{FF2B5EF4-FFF2-40B4-BE49-F238E27FC236}">
                  <a16:creationId xmlns:a16="http://schemas.microsoft.com/office/drawing/2014/main" id="{BEADF654-543A-EB2E-6904-2D3348607E9C}"/>
                </a:ext>
              </a:extLst>
            </p:cNvPr>
            <p:cNvSpPr/>
            <p:nvPr/>
          </p:nvSpPr>
          <p:spPr>
            <a:xfrm>
              <a:off x="3044952" y="1609344"/>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41" name="Text 10">
              <a:extLst>
                <a:ext uri="{FF2B5EF4-FFF2-40B4-BE49-F238E27FC236}">
                  <a16:creationId xmlns:a16="http://schemas.microsoft.com/office/drawing/2014/main" id="{49EDDBEE-E65A-F221-9A9C-7FC1B063698F}"/>
                </a:ext>
              </a:extLst>
            </p:cNvPr>
            <p:cNvSpPr/>
            <p:nvPr/>
          </p:nvSpPr>
          <p:spPr>
            <a:xfrm>
              <a:off x="3282696" y="1545336"/>
              <a:ext cx="1609344" cy="301752"/>
            </a:xfrm>
            <a:prstGeom prst="rect">
              <a:avLst/>
            </a:prstGeom>
            <a:noFill/>
            <a:ln/>
          </p:spPr>
          <p:txBody>
            <a:bodyPr wrap="square" lIns="0" tIns="0" rIns="0" bIns="0" rtlCol="0" anchor="ctr">
              <a:noAutofit/>
            </a:bodyPr>
            <a:lstStyle/>
            <a:p>
              <a:pPr marL="0" indent="0">
                <a:buNone/>
              </a:pPr>
              <a:r>
                <a:rPr lang="en-US" sz="800" b="1">
                  <a:solidFill>
                    <a:srgbClr val="1E2A36"/>
                  </a:solidFill>
                  <a:latin typeface="Aptos" pitchFamily="34" charset="0"/>
                  <a:ea typeface="Aptos" pitchFamily="34" charset="-122"/>
                  <a:cs typeface="Aptos" pitchFamily="34" charset="-120"/>
                </a:rPr>
                <a:t>Account Contact Relationship</a:t>
              </a:r>
              <a:endParaRPr lang="en-US" sz="800"/>
            </a:p>
          </p:txBody>
        </p:sp>
        <p:sp>
          <p:nvSpPr>
            <p:cNvPr id="43" name="Shape 11">
              <a:extLst>
                <a:ext uri="{FF2B5EF4-FFF2-40B4-BE49-F238E27FC236}">
                  <a16:creationId xmlns:a16="http://schemas.microsoft.com/office/drawing/2014/main" id="{44D71FAE-0995-74AB-F9AE-DDB42A890598}"/>
                </a:ext>
              </a:extLst>
            </p:cNvPr>
            <p:cNvSpPr/>
            <p:nvPr/>
          </p:nvSpPr>
          <p:spPr>
            <a:xfrm>
              <a:off x="5202936" y="1353312"/>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45" name="Shape 12">
              <a:extLst>
                <a:ext uri="{FF2B5EF4-FFF2-40B4-BE49-F238E27FC236}">
                  <a16:creationId xmlns:a16="http://schemas.microsoft.com/office/drawing/2014/main" id="{D0462884-DACE-09FF-3D56-088FE21723CF}"/>
                </a:ext>
              </a:extLst>
            </p:cNvPr>
            <p:cNvSpPr/>
            <p:nvPr/>
          </p:nvSpPr>
          <p:spPr>
            <a:xfrm>
              <a:off x="5349240" y="1609344"/>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47" name="Text 13">
              <a:extLst>
                <a:ext uri="{FF2B5EF4-FFF2-40B4-BE49-F238E27FC236}">
                  <a16:creationId xmlns:a16="http://schemas.microsoft.com/office/drawing/2014/main" id="{40AC23A9-45C5-1A14-FCC7-A9413B811BB2}"/>
                </a:ext>
              </a:extLst>
            </p:cNvPr>
            <p:cNvSpPr/>
            <p:nvPr/>
          </p:nvSpPr>
          <p:spPr>
            <a:xfrm>
              <a:off x="5586984" y="1545336"/>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Account Firm Details</a:t>
              </a:r>
              <a:endParaRPr lang="en-US" sz="900"/>
            </a:p>
          </p:txBody>
        </p:sp>
        <p:sp>
          <p:nvSpPr>
            <p:cNvPr id="49" name="Shape 14">
              <a:extLst>
                <a:ext uri="{FF2B5EF4-FFF2-40B4-BE49-F238E27FC236}">
                  <a16:creationId xmlns:a16="http://schemas.microsoft.com/office/drawing/2014/main" id="{B750C934-99D7-B302-583E-0C0B74FC3681}"/>
                </a:ext>
              </a:extLst>
            </p:cNvPr>
            <p:cNvSpPr/>
            <p:nvPr/>
          </p:nvSpPr>
          <p:spPr>
            <a:xfrm>
              <a:off x="7507224" y="1353312"/>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51" name="Shape 15">
              <a:extLst>
                <a:ext uri="{FF2B5EF4-FFF2-40B4-BE49-F238E27FC236}">
                  <a16:creationId xmlns:a16="http://schemas.microsoft.com/office/drawing/2014/main" id="{B24C5D1E-B02C-B6FE-66AA-CE23803BB15E}"/>
                </a:ext>
              </a:extLst>
            </p:cNvPr>
            <p:cNvSpPr/>
            <p:nvPr/>
          </p:nvSpPr>
          <p:spPr>
            <a:xfrm>
              <a:off x="7653528" y="1609344"/>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53" name="Text 16">
              <a:extLst>
                <a:ext uri="{FF2B5EF4-FFF2-40B4-BE49-F238E27FC236}">
                  <a16:creationId xmlns:a16="http://schemas.microsoft.com/office/drawing/2014/main" id="{1AF8A15E-FE51-8E51-D260-37DC31A178E9}"/>
                </a:ext>
              </a:extLst>
            </p:cNvPr>
            <p:cNvSpPr/>
            <p:nvPr/>
          </p:nvSpPr>
          <p:spPr>
            <a:xfrm>
              <a:off x="7891272" y="1545336"/>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Account Team Member</a:t>
              </a:r>
              <a:endParaRPr lang="en-US" sz="900"/>
            </a:p>
          </p:txBody>
        </p:sp>
        <p:sp>
          <p:nvSpPr>
            <p:cNvPr id="55" name="Shape 17">
              <a:extLst>
                <a:ext uri="{FF2B5EF4-FFF2-40B4-BE49-F238E27FC236}">
                  <a16:creationId xmlns:a16="http://schemas.microsoft.com/office/drawing/2014/main" id="{9E63A897-1022-AF17-665F-358636572D0D}"/>
                </a:ext>
              </a:extLst>
            </p:cNvPr>
            <p:cNvSpPr/>
            <p:nvPr/>
          </p:nvSpPr>
          <p:spPr>
            <a:xfrm>
              <a:off x="9811512" y="1353312"/>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57" name="Shape 18">
              <a:extLst>
                <a:ext uri="{FF2B5EF4-FFF2-40B4-BE49-F238E27FC236}">
                  <a16:creationId xmlns:a16="http://schemas.microsoft.com/office/drawing/2014/main" id="{636D1A92-F6A7-E17E-0F1C-231A0705E5F3}"/>
                </a:ext>
              </a:extLst>
            </p:cNvPr>
            <p:cNvSpPr/>
            <p:nvPr/>
          </p:nvSpPr>
          <p:spPr>
            <a:xfrm>
              <a:off x="9957816" y="1609344"/>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59" name="Text 19">
              <a:extLst>
                <a:ext uri="{FF2B5EF4-FFF2-40B4-BE49-F238E27FC236}">
                  <a16:creationId xmlns:a16="http://schemas.microsoft.com/office/drawing/2014/main" id="{D85DDB06-E763-8A94-E325-A40C0F13BF65}"/>
                </a:ext>
              </a:extLst>
            </p:cNvPr>
            <p:cNvSpPr/>
            <p:nvPr/>
          </p:nvSpPr>
          <p:spPr>
            <a:xfrm>
              <a:off x="10195560" y="1545336"/>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Attendee</a:t>
              </a:r>
              <a:endParaRPr lang="en-US" sz="900"/>
            </a:p>
          </p:txBody>
        </p:sp>
        <p:sp>
          <p:nvSpPr>
            <p:cNvPr id="61" name="Shape 20">
              <a:extLst>
                <a:ext uri="{FF2B5EF4-FFF2-40B4-BE49-F238E27FC236}">
                  <a16:creationId xmlns:a16="http://schemas.microsoft.com/office/drawing/2014/main" id="{11C2882D-BD50-C752-5AD1-7F75AA7E3C6A}"/>
                </a:ext>
              </a:extLst>
            </p:cNvPr>
            <p:cNvSpPr/>
            <p:nvPr/>
          </p:nvSpPr>
          <p:spPr>
            <a:xfrm>
              <a:off x="594360" y="2340864"/>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63" name="Shape 21">
              <a:extLst>
                <a:ext uri="{FF2B5EF4-FFF2-40B4-BE49-F238E27FC236}">
                  <a16:creationId xmlns:a16="http://schemas.microsoft.com/office/drawing/2014/main" id="{003AFE6B-DA98-48E4-2804-7DFD9834F48B}"/>
                </a:ext>
              </a:extLst>
            </p:cNvPr>
            <p:cNvSpPr/>
            <p:nvPr/>
          </p:nvSpPr>
          <p:spPr>
            <a:xfrm>
              <a:off x="740664" y="2596896"/>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65" name="Text 22">
              <a:extLst>
                <a:ext uri="{FF2B5EF4-FFF2-40B4-BE49-F238E27FC236}">
                  <a16:creationId xmlns:a16="http://schemas.microsoft.com/office/drawing/2014/main" id="{614940A7-95F1-A1C8-58D4-3EF3DA68E224}"/>
                </a:ext>
              </a:extLst>
            </p:cNvPr>
            <p:cNvSpPr/>
            <p:nvPr/>
          </p:nvSpPr>
          <p:spPr>
            <a:xfrm>
              <a:off x="978408" y="2532888"/>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Campaign</a:t>
              </a:r>
              <a:endParaRPr lang="en-US" sz="900"/>
            </a:p>
          </p:txBody>
        </p:sp>
        <p:sp>
          <p:nvSpPr>
            <p:cNvPr id="67" name="Shape 23">
              <a:extLst>
                <a:ext uri="{FF2B5EF4-FFF2-40B4-BE49-F238E27FC236}">
                  <a16:creationId xmlns:a16="http://schemas.microsoft.com/office/drawing/2014/main" id="{214C56AE-1B55-94A9-181F-69AEDA40E6BF}"/>
                </a:ext>
              </a:extLst>
            </p:cNvPr>
            <p:cNvSpPr/>
            <p:nvPr/>
          </p:nvSpPr>
          <p:spPr>
            <a:xfrm>
              <a:off x="2898648" y="2340864"/>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69" name="Shape 24">
              <a:extLst>
                <a:ext uri="{FF2B5EF4-FFF2-40B4-BE49-F238E27FC236}">
                  <a16:creationId xmlns:a16="http://schemas.microsoft.com/office/drawing/2014/main" id="{71F0D15B-00A8-F107-5114-F3A66E6EE6A1}"/>
                </a:ext>
              </a:extLst>
            </p:cNvPr>
            <p:cNvSpPr/>
            <p:nvPr/>
          </p:nvSpPr>
          <p:spPr>
            <a:xfrm>
              <a:off x="3044952" y="2596896"/>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71" name="Text 25">
              <a:extLst>
                <a:ext uri="{FF2B5EF4-FFF2-40B4-BE49-F238E27FC236}">
                  <a16:creationId xmlns:a16="http://schemas.microsoft.com/office/drawing/2014/main" id="{49D97A9C-A0A0-04C5-D049-EA1FD6199C4D}"/>
                </a:ext>
              </a:extLst>
            </p:cNvPr>
            <p:cNvSpPr/>
            <p:nvPr/>
          </p:nvSpPr>
          <p:spPr>
            <a:xfrm>
              <a:off x="3282696" y="2532888"/>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Campaign Alliance</a:t>
              </a:r>
              <a:endParaRPr lang="en-US" sz="900"/>
            </a:p>
          </p:txBody>
        </p:sp>
        <p:sp>
          <p:nvSpPr>
            <p:cNvPr id="73" name="Shape 26">
              <a:extLst>
                <a:ext uri="{FF2B5EF4-FFF2-40B4-BE49-F238E27FC236}">
                  <a16:creationId xmlns:a16="http://schemas.microsoft.com/office/drawing/2014/main" id="{E604C20A-7313-88FB-E5FB-2F1E2E4AEAF6}"/>
                </a:ext>
              </a:extLst>
            </p:cNvPr>
            <p:cNvSpPr/>
            <p:nvPr/>
          </p:nvSpPr>
          <p:spPr>
            <a:xfrm>
              <a:off x="5202936" y="2340864"/>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75" name="Shape 27">
              <a:extLst>
                <a:ext uri="{FF2B5EF4-FFF2-40B4-BE49-F238E27FC236}">
                  <a16:creationId xmlns:a16="http://schemas.microsoft.com/office/drawing/2014/main" id="{464EECEF-3C65-20FC-600C-1C5BD41E945F}"/>
                </a:ext>
              </a:extLst>
            </p:cNvPr>
            <p:cNvSpPr/>
            <p:nvPr/>
          </p:nvSpPr>
          <p:spPr>
            <a:xfrm>
              <a:off x="5349240" y="2596896"/>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77" name="Text 28">
              <a:extLst>
                <a:ext uri="{FF2B5EF4-FFF2-40B4-BE49-F238E27FC236}">
                  <a16:creationId xmlns:a16="http://schemas.microsoft.com/office/drawing/2014/main" id="{D35833A1-2B3B-F254-63BA-4402070A77A2}"/>
                </a:ext>
              </a:extLst>
            </p:cNvPr>
            <p:cNvSpPr/>
            <p:nvPr/>
          </p:nvSpPr>
          <p:spPr>
            <a:xfrm>
              <a:off x="5586984" y="2532888"/>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Campaign Member</a:t>
              </a:r>
              <a:endParaRPr lang="en-US" sz="900"/>
            </a:p>
          </p:txBody>
        </p:sp>
        <p:sp>
          <p:nvSpPr>
            <p:cNvPr id="79" name="Shape 29">
              <a:extLst>
                <a:ext uri="{FF2B5EF4-FFF2-40B4-BE49-F238E27FC236}">
                  <a16:creationId xmlns:a16="http://schemas.microsoft.com/office/drawing/2014/main" id="{C073BBA6-5935-6505-3269-A56D7FF774D3}"/>
                </a:ext>
              </a:extLst>
            </p:cNvPr>
            <p:cNvSpPr/>
            <p:nvPr/>
          </p:nvSpPr>
          <p:spPr>
            <a:xfrm>
              <a:off x="7507224" y="2340864"/>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81" name="Shape 30">
              <a:extLst>
                <a:ext uri="{FF2B5EF4-FFF2-40B4-BE49-F238E27FC236}">
                  <a16:creationId xmlns:a16="http://schemas.microsoft.com/office/drawing/2014/main" id="{D180D3AC-6203-E4E8-AE53-6D2C66A8C190}"/>
                </a:ext>
              </a:extLst>
            </p:cNvPr>
            <p:cNvSpPr/>
            <p:nvPr/>
          </p:nvSpPr>
          <p:spPr>
            <a:xfrm>
              <a:off x="7653528" y="2596896"/>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83" name="Text 31">
              <a:extLst>
                <a:ext uri="{FF2B5EF4-FFF2-40B4-BE49-F238E27FC236}">
                  <a16:creationId xmlns:a16="http://schemas.microsoft.com/office/drawing/2014/main" id="{D90A583D-28CF-D810-8C86-82AA466F7F36}"/>
                </a:ext>
              </a:extLst>
            </p:cNvPr>
            <p:cNvSpPr/>
            <p:nvPr/>
          </p:nvSpPr>
          <p:spPr>
            <a:xfrm>
              <a:off x="7891272" y="2532888"/>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Campaign Member History</a:t>
              </a:r>
              <a:endParaRPr lang="en-US" sz="900"/>
            </a:p>
          </p:txBody>
        </p:sp>
        <p:sp>
          <p:nvSpPr>
            <p:cNvPr id="85" name="Shape 32">
              <a:extLst>
                <a:ext uri="{FF2B5EF4-FFF2-40B4-BE49-F238E27FC236}">
                  <a16:creationId xmlns:a16="http://schemas.microsoft.com/office/drawing/2014/main" id="{A61E2259-8507-5478-15E5-821E14C239B1}"/>
                </a:ext>
              </a:extLst>
            </p:cNvPr>
            <p:cNvSpPr/>
            <p:nvPr/>
          </p:nvSpPr>
          <p:spPr>
            <a:xfrm>
              <a:off x="9811512" y="2340864"/>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87" name="Shape 33">
              <a:extLst>
                <a:ext uri="{FF2B5EF4-FFF2-40B4-BE49-F238E27FC236}">
                  <a16:creationId xmlns:a16="http://schemas.microsoft.com/office/drawing/2014/main" id="{A12D31C1-8763-6A98-A724-5E54E4D04060}"/>
                </a:ext>
              </a:extLst>
            </p:cNvPr>
            <p:cNvSpPr/>
            <p:nvPr/>
          </p:nvSpPr>
          <p:spPr>
            <a:xfrm>
              <a:off x="9957816" y="2596896"/>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89" name="Text 34">
              <a:extLst>
                <a:ext uri="{FF2B5EF4-FFF2-40B4-BE49-F238E27FC236}">
                  <a16:creationId xmlns:a16="http://schemas.microsoft.com/office/drawing/2014/main" id="{4D2C3005-312A-6CE1-7A78-1C738587AB68}"/>
                </a:ext>
              </a:extLst>
            </p:cNvPr>
            <p:cNvSpPr/>
            <p:nvPr/>
          </p:nvSpPr>
          <p:spPr>
            <a:xfrm>
              <a:off x="10195560" y="2532888"/>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Campaign Member Status</a:t>
              </a:r>
              <a:endParaRPr lang="en-US" sz="900"/>
            </a:p>
          </p:txBody>
        </p:sp>
        <p:sp>
          <p:nvSpPr>
            <p:cNvPr id="91" name="Shape 35">
              <a:extLst>
                <a:ext uri="{FF2B5EF4-FFF2-40B4-BE49-F238E27FC236}">
                  <a16:creationId xmlns:a16="http://schemas.microsoft.com/office/drawing/2014/main" id="{3EDF2108-AF09-6E28-A6F8-AD58A5F98D37}"/>
                </a:ext>
              </a:extLst>
            </p:cNvPr>
            <p:cNvSpPr/>
            <p:nvPr/>
          </p:nvSpPr>
          <p:spPr>
            <a:xfrm>
              <a:off x="594360" y="3328416"/>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93" name="Shape 36">
              <a:extLst>
                <a:ext uri="{FF2B5EF4-FFF2-40B4-BE49-F238E27FC236}">
                  <a16:creationId xmlns:a16="http://schemas.microsoft.com/office/drawing/2014/main" id="{799DA2D5-47CF-7157-02F4-F11C5133EAEB}"/>
                </a:ext>
              </a:extLst>
            </p:cNvPr>
            <p:cNvSpPr/>
            <p:nvPr/>
          </p:nvSpPr>
          <p:spPr>
            <a:xfrm>
              <a:off x="740664" y="3584448"/>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95" name="Text 37">
              <a:extLst>
                <a:ext uri="{FF2B5EF4-FFF2-40B4-BE49-F238E27FC236}">
                  <a16:creationId xmlns:a16="http://schemas.microsoft.com/office/drawing/2014/main" id="{E4ED90DF-D17F-DCB9-61F9-68ED7AD28ACE}"/>
                </a:ext>
              </a:extLst>
            </p:cNvPr>
            <p:cNvSpPr/>
            <p:nvPr/>
          </p:nvSpPr>
          <p:spPr>
            <a:xfrm>
              <a:off x="978408" y="3520440"/>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Contact</a:t>
              </a:r>
              <a:endParaRPr lang="en-US" sz="900"/>
            </a:p>
          </p:txBody>
        </p:sp>
        <p:sp>
          <p:nvSpPr>
            <p:cNvPr id="97" name="Shape 38">
              <a:extLst>
                <a:ext uri="{FF2B5EF4-FFF2-40B4-BE49-F238E27FC236}">
                  <a16:creationId xmlns:a16="http://schemas.microsoft.com/office/drawing/2014/main" id="{7625B36C-BF2A-B663-372F-A49B7078E500}"/>
                </a:ext>
              </a:extLst>
            </p:cNvPr>
            <p:cNvSpPr/>
            <p:nvPr/>
          </p:nvSpPr>
          <p:spPr>
            <a:xfrm>
              <a:off x="2898648" y="3328416"/>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99" name="Shape 39">
              <a:extLst>
                <a:ext uri="{FF2B5EF4-FFF2-40B4-BE49-F238E27FC236}">
                  <a16:creationId xmlns:a16="http://schemas.microsoft.com/office/drawing/2014/main" id="{1212B27D-DED1-6DE4-B0D1-84720095DEB6}"/>
                </a:ext>
              </a:extLst>
            </p:cNvPr>
            <p:cNvSpPr/>
            <p:nvPr/>
          </p:nvSpPr>
          <p:spPr>
            <a:xfrm>
              <a:off x="3044952" y="3584448"/>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01" name="Text 40">
              <a:extLst>
                <a:ext uri="{FF2B5EF4-FFF2-40B4-BE49-F238E27FC236}">
                  <a16:creationId xmlns:a16="http://schemas.microsoft.com/office/drawing/2014/main" id="{8FB31180-872C-56E1-5E54-2FEB139D9726}"/>
                </a:ext>
              </a:extLst>
            </p:cNvPr>
            <p:cNvSpPr/>
            <p:nvPr/>
          </p:nvSpPr>
          <p:spPr>
            <a:xfrm>
              <a:off x="3282696" y="3520440"/>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Contact Point Email</a:t>
              </a:r>
              <a:endParaRPr lang="en-US" sz="900"/>
            </a:p>
          </p:txBody>
        </p:sp>
        <p:sp>
          <p:nvSpPr>
            <p:cNvPr id="103" name="Shape 41">
              <a:extLst>
                <a:ext uri="{FF2B5EF4-FFF2-40B4-BE49-F238E27FC236}">
                  <a16:creationId xmlns:a16="http://schemas.microsoft.com/office/drawing/2014/main" id="{FB6DDBCB-8C36-5829-200D-70A703F8DBB7}"/>
                </a:ext>
              </a:extLst>
            </p:cNvPr>
            <p:cNvSpPr/>
            <p:nvPr/>
          </p:nvSpPr>
          <p:spPr>
            <a:xfrm>
              <a:off x="5202936" y="3328416"/>
              <a:ext cx="2112264" cy="713232"/>
            </a:xfrm>
            <a:prstGeom prst="roundRect">
              <a:avLst>
                <a:gd name="adj" fmla="val 10256"/>
              </a:avLst>
            </a:prstGeom>
            <a:solidFill>
              <a:srgbClr val="F1F3F5"/>
            </a:solidFill>
            <a:ln w="13970">
              <a:solidFill>
                <a:srgbClr val="B7BEC7"/>
              </a:solidFill>
              <a:prstDash val="solid"/>
            </a:ln>
          </p:spPr>
          <p:txBody>
            <a:bodyPr/>
            <a:lstStyle/>
            <a:p>
              <a:endParaRPr lang="en-US" sz="1400"/>
            </a:p>
          </p:txBody>
        </p:sp>
        <p:sp>
          <p:nvSpPr>
            <p:cNvPr id="105" name="Shape 42">
              <a:extLst>
                <a:ext uri="{FF2B5EF4-FFF2-40B4-BE49-F238E27FC236}">
                  <a16:creationId xmlns:a16="http://schemas.microsoft.com/office/drawing/2014/main" id="{F745803B-199C-21D2-1FBF-8022A8786749}"/>
                </a:ext>
              </a:extLst>
            </p:cNvPr>
            <p:cNvSpPr/>
            <p:nvPr/>
          </p:nvSpPr>
          <p:spPr>
            <a:xfrm>
              <a:off x="5349240" y="3584448"/>
              <a:ext cx="146304" cy="146304"/>
            </a:xfrm>
            <a:prstGeom prst="ellipse">
              <a:avLst/>
            </a:prstGeom>
            <a:solidFill>
              <a:srgbClr val="8B949E"/>
            </a:solidFill>
            <a:ln w="12700">
              <a:solidFill>
                <a:srgbClr val="8B949E"/>
              </a:solidFill>
              <a:prstDash val="solid"/>
            </a:ln>
          </p:spPr>
          <p:txBody>
            <a:bodyPr/>
            <a:lstStyle/>
            <a:p>
              <a:endParaRPr lang="en-US" sz="1400"/>
            </a:p>
          </p:txBody>
        </p:sp>
        <p:sp>
          <p:nvSpPr>
            <p:cNvPr id="107" name="Text 43">
              <a:extLst>
                <a:ext uri="{FF2B5EF4-FFF2-40B4-BE49-F238E27FC236}">
                  <a16:creationId xmlns:a16="http://schemas.microsoft.com/office/drawing/2014/main" id="{44E61177-3364-E27F-3036-574F84C8584C}"/>
                </a:ext>
              </a:extLst>
            </p:cNvPr>
            <p:cNvSpPr/>
            <p:nvPr/>
          </p:nvSpPr>
          <p:spPr>
            <a:xfrm>
              <a:off x="5586984" y="3520440"/>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Contact Point Phone</a:t>
              </a:r>
              <a:endParaRPr lang="en-US" sz="900"/>
            </a:p>
          </p:txBody>
        </p:sp>
        <p:sp>
          <p:nvSpPr>
            <p:cNvPr id="109" name="Shape 44">
              <a:extLst>
                <a:ext uri="{FF2B5EF4-FFF2-40B4-BE49-F238E27FC236}">
                  <a16:creationId xmlns:a16="http://schemas.microsoft.com/office/drawing/2014/main" id="{00573A36-607F-641E-FB1A-03572497DA2C}"/>
                </a:ext>
              </a:extLst>
            </p:cNvPr>
            <p:cNvSpPr/>
            <p:nvPr/>
          </p:nvSpPr>
          <p:spPr>
            <a:xfrm>
              <a:off x="7507224" y="3328416"/>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11" name="Shape 45">
              <a:extLst>
                <a:ext uri="{FF2B5EF4-FFF2-40B4-BE49-F238E27FC236}">
                  <a16:creationId xmlns:a16="http://schemas.microsoft.com/office/drawing/2014/main" id="{04B5DEDD-1A3B-9B50-EC6D-2757D3242AA0}"/>
                </a:ext>
              </a:extLst>
            </p:cNvPr>
            <p:cNvSpPr/>
            <p:nvPr/>
          </p:nvSpPr>
          <p:spPr>
            <a:xfrm>
              <a:off x="7653528" y="3584448"/>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13" name="Text 46">
              <a:extLst>
                <a:ext uri="{FF2B5EF4-FFF2-40B4-BE49-F238E27FC236}">
                  <a16:creationId xmlns:a16="http://schemas.microsoft.com/office/drawing/2014/main" id="{AAD7D641-D48B-9B09-0950-1BD204FAF165}"/>
                </a:ext>
              </a:extLst>
            </p:cNvPr>
            <p:cNvSpPr/>
            <p:nvPr/>
          </p:nvSpPr>
          <p:spPr>
            <a:xfrm>
              <a:off x="7891272" y="3520440"/>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Cvent Attendee Activity</a:t>
              </a:r>
              <a:endParaRPr lang="en-US" sz="900"/>
            </a:p>
          </p:txBody>
        </p:sp>
        <p:sp>
          <p:nvSpPr>
            <p:cNvPr id="115" name="Shape 47">
              <a:extLst>
                <a:ext uri="{FF2B5EF4-FFF2-40B4-BE49-F238E27FC236}">
                  <a16:creationId xmlns:a16="http://schemas.microsoft.com/office/drawing/2014/main" id="{3EF2D99E-2922-4663-00EB-C09A85EA327A}"/>
                </a:ext>
              </a:extLst>
            </p:cNvPr>
            <p:cNvSpPr/>
            <p:nvPr/>
          </p:nvSpPr>
          <p:spPr>
            <a:xfrm>
              <a:off x="9811512" y="3328416"/>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17" name="Shape 48">
              <a:extLst>
                <a:ext uri="{FF2B5EF4-FFF2-40B4-BE49-F238E27FC236}">
                  <a16:creationId xmlns:a16="http://schemas.microsoft.com/office/drawing/2014/main" id="{F07936AD-2293-3804-459B-7D6B3C200840}"/>
                </a:ext>
              </a:extLst>
            </p:cNvPr>
            <p:cNvSpPr/>
            <p:nvPr/>
          </p:nvSpPr>
          <p:spPr>
            <a:xfrm>
              <a:off x="9957816" y="3584448"/>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19" name="Text 49">
              <a:extLst>
                <a:ext uri="{FF2B5EF4-FFF2-40B4-BE49-F238E27FC236}">
                  <a16:creationId xmlns:a16="http://schemas.microsoft.com/office/drawing/2014/main" id="{D51DEB20-30CD-FAD6-D666-08FAE0ADA9C9}"/>
                </a:ext>
              </a:extLst>
            </p:cNvPr>
            <p:cNvSpPr/>
            <p:nvPr/>
          </p:nvSpPr>
          <p:spPr>
            <a:xfrm>
              <a:off x="10195560" y="3520440"/>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Cvent Event</a:t>
              </a:r>
              <a:endParaRPr lang="en-US" sz="900"/>
            </a:p>
          </p:txBody>
        </p:sp>
        <p:sp>
          <p:nvSpPr>
            <p:cNvPr id="121" name="Shape 50">
              <a:extLst>
                <a:ext uri="{FF2B5EF4-FFF2-40B4-BE49-F238E27FC236}">
                  <a16:creationId xmlns:a16="http://schemas.microsoft.com/office/drawing/2014/main" id="{8BD6C024-8696-93F3-C832-A20F93DE6F8E}"/>
                </a:ext>
              </a:extLst>
            </p:cNvPr>
            <p:cNvSpPr/>
            <p:nvPr/>
          </p:nvSpPr>
          <p:spPr>
            <a:xfrm>
              <a:off x="594360" y="4315968"/>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23" name="Shape 51">
              <a:extLst>
                <a:ext uri="{FF2B5EF4-FFF2-40B4-BE49-F238E27FC236}">
                  <a16:creationId xmlns:a16="http://schemas.microsoft.com/office/drawing/2014/main" id="{2B38029A-79FB-A163-57C2-E8C1DE96EAEA}"/>
                </a:ext>
              </a:extLst>
            </p:cNvPr>
            <p:cNvSpPr/>
            <p:nvPr/>
          </p:nvSpPr>
          <p:spPr>
            <a:xfrm>
              <a:off x="740664" y="4572000"/>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25" name="Text 52">
              <a:extLst>
                <a:ext uri="{FF2B5EF4-FFF2-40B4-BE49-F238E27FC236}">
                  <a16:creationId xmlns:a16="http://schemas.microsoft.com/office/drawing/2014/main" id="{C04D7ECA-56DD-537B-0FE2-4C04820C2018}"/>
                </a:ext>
              </a:extLst>
            </p:cNvPr>
            <p:cNvSpPr/>
            <p:nvPr/>
          </p:nvSpPr>
          <p:spPr>
            <a:xfrm>
              <a:off x="978408" y="4507992"/>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Event Campaign Entry</a:t>
              </a:r>
              <a:endParaRPr lang="en-US" sz="900"/>
            </a:p>
          </p:txBody>
        </p:sp>
        <p:sp>
          <p:nvSpPr>
            <p:cNvPr id="127" name="Shape 53">
              <a:extLst>
                <a:ext uri="{FF2B5EF4-FFF2-40B4-BE49-F238E27FC236}">
                  <a16:creationId xmlns:a16="http://schemas.microsoft.com/office/drawing/2014/main" id="{421AD626-D4FE-B92E-B070-E1B286E90183}"/>
                </a:ext>
              </a:extLst>
            </p:cNvPr>
            <p:cNvSpPr/>
            <p:nvPr/>
          </p:nvSpPr>
          <p:spPr>
            <a:xfrm>
              <a:off x="2898648" y="4315968"/>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29" name="Shape 54">
              <a:extLst>
                <a:ext uri="{FF2B5EF4-FFF2-40B4-BE49-F238E27FC236}">
                  <a16:creationId xmlns:a16="http://schemas.microsoft.com/office/drawing/2014/main" id="{39672B6A-EE61-55EA-DE48-750CD639B6F5}"/>
                </a:ext>
              </a:extLst>
            </p:cNvPr>
            <p:cNvSpPr/>
            <p:nvPr/>
          </p:nvSpPr>
          <p:spPr>
            <a:xfrm>
              <a:off x="3044952" y="4572000"/>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31" name="Text 55">
              <a:extLst>
                <a:ext uri="{FF2B5EF4-FFF2-40B4-BE49-F238E27FC236}">
                  <a16:creationId xmlns:a16="http://schemas.microsoft.com/office/drawing/2014/main" id="{74A9E95F-8795-7AD9-2937-F55980C427BE}"/>
                </a:ext>
              </a:extLst>
            </p:cNvPr>
            <p:cNvSpPr/>
            <p:nvPr/>
          </p:nvSpPr>
          <p:spPr>
            <a:xfrm>
              <a:off x="3282696" y="4507992"/>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Individual</a:t>
              </a:r>
              <a:endParaRPr lang="en-US" sz="900"/>
            </a:p>
          </p:txBody>
        </p:sp>
        <p:sp>
          <p:nvSpPr>
            <p:cNvPr id="133" name="Shape 56">
              <a:extLst>
                <a:ext uri="{FF2B5EF4-FFF2-40B4-BE49-F238E27FC236}">
                  <a16:creationId xmlns:a16="http://schemas.microsoft.com/office/drawing/2014/main" id="{A6459425-7BA5-DB8F-8A98-5CBF751CF131}"/>
                </a:ext>
              </a:extLst>
            </p:cNvPr>
            <p:cNvSpPr/>
            <p:nvPr/>
          </p:nvSpPr>
          <p:spPr>
            <a:xfrm>
              <a:off x="5202936" y="4315968"/>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35" name="Shape 57">
              <a:extLst>
                <a:ext uri="{FF2B5EF4-FFF2-40B4-BE49-F238E27FC236}">
                  <a16:creationId xmlns:a16="http://schemas.microsoft.com/office/drawing/2014/main" id="{C200B290-F6D0-FCB5-6495-966863351CF6}"/>
                </a:ext>
              </a:extLst>
            </p:cNvPr>
            <p:cNvSpPr/>
            <p:nvPr/>
          </p:nvSpPr>
          <p:spPr>
            <a:xfrm>
              <a:off x="5349240" y="4572000"/>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37" name="Text 58">
              <a:extLst>
                <a:ext uri="{FF2B5EF4-FFF2-40B4-BE49-F238E27FC236}">
                  <a16:creationId xmlns:a16="http://schemas.microsoft.com/office/drawing/2014/main" id="{A6DE729E-1128-D60E-1E03-42337BC7C044}"/>
                </a:ext>
              </a:extLst>
            </p:cNvPr>
            <p:cNvSpPr/>
            <p:nvPr/>
          </p:nvSpPr>
          <p:spPr>
            <a:xfrm>
              <a:off x="5586984" y="4507992"/>
              <a:ext cx="1609344" cy="301752"/>
            </a:xfrm>
            <a:prstGeom prst="rect">
              <a:avLst/>
            </a:prstGeom>
            <a:noFill/>
            <a:ln/>
          </p:spPr>
          <p:txBody>
            <a:bodyPr wrap="square" lIns="0" tIns="0" rIns="0" bIns="0" rtlCol="0" anchor="ctr">
              <a:noAutofit/>
            </a:bodyPr>
            <a:lstStyle/>
            <a:p>
              <a:pPr marL="0" indent="0">
                <a:buNone/>
              </a:pPr>
              <a:r>
                <a:rPr lang="en-US" sz="900" b="1">
                  <a:solidFill>
                    <a:srgbClr val="1E2A36"/>
                  </a:solidFill>
                  <a:latin typeface="Aptos" pitchFamily="34" charset="0"/>
                  <a:ea typeface="Aptos" pitchFamily="34" charset="-122"/>
                  <a:cs typeface="Aptos" pitchFamily="34" charset="-120"/>
                </a:rPr>
                <a:t>Individual Firm Details</a:t>
              </a:r>
              <a:endParaRPr lang="en-US" sz="900"/>
            </a:p>
          </p:txBody>
        </p:sp>
        <p:sp>
          <p:nvSpPr>
            <p:cNvPr id="139" name="Shape 59">
              <a:extLst>
                <a:ext uri="{FF2B5EF4-FFF2-40B4-BE49-F238E27FC236}">
                  <a16:creationId xmlns:a16="http://schemas.microsoft.com/office/drawing/2014/main" id="{F7F88495-B69C-8B73-88D3-FC6687F9BE6A}"/>
                </a:ext>
              </a:extLst>
            </p:cNvPr>
            <p:cNvSpPr/>
            <p:nvPr/>
          </p:nvSpPr>
          <p:spPr>
            <a:xfrm>
              <a:off x="7507224" y="4315968"/>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41" name="Shape 60">
              <a:extLst>
                <a:ext uri="{FF2B5EF4-FFF2-40B4-BE49-F238E27FC236}">
                  <a16:creationId xmlns:a16="http://schemas.microsoft.com/office/drawing/2014/main" id="{618AE14C-A507-3D81-8F63-F0881DCCA08D}"/>
                </a:ext>
              </a:extLst>
            </p:cNvPr>
            <p:cNvSpPr/>
            <p:nvPr/>
          </p:nvSpPr>
          <p:spPr>
            <a:xfrm>
              <a:off x="7653528" y="4572000"/>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43" name="Text 61">
              <a:extLst>
                <a:ext uri="{FF2B5EF4-FFF2-40B4-BE49-F238E27FC236}">
                  <a16:creationId xmlns:a16="http://schemas.microsoft.com/office/drawing/2014/main" id="{5E757209-0FB3-9C39-14ED-B86F7333064D}"/>
                </a:ext>
              </a:extLst>
            </p:cNvPr>
            <p:cNvSpPr/>
            <p:nvPr/>
          </p:nvSpPr>
          <p:spPr>
            <a:xfrm>
              <a:off x="7891272" y="4507992"/>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Lead</a:t>
              </a:r>
              <a:endParaRPr lang="en-US" sz="900"/>
            </a:p>
          </p:txBody>
        </p:sp>
        <p:sp>
          <p:nvSpPr>
            <p:cNvPr id="145" name="Shape 62">
              <a:extLst>
                <a:ext uri="{FF2B5EF4-FFF2-40B4-BE49-F238E27FC236}">
                  <a16:creationId xmlns:a16="http://schemas.microsoft.com/office/drawing/2014/main" id="{408089AD-7C67-5848-29F9-AA6A3F70D109}"/>
                </a:ext>
              </a:extLst>
            </p:cNvPr>
            <p:cNvSpPr/>
            <p:nvPr/>
          </p:nvSpPr>
          <p:spPr>
            <a:xfrm>
              <a:off x="9811512" y="4315968"/>
              <a:ext cx="2112264" cy="713232"/>
            </a:xfrm>
            <a:prstGeom prst="roundRect">
              <a:avLst>
                <a:gd name="adj" fmla="val 10256"/>
              </a:avLst>
            </a:prstGeom>
            <a:solidFill>
              <a:srgbClr val="FFFFFF"/>
            </a:solidFill>
            <a:ln w="13970">
              <a:solidFill>
                <a:srgbClr val="B9C7D9"/>
              </a:solidFill>
              <a:prstDash val="solid"/>
            </a:ln>
            <a:effectLst>
              <a:outerShdw blurRad="12700" dist="50800" dir="2700000" algn="bl" rotWithShape="0">
                <a:srgbClr val="C9D4E2">
                  <a:alpha val="18000"/>
                </a:srgbClr>
              </a:outerShdw>
            </a:effectLst>
          </p:spPr>
          <p:txBody>
            <a:bodyPr/>
            <a:lstStyle/>
            <a:p>
              <a:endParaRPr lang="en-US" sz="1400"/>
            </a:p>
          </p:txBody>
        </p:sp>
        <p:sp>
          <p:nvSpPr>
            <p:cNvPr id="147" name="Shape 63">
              <a:extLst>
                <a:ext uri="{FF2B5EF4-FFF2-40B4-BE49-F238E27FC236}">
                  <a16:creationId xmlns:a16="http://schemas.microsoft.com/office/drawing/2014/main" id="{B64EA5B0-28E6-5AA2-3999-20CAC003966C}"/>
                </a:ext>
              </a:extLst>
            </p:cNvPr>
            <p:cNvSpPr/>
            <p:nvPr/>
          </p:nvSpPr>
          <p:spPr>
            <a:xfrm>
              <a:off x="9957816" y="4572000"/>
              <a:ext cx="146304" cy="146304"/>
            </a:xfrm>
            <a:prstGeom prst="ellipse">
              <a:avLst/>
            </a:prstGeom>
            <a:solidFill>
              <a:srgbClr val="2D7D46"/>
            </a:solidFill>
            <a:ln w="12700">
              <a:solidFill>
                <a:srgbClr val="2D7D46"/>
              </a:solidFill>
              <a:prstDash val="solid"/>
            </a:ln>
          </p:spPr>
          <p:txBody>
            <a:bodyPr/>
            <a:lstStyle/>
            <a:p>
              <a:endParaRPr lang="en-US" sz="1400"/>
            </a:p>
          </p:txBody>
        </p:sp>
        <p:sp>
          <p:nvSpPr>
            <p:cNvPr id="149" name="Text 64">
              <a:extLst>
                <a:ext uri="{FF2B5EF4-FFF2-40B4-BE49-F238E27FC236}">
                  <a16:creationId xmlns:a16="http://schemas.microsoft.com/office/drawing/2014/main" id="{769F8B8B-5EB1-4F77-1B3E-63DED2856BB6}"/>
                </a:ext>
              </a:extLst>
            </p:cNvPr>
            <p:cNvSpPr/>
            <p:nvPr/>
          </p:nvSpPr>
          <p:spPr>
            <a:xfrm>
              <a:off x="10195560" y="4507992"/>
              <a:ext cx="1609344" cy="301752"/>
            </a:xfrm>
            <a:prstGeom prst="rect">
              <a:avLst/>
            </a:prstGeom>
            <a:noFill/>
            <a:ln/>
          </p:spPr>
          <p:txBody>
            <a:bodyPr wrap="square" lIns="0" tIns="0" rIns="0" bIns="0" rtlCol="0" anchor="ctr">
              <a:normAutofit/>
            </a:bodyPr>
            <a:lstStyle/>
            <a:p>
              <a:pPr marL="0" indent="0">
                <a:buNone/>
              </a:pPr>
              <a:r>
                <a:rPr lang="en-US" sz="900" b="1">
                  <a:solidFill>
                    <a:srgbClr val="1E2A36"/>
                  </a:solidFill>
                  <a:latin typeface="Aptos" pitchFamily="34" charset="0"/>
                  <a:ea typeface="Aptos" pitchFamily="34" charset="-122"/>
                  <a:cs typeface="Aptos" pitchFamily="34" charset="-120"/>
                </a:rPr>
                <a:t>Tag</a:t>
              </a:r>
              <a:endParaRPr lang="en-US" sz="900"/>
            </a:p>
          </p:txBody>
        </p:sp>
      </p:grpSp>
      <p:sp>
        <p:nvSpPr>
          <p:cNvPr id="2" name="TextBox 1">
            <a:extLst>
              <a:ext uri="{FF2B5EF4-FFF2-40B4-BE49-F238E27FC236}">
                <a16:creationId xmlns:a16="http://schemas.microsoft.com/office/drawing/2014/main" id="{7B0C5F9C-147E-3646-8A75-CDEDB3EBD158}"/>
              </a:ext>
            </a:extLst>
          </p:cNvPr>
          <p:cNvSpPr txBox="1"/>
          <p:nvPr/>
        </p:nvSpPr>
        <p:spPr>
          <a:xfrm>
            <a:off x="8326580" y="1403857"/>
            <a:ext cx="2334491" cy="898038"/>
          </a:xfrm>
          <a:prstGeom prst="rect">
            <a:avLst/>
          </a:prstGeom>
        </p:spPr>
        <p:txBody>
          <a:bodyPr vert="horz" wrap="square" lIns="0" tIns="0" rIns="0" bIns="0" rtlCol="0" anchor="t" anchorCtr="0">
            <a:noAutofit/>
          </a:bodyPr>
          <a:lstStyle/>
          <a:p>
            <a:pPr algn="l">
              <a:spcAft>
                <a:spcPts val="600"/>
              </a:spcAft>
            </a:pPr>
            <a:r>
              <a:rPr lang="en-GB" sz="1500" b="1">
                <a:solidFill>
                  <a:schemeClr val="tx2"/>
                </a:solidFill>
              </a:rPr>
              <a:t>Currently 20 objects synced from Sales Cloud with Contact Point Phone Currently </a:t>
            </a:r>
            <a:r>
              <a:rPr lang="en-GB" sz="1500" b="1" err="1">
                <a:solidFill>
                  <a:schemeClr val="tx2"/>
                </a:solidFill>
              </a:rPr>
              <a:t>pasued</a:t>
            </a:r>
            <a:r>
              <a:rPr lang="en-GB" sz="1500" b="1">
                <a:solidFill>
                  <a:schemeClr val="tx2"/>
                </a:solidFill>
              </a:rPr>
              <a:t> as Data is now currently used in SFMC</a:t>
            </a:r>
            <a:endParaRPr lang="en-US" sz="1500" b="1">
              <a:solidFill>
                <a:schemeClr val="tx2"/>
              </a:solidFill>
            </a:endParaRPr>
          </a:p>
        </p:txBody>
      </p:sp>
    </p:spTree>
    <p:extLst>
      <p:ext uri="{BB962C8B-B14F-4D97-AF65-F5344CB8AC3E}">
        <p14:creationId xmlns:p14="http://schemas.microsoft.com/office/powerpoint/2010/main" val="3772589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1D9F0-138C-FBDE-BC1C-35F713EFDAF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A9C891C-5047-026E-48CA-5B3A700EC2FA}"/>
              </a:ext>
            </a:extLst>
          </p:cNvPr>
          <p:cNvSpPr>
            <a:spLocks noGrp="1"/>
          </p:cNvSpPr>
          <p:nvPr>
            <p:ph type="title"/>
          </p:nvPr>
        </p:nvSpPr>
        <p:spPr>
          <a:xfrm>
            <a:off x="822102" y="254111"/>
            <a:ext cx="10204450" cy="533400"/>
          </a:xfrm>
        </p:spPr>
        <p:txBody>
          <a:bodyPr/>
          <a:lstStyle/>
          <a:p>
            <a:r>
              <a:rPr lang="en-GB"/>
              <a:t>Sales Cloud Data Consumption By Marketing Cloud</a:t>
            </a:r>
            <a:endParaRPr lang="en-US"/>
          </a:p>
        </p:txBody>
      </p:sp>
      <p:sp>
        <p:nvSpPr>
          <p:cNvPr id="4" name="TextBox 3">
            <a:extLst>
              <a:ext uri="{FF2B5EF4-FFF2-40B4-BE49-F238E27FC236}">
                <a16:creationId xmlns:a16="http://schemas.microsoft.com/office/drawing/2014/main" id="{F9E86086-D5E0-E2ED-C308-5DB0CBBF7F25}"/>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5" name="Shape 2">
            <a:extLst>
              <a:ext uri="{FF2B5EF4-FFF2-40B4-BE49-F238E27FC236}">
                <a16:creationId xmlns:a16="http://schemas.microsoft.com/office/drawing/2014/main" id="{B689CFFD-6DCD-6F31-957D-1D070ABE5433}"/>
              </a:ext>
            </a:extLst>
          </p:cNvPr>
          <p:cNvSpPr/>
          <p:nvPr/>
        </p:nvSpPr>
        <p:spPr>
          <a:xfrm>
            <a:off x="640080" y="1188720"/>
            <a:ext cx="187452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7" name="Text 3">
            <a:extLst>
              <a:ext uri="{FF2B5EF4-FFF2-40B4-BE49-F238E27FC236}">
                <a16:creationId xmlns:a16="http://schemas.microsoft.com/office/drawing/2014/main" id="{64F2BFA6-A6FD-B941-F60A-4DB9C4CADDEE}"/>
              </a:ext>
            </a:extLst>
          </p:cNvPr>
          <p:cNvSpPr/>
          <p:nvPr/>
        </p:nvSpPr>
        <p:spPr>
          <a:xfrm>
            <a:off x="676656" y="1216152"/>
            <a:ext cx="1801368" cy="228600"/>
          </a:xfrm>
          <a:prstGeom prst="rect">
            <a:avLst/>
          </a:prstGeom>
          <a:noFill/>
          <a:ln/>
        </p:spPr>
        <p:txBody>
          <a:bodyPr wrap="square" lIns="0" tIns="0" rIns="0" bIns="0" rtlCol="0" anchor="ctr">
            <a:normAutofit/>
          </a:bodyPr>
          <a:lstStyle/>
          <a:p>
            <a:pPr marL="0" indent="0" algn="ctr">
              <a:buNone/>
            </a:pPr>
            <a:r>
              <a:rPr lang="en-US" sz="1050" b="1">
                <a:solidFill>
                  <a:srgbClr val="16365C"/>
                </a:solidFill>
                <a:latin typeface="Aptos" pitchFamily="34" charset="0"/>
                <a:ea typeface="Aptos" pitchFamily="34" charset="-122"/>
                <a:cs typeface="Aptos" pitchFamily="34" charset="-120"/>
              </a:rPr>
              <a:t>Source of record</a:t>
            </a:r>
            <a:endParaRPr lang="en-US" sz="1050"/>
          </a:p>
        </p:txBody>
      </p:sp>
      <p:sp>
        <p:nvSpPr>
          <p:cNvPr id="11" name="Shape 4">
            <a:extLst>
              <a:ext uri="{FF2B5EF4-FFF2-40B4-BE49-F238E27FC236}">
                <a16:creationId xmlns:a16="http://schemas.microsoft.com/office/drawing/2014/main" id="{EF016862-3F12-BCBF-0948-C036B8D7E790}"/>
              </a:ext>
            </a:extLst>
          </p:cNvPr>
          <p:cNvSpPr/>
          <p:nvPr/>
        </p:nvSpPr>
        <p:spPr>
          <a:xfrm>
            <a:off x="2971800" y="1188720"/>
            <a:ext cx="196596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13" name="Text 5">
            <a:extLst>
              <a:ext uri="{FF2B5EF4-FFF2-40B4-BE49-F238E27FC236}">
                <a16:creationId xmlns:a16="http://schemas.microsoft.com/office/drawing/2014/main" id="{95A99820-33E9-0CDA-35CD-C0805AF5F373}"/>
              </a:ext>
            </a:extLst>
          </p:cNvPr>
          <p:cNvSpPr/>
          <p:nvPr/>
        </p:nvSpPr>
        <p:spPr>
          <a:xfrm>
            <a:off x="3008376" y="1216152"/>
            <a:ext cx="1892808" cy="228600"/>
          </a:xfrm>
          <a:prstGeom prst="rect">
            <a:avLst/>
          </a:prstGeom>
          <a:noFill/>
          <a:ln/>
        </p:spPr>
        <p:txBody>
          <a:bodyPr wrap="square" lIns="0" tIns="0" rIns="0" bIns="0" rtlCol="0" anchor="ctr">
            <a:normAutofit/>
          </a:bodyPr>
          <a:lstStyle/>
          <a:p>
            <a:pPr marL="0" indent="0" algn="ctr">
              <a:buNone/>
            </a:pPr>
            <a:r>
              <a:rPr lang="en-US" sz="1050" b="1">
                <a:solidFill>
                  <a:srgbClr val="16365C"/>
                </a:solidFill>
                <a:latin typeface="Aptos" pitchFamily="34" charset="0"/>
                <a:ea typeface="Aptos" pitchFamily="34" charset="-122"/>
                <a:cs typeface="Aptos" pitchFamily="34" charset="-120"/>
              </a:rPr>
              <a:t>Selection / sync</a:t>
            </a:r>
            <a:endParaRPr lang="en-US" sz="1050"/>
          </a:p>
        </p:txBody>
      </p:sp>
      <p:sp>
        <p:nvSpPr>
          <p:cNvPr id="15" name="Shape 6">
            <a:extLst>
              <a:ext uri="{FF2B5EF4-FFF2-40B4-BE49-F238E27FC236}">
                <a16:creationId xmlns:a16="http://schemas.microsoft.com/office/drawing/2014/main" id="{2E697C69-BBC1-2847-1292-45B91116A02B}"/>
              </a:ext>
            </a:extLst>
          </p:cNvPr>
          <p:cNvSpPr/>
          <p:nvPr/>
        </p:nvSpPr>
        <p:spPr>
          <a:xfrm>
            <a:off x="5440680" y="1188720"/>
            <a:ext cx="196596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17" name="Text 7">
            <a:extLst>
              <a:ext uri="{FF2B5EF4-FFF2-40B4-BE49-F238E27FC236}">
                <a16:creationId xmlns:a16="http://schemas.microsoft.com/office/drawing/2014/main" id="{B07323B7-D106-328F-38DF-E20810B191B6}"/>
              </a:ext>
            </a:extLst>
          </p:cNvPr>
          <p:cNvSpPr/>
          <p:nvPr/>
        </p:nvSpPr>
        <p:spPr>
          <a:xfrm>
            <a:off x="5477256" y="1216152"/>
            <a:ext cx="1892808" cy="228600"/>
          </a:xfrm>
          <a:prstGeom prst="rect">
            <a:avLst/>
          </a:prstGeom>
          <a:noFill/>
          <a:ln/>
        </p:spPr>
        <p:txBody>
          <a:bodyPr wrap="square" lIns="0" tIns="0" rIns="0" bIns="0" rtlCol="0" anchor="ctr">
            <a:normAutofit/>
          </a:bodyPr>
          <a:lstStyle/>
          <a:p>
            <a:pPr marL="0" indent="0" algn="ctr">
              <a:buNone/>
            </a:pPr>
            <a:r>
              <a:rPr lang="en-US" sz="1050" b="1">
                <a:solidFill>
                  <a:srgbClr val="16365C"/>
                </a:solidFill>
                <a:latin typeface="Aptos" pitchFamily="34" charset="0"/>
                <a:ea typeface="Aptos" pitchFamily="34" charset="-122"/>
                <a:cs typeface="Aptos" pitchFamily="34" charset="-120"/>
              </a:rPr>
              <a:t>Segmentation layer</a:t>
            </a:r>
            <a:endParaRPr lang="en-US" sz="1050"/>
          </a:p>
        </p:txBody>
      </p:sp>
      <p:sp>
        <p:nvSpPr>
          <p:cNvPr id="20" name="Shape 8">
            <a:extLst>
              <a:ext uri="{FF2B5EF4-FFF2-40B4-BE49-F238E27FC236}">
                <a16:creationId xmlns:a16="http://schemas.microsoft.com/office/drawing/2014/main" id="{D9151C31-F798-610E-74CA-14315FE647B2}"/>
              </a:ext>
            </a:extLst>
          </p:cNvPr>
          <p:cNvSpPr/>
          <p:nvPr/>
        </p:nvSpPr>
        <p:spPr>
          <a:xfrm>
            <a:off x="7973568" y="1188720"/>
            <a:ext cx="182880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22" name="Text 9">
            <a:extLst>
              <a:ext uri="{FF2B5EF4-FFF2-40B4-BE49-F238E27FC236}">
                <a16:creationId xmlns:a16="http://schemas.microsoft.com/office/drawing/2014/main" id="{A41BC7D6-D7ED-2060-4039-2C910F63E7CD}"/>
              </a:ext>
            </a:extLst>
          </p:cNvPr>
          <p:cNvSpPr/>
          <p:nvPr/>
        </p:nvSpPr>
        <p:spPr>
          <a:xfrm>
            <a:off x="8010144" y="1216152"/>
            <a:ext cx="1755648" cy="228600"/>
          </a:xfrm>
          <a:prstGeom prst="rect">
            <a:avLst/>
          </a:prstGeom>
          <a:noFill/>
          <a:ln/>
        </p:spPr>
        <p:txBody>
          <a:bodyPr wrap="square" lIns="0" tIns="0" rIns="0" bIns="0" rtlCol="0" anchor="ctr">
            <a:normAutofit/>
          </a:bodyPr>
          <a:lstStyle/>
          <a:p>
            <a:pPr marL="0" indent="0" algn="ctr">
              <a:buNone/>
            </a:pPr>
            <a:r>
              <a:rPr lang="en-US" sz="1050" b="1">
                <a:solidFill>
                  <a:srgbClr val="16365C"/>
                </a:solidFill>
                <a:latin typeface="Aptos" pitchFamily="34" charset="0"/>
                <a:ea typeface="Aptos" pitchFamily="34" charset="-122"/>
                <a:cs typeface="Aptos" pitchFamily="34" charset="-120"/>
              </a:rPr>
              <a:t>Execution layer</a:t>
            </a:r>
            <a:endParaRPr lang="en-US" sz="1050"/>
          </a:p>
        </p:txBody>
      </p:sp>
      <p:sp>
        <p:nvSpPr>
          <p:cNvPr id="24" name="Shape 10">
            <a:extLst>
              <a:ext uri="{FF2B5EF4-FFF2-40B4-BE49-F238E27FC236}">
                <a16:creationId xmlns:a16="http://schemas.microsoft.com/office/drawing/2014/main" id="{93894716-6422-30C3-B6CE-16BCFD8D4363}"/>
              </a:ext>
            </a:extLst>
          </p:cNvPr>
          <p:cNvSpPr/>
          <p:nvPr/>
        </p:nvSpPr>
        <p:spPr>
          <a:xfrm>
            <a:off x="10058400" y="1188720"/>
            <a:ext cx="1737360" cy="283464"/>
          </a:xfrm>
          <a:prstGeom prst="roundRect">
            <a:avLst>
              <a:gd name="adj" fmla="val 25806"/>
            </a:avLst>
          </a:prstGeom>
          <a:solidFill>
            <a:srgbClr val="EAF3FB"/>
          </a:solidFill>
          <a:ln w="12700">
            <a:solidFill>
              <a:srgbClr val="EAF3FB"/>
            </a:solidFill>
            <a:prstDash val="solid"/>
          </a:ln>
        </p:spPr>
        <p:txBody>
          <a:bodyPr/>
          <a:lstStyle/>
          <a:p>
            <a:endParaRPr lang="en-US"/>
          </a:p>
        </p:txBody>
      </p:sp>
      <p:sp>
        <p:nvSpPr>
          <p:cNvPr id="26" name="Text 11">
            <a:extLst>
              <a:ext uri="{FF2B5EF4-FFF2-40B4-BE49-F238E27FC236}">
                <a16:creationId xmlns:a16="http://schemas.microsoft.com/office/drawing/2014/main" id="{CAC015A8-B5B2-74EE-B696-F7D8BB399107}"/>
              </a:ext>
            </a:extLst>
          </p:cNvPr>
          <p:cNvSpPr/>
          <p:nvPr/>
        </p:nvSpPr>
        <p:spPr>
          <a:xfrm>
            <a:off x="10094976" y="1216152"/>
            <a:ext cx="1664208" cy="228600"/>
          </a:xfrm>
          <a:prstGeom prst="rect">
            <a:avLst/>
          </a:prstGeom>
          <a:noFill/>
          <a:ln/>
        </p:spPr>
        <p:txBody>
          <a:bodyPr wrap="square" lIns="0" tIns="0" rIns="0" bIns="0" rtlCol="0" anchor="ctr">
            <a:normAutofit/>
          </a:bodyPr>
          <a:lstStyle/>
          <a:p>
            <a:pPr marL="0" indent="0" algn="ctr">
              <a:buNone/>
            </a:pPr>
            <a:r>
              <a:rPr lang="en-US" sz="1050" b="1">
                <a:solidFill>
                  <a:srgbClr val="16365C"/>
                </a:solidFill>
                <a:latin typeface="Aptos" pitchFamily="34" charset="0"/>
                <a:ea typeface="Aptos" pitchFamily="34" charset="-122"/>
                <a:cs typeface="Aptos" pitchFamily="34" charset="-120"/>
              </a:rPr>
              <a:t>Reporting / feedback</a:t>
            </a:r>
            <a:endParaRPr lang="en-US" sz="1050"/>
          </a:p>
        </p:txBody>
      </p:sp>
      <p:sp>
        <p:nvSpPr>
          <p:cNvPr id="28" name="Shape 12">
            <a:extLst>
              <a:ext uri="{FF2B5EF4-FFF2-40B4-BE49-F238E27FC236}">
                <a16:creationId xmlns:a16="http://schemas.microsoft.com/office/drawing/2014/main" id="{B5D88C01-CD6A-B10B-7162-EFC8C8584180}"/>
              </a:ext>
            </a:extLst>
          </p:cNvPr>
          <p:cNvSpPr/>
          <p:nvPr/>
        </p:nvSpPr>
        <p:spPr>
          <a:xfrm>
            <a:off x="2514600" y="2761488"/>
            <a:ext cx="548640" cy="0"/>
          </a:xfrm>
          <a:prstGeom prst="line">
            <a:avLst/>
          </a:prstGeom>
          <a:noFill/>
          <a:ln w="17780">
            <a:solidFill>
              <a:srgbClr val="6A7D90"/>
            </a:solidFill>
            <a:prstDash val="solid"/>
            <a:headEnd type="none"/>
            <a:tailEnd type="triangle"/>
          </a:ln>
        </p:spPr>
        <p:txBody>
          <a:bodyPr/>
          <a:lstStyle/>
          <a:p>
            <a:endParaRPr lang="en-US"/>
          </a:p>
        </p:txBody>
      </p:sp>
      <p:sp>
        <p:nvSpPr>
          <p:cNvPr id="30" name="Shape 13">
            <a:extLst>
              <a:ext uri="{FF2B5EF4-FFF2-40B4-BE49-F238E27FC236}">
                <a16:creationId xmlns:a16="http://schemas.microsoft.com/office/drawing/2014/main" id="{E37AA1A7-876C-F415-ECB2-1087EE71C0C6}"/>
              </a:ext>
            </a:extLst>
          </p:cNvPr>
          <p:cNvSpPr/>
          <p:nvPr/>
        </p:nvSpPr>
        <p:spPr>
          <a:xfrm>
            <a:off x="4937760" y="2761488"/>
            <a:ext cx="566928" cy="0"/>
          </a:xfrm>
          <a:prstGeom prst="line">
            <a:avLst/>
          </a:prstGeom>
          <a:noFill/>
          <a:ln w="17780">
            <a:solidFill>
              <a:srgbClr val="6A7D90"/>
            </a:solidFill>
            <a:prstDash val="solid"/>
            <a:headEnd type="none"/>
            <a:tailEnd type="triangle"/>
          </a:ln>
        </p:spPr>
        <p:txBody>
          <a:bodyPr/>
          <a:lstStyle/>
          <a:p>
            <a:endParaRPr lang="en-US"/>
          </a:p>
        </p:txBody>
      </p:sp>
      <p:sp>
        <p:nvSpPr>
          <p:cNvPr id="34" name="Shape 14">
            <a:extLst>
              <a:ext uri="{FF2B5EF4-FFF2-40B4-BE49-F238E27FC236}">
                <a16:creationId xmlns:a16="http://schemas.microsoft.com/office/drawing/2014/main" id="{202C165F-5110-7A51-1033-25D1AFFCADC5}"/>
              </a:ext>
            </a:extLst>
          </p:cNvPr>
          <p:cNvSpPr/>
          <p:nvPr/>
        </p:nvSpPr>
        <p:spPr>
          <a:xfrm>
            <a:off x="7406640" y="2761488"/>
            <a:ext cx="576072" cy="0"/>
          </a:xfrm>
          <a:prstGeom prst="line">
            <a:avLst/>
          </a:prstGeom>
          <a:noFill/>
          <a:ln w="17780">
            <a:solidFill>
              <a:srgbClr val="6A7D90"/>
            </a:solidFill>
            <a:prstDash val="solid"/>
            <a:headEnd type="none"/>
            <a:tailEnd type="triangle"/>
          </a:ln>
        </p:spPr>
        <p:txBody>
          <a:bodyPr/>
          <a:lstStyle/>
          <a:p>
            <a:endParaRPr lang="en-US"/>
          </a:p>
        </p:txBody>
      </p:sp>
      <p:sp>
        <p:nvSpPr>
          <p:cNvPr id="38" name="Shape 15">
            <a:extLst>
              <a:ext uri="{FF2B5EF4-FFF2-40B4-BE49-F238E27FC236}">
                <a16:creationId xmlns:a16="http://schemas.microsoft.com/office/drawing/2014/main" id="{7AB0FBB8-010E-E209-03AA-0A4CC2DC2A61}"/>
              </a:ext>
            </a:extLst>
          </p:cNvPr>
          <p:cNvSpPr/>
          <p:nvPr/>
        </p:nvSpPr>
        <p:spPr>
          <a:xfrm>
            <a:off x="9802368" y="2761488"/>
            <a:ext cx="274320" cy="0"/>
          </a:xfrm>
          <a:prstGeom prst="line">
            <a:avLst/>
          </a:prstGeom>
          <a:noFill/>
          <a:ln w="17780">
            <a:solidFill>
              <a:srgbClr val="6A7D90"/>
            </a:solidFill>
            <a:prstDash val="solid"/>
            <a:headEnd type="none"/>
            <a:tailEnd type="triangle"/>
          </a:ln>
        </p:spPr>
        <p:txBody>
          <a:bodyPr/>
          <a:lstStyle/>
          <a:p>
            <a:endParaRPr lang="en-US"/>
          </a:p>
        </p:txBody>
      </p:sp>
      <p:sp>
        <p:nvSpPr>
          <p:cNvPr id="42" name="Shape 16">
            <a:extLst>
              <a:ext uri="{FF2B5EF4-FFF2-40B4-BE49-F238E27FC236}">
                <a16:creationId xmlns:a16="http://schemas.microsoft.com/office/drawing/2014/main" id="{C8B958B3-4707-277E-32BD-56BCEACE796D}"/>
              </a:ext>
            </a:extLst>
          </p:cNvPr>
          <p:cNvSpPr/>
          <p:nvPr/>
        </p:nvSpPr>
        <p:spPr>
          <a:xfrm>
            <a:off x="8897112" y="3840480"/>
            <a:ext cx="1170432" cy="475488"/>
          </a:xfrm>
          <a:prstGeom prst="line">
            <a:avLst/>
          </a:prstGeom>
          <a:noFill/>
          <a:ln w="12700">
            <a:solidFill>
              <a:srgbClr val="6A7D90"/>
            </a:solidFill>
            <a:prstDash val="solid"/>
            <a:headEnd type="none"/>
            <a:tailEnd type="triangle"/>
          </a:ln>
        </p:spPr>
        <p:txBody>
          <a:bodyPr/>
          <a:lstStyle/>
          <a:p>
            <a:endParaRPr lang="en-US"/>
          </a:p>
        </p:txBody>
      </p:sp>
      <p:sp>
        <p:nvSpPr>
          <p:cNvPr id="46" name="Shape 17">
            <a:extLst>
              <a:ext uri="{FF2B5EF4-FFF2-40B4-BE49-F238E27FC236}">
                <a16:creationId xmlns:a16="http://schemas.microsoft.com/office/drawing/2014/main" id="{D391350C-ABF5-55A1-68FB-BCF8F6F053E1}"/>
              </a:ext>
            </a:extLst>
          </p:cNvPr>
          <p:cNvSpPr/>
          <p:nvPr/>
        </p:nvSpPr>
        <p:spPr>
          <a:xfrm>
            <a:off x="640080" y="1764792"/>
            <a:ext cx="1874520" cy="2066544"/>
          </a:xfrm>
          <a:prstGeom prst="roundRect">
            <a:avLst>
              <a:gd name="adj" fmla="val 5854"/>
            </a:avLst>
          </a:prstGeom>
          <a:solidFill>
            <a:srgbClr val="EAF3FB"/>
          </a:solidFill>
          <a:ln w="12700">
            <a:solidFill>
              <a:srgbClr val="2F75B5"/>
            </a:solidFill>
            <a:prstDash val="solid"/>
          </a:ln>
        </p:spPr>
        <p:txBody>
          <a:bodyPr/>
          <a:lstStyle/>
          <a:p>
            <a:endParaRPr lang="en-US"/>
          </a:p>
        </p:txBody>
      </p:sp>
      <p:sp>
        <p:nvSpPr>
          <p:cNvPr id="50" name="Text 18">
            <a:extLst>
              <a:ext uri="{FF2B5EF4-FFF2-40B4-BE49-F238E27FC236}">
                <a16:creationId xmlns:a16="http://schemas.microsoft.com/office/drawing/2014/main" id="{46913685-3CFA-BB7D-E50D-2D2F14C29268}"/>
              </a:ext>
            </a:extLst>
          </p:cNvPr>
          <p:cNvSpPr/>
          <p:nvPr/>
        </p:nvSpPr>
        <p:spPr>
          <a:xfrm>
            <a:off x="850392" y="1947672"/>
            <a:ext cx="1444752" cy="237744"/>
          </a:xfrm>
          <a:prstGeom prst="rect">
            <a:avLst/>
          </a:prstGeom>
          <a:noFill/>
          <a:ln/>
        </p:spPr>
        <p:txBody>
          <a:bodyPr wrap="square" lIns="0" tIns="0" rIns="0" bIns="0" rtlCol="0" anchor="ctr">
            <a:normAutofit/>
          </a:bodyPr>
          <a:lstStyle/>
          <a:p>
            <a:pPr marL="0" indent="0" algn="ctr">
              <a:buNone/>
            </a:pPr>
            <a:r>
              <a:rPr lang="en-US" sz="1500" b="1">
                <a:solidFill>
                  <a:srgbClr val="16365C"/>
                </a:solidFill>
                <a:latin typeface="Aptos" pitchFamily="34" charset="0"/>
                <a:ea typeface="Aptos" pitchFamily="34" charset="-122"/>
                <a:cs typeface="Aptos" pitchFamily="34" charset="-120"/>
              </a:rPr>
              <a:t>Sales Cloud</a:t>
            </a:r>
            <a:endParaRPr lang="en-US" sz="1500"/>
          </a:p>
        </p:txBody>
      </p:sp>
      <p:sp>
        <p:nvSpPr>
          <p:cNvPr id="54" name="Text 19">
            <a:extLst>
              <a:ext uri="{FF2B5EF4-FFF2-40B4-BE49-F238E27FC236}">
                <a16:creationId xmlns:a16="http://schemas.microsoft.com/office/drawing/2014/main" id="{1D5B3BB3-684B-5D1C-AF11-670122BE9D22}"/>
              </a:ext>
            </a:extLst>
          </p:cNvPr>
          <p:cNvSpPr/>
          <p:nvPr/>
        </p:nvSpPr>
        <p:spPr>
          <a:xfrm>
            <a:off x="850392" y="2331720"/>
            <a:ext cx="1463040" cy="1143000"/>
          </a:xfrm>
          <a:prstGeom prst="rect">
            <a:avLst/>
          </a:prstGeom>
          <a:noFill/>
          <a:ln/>
        </p:spPr>
        <p:txBody>
          <a:bodyPr wrap="square" lIns="0" tIns="0" rIns="0" bIns="0" rtlCol="0" anchor="t">
            <a:normAutofit/>
          </a:bodyPr>
          <a:lstStyle/>
          <a:p>
            <a:pPr marL="0" indent="0">
              <a:buNone/>
            </a:pPr>
            <a:r>
              <a:rPr lang="en-US" sz="1150">
                <a:solidFill>
                  <a:srgbClr val="1F2D3D"/>
                </a:solidFill>
              </a:rPr>
              <a:t>• Account</a:t>
            </a:r>
            <a:endParaRPr lang="en-US" sz="1150"/>
          </a:p>
          <a:p>
            <a:pPr marL="0" indent="0">
              <a:buNone/>
            </a:pPr>
            <a:r>
              <a:rPr lang="en-US" sz="1150">
                <a:solidFill>
                  <a:srgbClr val="1F2D3D"/>
                </a:solidFill>
              </a:rPr>
              <a:t>• Contact</a:t>
            </a:r>
            <a:endParaRPr lang="en-US" sz="1150"/>
          </a:p>
          <a:p>
            <a:pPr marL="0" indent="0">
              <a:buNone/>
            </a:pPr>
            <a:r>
              <a:rPr lang="en-US" sz="1150">
                <a:solidFill>
                  <a:srgbClr val="1F2D3D"/>
                </a:solidFill>
              </a:rPr>
              <a:t>• Lead</a:t>
            </a:r>
            <a:endParaRPr lang="en-US" sz="1150"/>
          </a:p>
          <a:p>
            <a:pPr marL="0" indent="0">
              <a:buNone/>
            </a:pPr>
            <a:r>
              <a:rPr lang="en-US" sz="1150">
                <a:solidFill>
                  <a:srgbClr val="1F2D3D"/>
                </a:solidFill>
              </a:rPr>
              <a:t>• Campaign</a:t>
            </a:r>
            <a:endParaRPr lang="en-US" sz="1150"/>
          </a:p>
          <a:p>
            <a:pPr marL="0" indent="0">
              <a:buNone/>
            </a:pPr>
            <a:r>
              <a:rPr lang="en-US" sz="1150">
                <a:solidFill>
                  <a:srgbClr val="1F2D3D"/>
                </a:solidFill>
              </a:rPr>
              <a:t>• Campaign Member</a:t>
            </a:r>
            <a:endParaRPr lang="en-US" sz="1150"/>
          </a:p>
        </p:txBody>
      </p:sp>
      <p:sp>
        <p:nvSpPr>
          <p:cNvPr id="58" name="Shape 20">
            <a:extLst>
              <a:ext uri="{FF2B5EF4-FFF2-40B4-BE49-F238E27FC236}">
                <a16:creationId xmlns:a16="http://schemas.microsoft.com/office/drawing/2014/main" id="{381FC100-05BA-9105-6D4E-18186EAB6ADB}"/>
              </a:ext>
            </a:extLst>
          </p:cNvPr>
          <p:cNvSpPr/>
          <p:nvPr/>
        </p:nvSpPr>
        <p:spPr>
          <a:xfrm>
            <a:off x="3063240" y="1764792"/>
            <a:ext cx="1874520" cy="2066544"/>
          </a:xfrm>
          <a:prstGeom prst="roundRect">
            <a:avLst>
              <a:gd name="adj" fmla="val 5854"/>
            </a:avLst>
          </a:prstGeom>
          <a:solidFill>
            <a:srgbClr val="EADCF8"/>
          </a:solidFill>
          <a:ln w="12700">
            <a:solidFill>
              <a:srgbClr val="7030A0"/>
            </a:solidFill>
            <a:prstDash val="solid"/>
          </a:ln>
        </p:spPr>
        <p:txBody>
          <a:bodyPr/>
          <a:lstStyle/>
          <a:p>
            <a:endParaRPr lang="en-US"/>
          </a:p>
        </p:txBody>
      </p:sp>
      <p:sp>
        <p:nvSpPr>
          <p:cNvPr id="62" name="Text 21">
            <a:extLst>
              <a:ext uri="{FF2B5EF4-FFF2-40B4-BE49-F238E27FC236}">
                <a16:creationId xmlns:a16="http://schemas.microsoft.com/office/drawing/2014/main" id="{805B13E8-DD10-5DFD-AFAD-6857F1FC7462}"/>
              </a:ext>
            </a:extLst>
          </p:cNvPr>
          <p:cNvSpPr/>
          <p:nvPr/>
        </p:nvSpPr>
        <p:spPr>
          <a:xfrm>
            <a:off x="3218688" y="1947672"/>
            <a:ext cx="1572768" cy="237744"/>
          </a:xfrm>
          <a:prstGeom prst="rect">
            <a:avLst/>
          </a:prstGeom>
          <a:noFill/>
          <a:ln/>
        </p:spPr>
        <p:txBody>
          <a:bodyPr wrap="square" lIns="0" tIns="0" rIns="0" bIns="0" rtlCol="0" anchor="ctr">
            <a:normAutofit fontScale="85000" lnSpcReduction="10000"/>
          </a:bodyPr>
          <a:lstStyle/>
          <a:p>
            <a:pPr marL="0" indent="0" algn="ctr">
              <a:buNone/>
            </a:pPr>
            <a:r>
              <a:rPr lang="en-US" sz="1420" b="1">
                <a:solidFill>
                  <a:srgbClr val="16365C"/>
                </a:solidFill>
                <a:latin typeface="Aptos" pitchFamily="34" charset="0"/>
                <a:ea typeface="Aptos" pitchFamily="34" charset="-122"/>
                <a:cs typeface="Aptos" pitchFamily="34" charset="-120"/>
              </a:rPr>
              <a:t>Controlled extract / sync</a:t>
            </a:r>
            <a:endParaRPr lang="en-US" sz="1420"/>
          </a:p>
        </p:txBody>
      </p:sp>
      <p:sp>
        <p:nvSpPr>
          <p:cNvPr id="66" name="Text 22">
            <a:extLst>
              <a:ext uri="{FF2B5EF4-FFF2-40B4-BE49-F238E27FC236}">
                <a16:creationId xmlns:a16="http://schemas.microsoft.com/office/drawing/2014/main" id="{21938F6F-239E-4A73-CEA5-ADB86424D4DC}"/>
              </a:ext>
            </a:extLst>
          </p:cNvPr>
          <p:cNvSpPr/>
          <p:nvPr/>
        </p:nvSpPr>
        <p:spPr>
          <a:xfrm>
            <a:off x="3273552" y="2331720"/>
            <a:ext cx="1444752" cy="1024128"/>
          </a:xfrm>
          <a:prstGeom prst="rect">
            <a:avLst/>
          </a:prstGeom>
          <a:noFill/>
          <a:ln/>
        </p:spPr>
        <p:txBody>
          <a:bodyPr wrap="square" lIns="0" tIns="0" rIns="0" bIns="0" rtlCol="0" anchor="t">
            <a:normAutofit/>
          </a:bodyPr>
          <a:lstStyle/>
          <a:p>
            <a:pPr marL="0" indent="0">
              <a:buNone/>
            </a:pPr>
            <a:r>
              <a:rPr lang="en-US" sz="1080">
                <a:solidFill>
                  <a:srgbClr val="1F2D3D"/>
                </a:solidFill>
              </a:rPr>
              <a:t>• Confirmed objects only</a:t>
            </a:r>
            <a:endParaRPr lang="en-US" sz="1080"/>
          </a:p>
          <a:p>
            <a:pPr marL="0" indent="0">
              <a:buNone/>
            </a:pPr>
            <a:r>
              <a:rPr lang="en-US" sz="1080">
                <a:solidFill>
                  <a:srgbClr val="1F2D3D"/>
                </a:solidFill>
              </a:rPr>
              <a:t>• Selected fields</a:t>
            </a:r>
            <a:endParaRPr lang="en-US" sz="1080"/>
          </a:p>
          <a:p>
            <a:pPr marL="0" indent="0">
              <a:buNone/>
            </a:pPr>
            <a:r>
              <a:rPr lang="en-US" sz="1080">
                <a:solidFill>
                  <a:srgbClr val="1F2D3D"/>
                </a:solidFill>
              </a:rPr>
              <a:t>• Refresh cadence</a:t>
            </a:r>
            <a:endParaRPr lang="en-US" sz="1080"/>
          </a:p>
          <a:p>
            <a:pPr marL="0" indent="0">
              <a:buNone/>
            </a:pPr>
            <a:r>
              <a:rPr lang="en-US" sz="1080">
                <a:solidFill>
                  <a:srgbClr val="1F2D3D"/>
                </a:solidFill>
              </a:rPr>
              <a:t>• Access controls</a:t>
            </a:r>
            <a:endParaRPr lang="en-US" sz="1080"/>
          </a:p>
        </p:txBody>
      </p:sp>
      <p:sp>
        <p:nvSpPr>
          <p:cNvPr id="70" name="Shape 23">
            <a:extLst>
              <a:ext uri="{FF2B5EF4-FFF2-40B4-BE49-F238E27FC236}">
                <a16:creationId xmlns:a16="http://schemas.microsoft.com/office/drawing/2014/main" id="{1F19286B-BB59-FC0A-A00F-B893006D562E}"/>
              </a:ext>
            </a:extLst>
          </p:cNvPr>
          <p:cNvSpPr/>
          <p:nvPr/>
        </p:nvSpPr>
        <p:spPr>
          <a:xfrm>
            <a:off x="5504688" y="1764792"/>
            <a:ext cx="1901952" cy="2066544"/>
          </a:xfrm>
          <a:prstGeom prst="roundRect">
            <a:avLst>
              <a:gd name="adj" fmla="val 5769"/>
            </a:avLst>
          </a:prstGeom>
          <a:solidFill>
            <a:srgbClr val="E2F0D9"/>
          </a:solidFill>
          <a:ln w="12700">
            <a:solidFill>
              <a:srgbClr val="70AD47"/>
            </a:solidFill>
            <a:prstDash val="solid"/>
          </a:ln>
        </p:spPr>
        <p:txBody>
          <a:bodyPr/>
          <a:lstStyle/>
          <a:p>
            <a:endParaRPr lang="en-US"/>
          </a:p>
        </p:txBody>
      </p:sp>
      <p:sp>
        <p:nvSpPr>
          <p:cNvPr id="74" name="Text 24">
            <a:extLst>
              <a:ext uri="{FF2B5EF4-FFF2-40B4-BE49-F238E27FC236}">
                <a16:creationId xmlns:a16="http://schemas.microsoft.com/office/drawing/2014/main" id="{F841AB03-9797-EF3D-C2A7-3339F49FE25C}"/>
              </a:ext>
            </a:extLst>
          </p:cNvPr>
          <p:cNvSpPr/>
          <p:nvPr/>
        </p:nvSpPr>
        <p:spPr>
          <a:xfrm>
            <a:off x="5650992" y="1947672"/>
            <a:ext cx="1627632" cy="237744"/>
          </a:xfrm>
          <a:prstGeom prst="rect">
            <a:avLst/>
          </a:prstGeom>
          <a:noFill/>
          <a:ln/>
        </p:spPr>
        <p:txBody>
          <a:bodyPr wrap="square" lIns="0" tIns="0" rIns="0" bIns="0" rtlCol="0" anchor="ctr">
            <a:normAutofit fontScale="85000" lnSpcReduction="10000"/>
          </a:bodyPr>
          <a:lstStyle/>
          <a:p>
            <a:pPr marL="0" indent="0" algn="ctr">
              <a:buNone/>
            </a:pPr>
            <a:r>
              <a:rPr lang="en-US" sz="1370" b="1">
                <a:solidFill>
                  <a:srgbClr val="16365C"/>
                </a:solidFill>
                <a:latin typeface="Aptos" pitchFamily="34" charset="0"/>
                <a:ea typeface="Aptos" pitchFamily="34" charset="-122"/>
                <a:cs typeface="Aptos" pitchFamily="34" charset="-120"/>
              </a:rPr>
              <a:t>Data 360 / segmentation</a:t>
            </a:r>
            <a:endParaRPr lang="en-US" sz="1370"/>
          </a:p>
        </p:txBody>
      </p:sp>
      <p:sp>
        <p:nvSpPr>
          <p:cNvPr id="78" name="Text 25">
            <a:extLst>
              <a:ext uri="{FF2B5EF4-FFF2-40B4-BE49-F238E27FC236}">
                <a16:creationId xmlns:a16="http://schemas.microsoft.com/office/drawing/2014/main" id="{566C1C47-5F6D-3AA2-1F38-33C1F9BE4AAD}"/>
              </a:ext>
            </a:extLst>
          </p:cNvPr>
          <p:cNvSpPr/>
          <p:nvPr/>
        </p:nvSpPr>
        <p:spPr>
          <a:xfrm>
            <a:off x="5715000" y="2331720"/>
            <a:ext cx="1417320" cy="1024128"/>
          </a:xfrm>
          <a:prstGeom prst="rect">
            <a:avLst/>
          </a:prstGeom>
          <a:noFill/>
          <a:ln/>
        </p:spPr>
        <p:txBody>
          <a:bodyPr wrap="square" lIns="0" tIns="0" rIns="0" bIns="0" rtlCol="0" anchor="t">
            <a:normAutofit/>
          </a:bodyPr>
          <a:lstStyle/>
          <a:p>
            <a:pPr marL="0" indent="0">
              <a:buNone/>
            </a:pPr>
            <a:r>
              <a:rPr lang="en-US" sz="1080">
                <a:solidFill>
                  <a:srgbClr val="1F2D3D"/>
                </a:solidFill>
              </a:rPr>
              <a:t>• Identity handling</a:t>
            </a:r>
            <a:endParaRPr lang="en-US" sz="1080"/>
          </a:p>
          <a:p>
            <a:pPr marL="0" indent="0">
              <a:buNone/>
            </a:pPr>
            <a:r>
              <a:rPr lang="en-US" sz="1080">
                <a:solidFill>
                  <a:srgbClr val="1F2D3D"/>
                </a:solidFill>
              </a:rPr>
              <a:t>• Audience rules</a:t>
            </a:r>
            <a:endParaRPr lang="en-US" sz="1080"/>
          </a:p>
          <a:p>
            <a:pPr marL="0" indent="0">
              <a:buNone/>
            </a:pPr>
            <a:r>
              <a:rPr lang="en-US" sz="1080">
                <a:solidFill>
                  <a:srgbClr val="1F2D3D"/>
                </a:solidFill>
              </a:rPr>
              <a:t>• Eligibility logic</a:t>
            </a:r>
            <a:endParaRPr lang="en-US" sz="1080"/>
          </a:p>
          <a:p>
            <a:pPr marL="0" indent="0">
              <a:buNone/>
            </a:pPr>
            <a:r>
              <a:rPr lang="en-US" sz="1080">
                <a:solidFill>
                  <a:srgbClr val="1F2D3D"/>
                </a:solidFill>
              </a:rPr>
              <a:t>• Activation outputs</a:t>
            </a:r>
            <a:endParaRPr lang="en-US" sz="1080"/>
          </a:p>
        </p:txBody>
      </p:sp>
      <p:sp>
        <p:nvSpPr>
          <p:cNvPr id="82" name="Shape 26">
            <a:extLst>
              <a:ext uri="{FF2B5EF4-FFF2-40B4-BE49-F238E27FC236}">
                <a16:creationId xmlns:a16="http://schemas.microsoft.com/office/drawing/2014/main" id="{F7A18B61-2090-BD4E-4403-9F1A0F5AE0CF}"/>
              </a:ext>
            </a:extLst>
          </p:cNvPr>
          <p:cNvSpPr/>
          <p:nvPr/>
        </p:nvSpPr>
        <p:spPr>
          <a:xfrm>
            <a:off x="7982712" y="1764792"/>
            <a:ext cx="1819656" cy="2066544"/>
          </a:xfrm>
          <a:prstGeom prst="roundRect">
            <a:avLst>
              <a:gd name="adj" fmla="val 6030"/>
            </a:avLst>
          </a:prstGeom>
          <a:solidFill>
            <a:srgbClr val="FCE4D6"/>
          </a:solidFill>
          <a:ln w="12700">
            <a:solidFill>
              <a:srgbClr val="ED7D31"/>
            </a:solidFill>
            <a:prstDash val="solid"/>
          </a:ln>
        </p:spPr>
        <p:txBody>
          <a:bodyPr/>
          <a:lstStyle/>
          <a:p>
            <a:endParaRPr lang="en-US"/>
          </a:p>
        </p:txBody>
      </p:sp>
      <p:sp>
        <p:nvSpPr>
          <p:cNvPr id="86" name="Text 27">
            <a:extLst>
              <a:ext uri="{FF2B5EF4-FFF2-40B4-BE49-F238E27FC236}">
                <a16:creationId xmlns:a16="http://schemas.microsoft.com/office/drawing/2014/main" id="{A559B497-C123-9608-B346-6C26A72475F9}"/>
              </a:ext>
            </a:extLst>
          </p:cNvPr>
          <p:cNvSpPr/>
          <p:nvPr/>
        </p:nvSpPr>
        <p:spPr>
          <a:xfrm>
            <a:off x="8165592" y="1947672"/>
            <a:ext cx="1444752" cy="237744"/>
          </a:xfrm>
          <a:prstGeom prst="rect">
            <a:avLst/>
          </a:prstGeom>
          <a:noFill/>
          <a:ln/>
        </p:spPr>
        <p:txBody>
          <a:bodyPr wrap="square" lIns="0" tIns="0" rIns="0" bIns="0" rtlCol="0" anchor="ctr">
            <a:normAutofit/>
          </a:bodyPr>
          <a:lstStyle/>
          <a:p>
            <a:pPr marL="0" indent="0" algn="ctr">
              <a:buNone/>
            </a:pPr>
            <a:r>
              <a:rPr lang="en-US" sz="1420" b="1">
                <a:solidFill>
                  <a:srgbClr val="16365C"/>
                </a:solidFill>
                <a:latin typeface="Aptos" pitchFamily="34" charset="0"/>
                <a:ea typeface="Aptos" pitchFamily="34" charset="-122"/>
                <a:cs typeface="Aptos" pitchFamily="34" charset="-120"/>
              </a:rPr>
              <a:t>SFMC Engage</a:t>
            </a:r>
            <a:endParaRPr lang="en-US" sz="1420"/>
          </a:p>
        </p:txBody>
      </p:sp>
      <p:sp>
        <p:nvSpPr>
          <p:cNvPr id="90" name="Text 28">
            <a:extLst>
              <a:ext uri="{FF2B5EF4-FFF2-40B4-BE49-F238E27FC236}">
                <a16:creationId xmlns:a16="http://schemas.microsoft.com/office/drawing/2014/main" id="{86EF7406-5149-457D-7890-5EC311C9FF32}"/>
              </a:ext>
            </a:extLst>
          </p:cNvPr>
          <p:cNvSpPr/>
          <p:nvPr/>
        </p:nvSpPr>
        <p:spPr>
          <a:xfrm>
            <a:off x="8165592" y="2331720"/>
            <a:ext cx="1298448" cy="1024128"/>
          </a:xfrm>
          <a:prstGeom prst="rect">
            <a:avLst/>
          </a:prstGeom>
          <a:noFill/>
          <a:ln/>
        </p:spPr>
        <p:txBody>
          <a:bodyPr wrap="square" lIns="0" tIns="0" rIns="0" bIns="0" rtlCol="0" anchor="t">
            <a:normAutofit/>
          </a:bodyPr>
          <a:lstStyle/>
          <a:p>
            <a:pPr marL="0" indent="0">
              <a:buNone/>
            </a:pPr>
            <a:r>
              <a:rPr lang="en-US" sz="1080">
                <a:solidFill>
                  <a:srgbClr val="1F2D3D"/>
                </a:solidFill>
              </a:rPr>
              <a:t>• Shared / local DEs</a:t>
            </a:r>
            <a:endParaRPr lang="en-US" sz="1080"/>
          </a:p>
          <a:p>
            <a:pPr marL="0" indent="0">
              <a:buNone/>
            </a:pPr>
            <a:r>
              <a:rPr lang="en-US" sz="1080">
                <a:solidFill>
                  <a:srgbClr val="1F2D3D"/>
                </a:solidFill>
              </a:rPr>
              <a:t>• Journey entry</a:t>
            </a:r>
            <a:endParaRPr lang="en-US" sz="1080"/>
          </a:p>
          <a:p>
            <a:pPr marL="0" indent="0">
              <a:buNone/>
            </a:pPr>
            <a:r>
              <a:rPr lang="en-US" sz="1080">
                <a:solidFill>
                  <a:srgbClr val="1F2D3D"/>
                </a:solidFill>
              </a:rPr>
              <a:t>• Personalisation</a:t>
            </a:r>
            <a:endParaRPr lang="en-US" sz="1080"/>
          </a:p>
          <a:p>
            <a:pPr marL="0" indent="0">
              <a:buNone/>
            </a:pPr>
            <a:r>
              <a:rPr lang="en-US" sz="1080">
                <a:solidFill>
                  <a:srgbClr val="1F2D3D"/>
                </a:solidFill>
              </a:rPr>
              <a:t>• Email sends</a:t>
            </a:r>
            <a:endParaRPr lang="en-US" sz="1080"/>
          </a:p>
        </p:txBody>
      </p:sp>
      <p:sp>
        <p:nvSpPr>
          <p:cNvPr id="94" name="Shape 29">
            <a:extLst>
              <a:ext uri="{FF2B5EF4-FFF2-40B4-BE49-F238E27FC236}">
                <a16:creationId xmlns:a16="http://schemas.microsoft.com/office/drawing/2014/main" id="{C48BB84A-3538-C58D-99B5-55E49B61B38E}"/>
              </a:ext>
            </a:extLst>
          </p:cNvPr>
          <p:cNvSpPr/>
          <p:nvPr/>
        </p:nvSpPr>
        <p:spPr>
          <a:xfrm>
            <a:off x="10076688" y="1764792"/>
            <a:ext cx="1709928" cy="2066544"/>
          </a:xfrm>
          <a:prstGeom prst="roundRect">
            <a:avLst>
              <a:gd name="adj" fmla="val 6417"/>
            </a:avLst>
          </a:prstGeom>
          <a:solidFill>
            <a:srgbClr val="EEF4FA"/>
          </a:solidFill>
          <a:ln w="12700">
            <a:solidFill>
              <a:srgbClr val="C6D4E1"/>
            </a:solidFill>
            <a:prstDash val="solid"/>
          </a:ln>
        </p:spPr>
        <p:txBody>
          <a:bodyPr/>
          <a:lstStyle/>
          <a:p>
            <a:endParaRPr lang="en-US"/>
          </a:p>
        </p:txBody>
      </p:sp>
      <p:sp>
        <p:nvSpPr>
          <p:cNvPr id="98" name="Text 30">
            <a:extLst>
              <a:ext uri="{FF2B5EF4-FFF2-40B4-BE49-F238E27FC236}">
                <a16:creationId xmlns:a16="http://schemas.microsoft.com/office/drawing/2014/main" id="{9ADCF358-C832-770F-95E8-95F07837FBF7}"/>
              </a:ext>
            </a:extLst>
          </p:cNvPr>
          <p:cNvSpPr/>
          <p:nvPr/>
        </p:nvSpPr>
        <p:spPr>
          <a:xfrm>
            <a:off x="10268712" y="1947672"/>
            <a:ext cx="1325880" cy="237744"/>
          </a:xfrm>
          <a:prstGeom prst="rect">
            <a:avLst/>
          </a:prstGeom>
          <a:noFill/>
          <a:ln/>
        </p:spPr>
        <p:txBody>
          <a:bodyPr wrap="square" lIns="0" tIns="0" rIns="0" bIns="0" rtlCol="0" anchor="ctr">
            <a:normAutofit/>
          </a:bodyPr>
          <a:lstStyle/>
          <a:p>
            <a:pPr marL="0" indent="0" algn="ctr">
              <a:buNone/>
            </a:pPr>
            <a:r>
              <a:rPr lang="en-US" sz="1420" b="1">
                <a:solidFill>
                  <a:srgbClr val="16365C"/>
                </a:solidFill>
                <a:latin typeface="Aptos" pitchFamily="34" charset="0"/>
                <a:ea typeface="Aptos" pitchFamily="34" charset="-122"/>
                <a:cs typeface="Aptos" pitchFamily="34" charset="-120"/>
              </a:rPr>
              <a:t>Reporting</a:t>
            </a:r>
            <a:endParaRPr lang="en-US" sz="1420"/>
          </a:p>
        </p:txBody>
      </p:sp>
      <p:sp>
        <p:nvSpPr>
          <p:cNvPr id="102" name="Text 31">
            <a:extLst>
              <a:ext uri="{FF2B5EF4-FFF2-40B4-BE49-F238E27FC236}">
                <a16:creationId xmlns:a16="http://schemas.microsoft.com/office/drawing/2014/main" id="{2E146AB4-A9BA-E874-1465-763824CC47FE}"/>
              </a:ext>
            </a:extLst>
          </p:cNvPr>
          <p:cNvSpPr/>
          <p:nvPr/>
        </p:nvSpPr>
        <p:spPr>
          <a:xfrm>
            <a:off x="10241280" y="2331720"/>
            <a:ext cx="1234440" cy="1024128"/>
          </a:xfrm>
          <a:prstGeom prst="rect">
            <a:avLst/>
          </a:prstGeom>
          <a:noFill/>
          <a:ln/>
        </p:spPr>
        <p:txBody>
          <a:bodyPr wrap="square" lIns="0" tIns="0" rIns="0" bIns="0" rtlCol="0" anchor="t">
            <a:normAutofit/>
          </a:bodyPr>
          <a:lstStyle/>
          <a:p>
            <a:pPr marL="0" indent="0">
              <a:buNone/>
            </a:pPr>
            <a:r>
              <a:rPr lang="en-US" sz="1050">
                <a:solidFill>
                  <a:srgbClr val="1F2D3D"/>
                </a:solidFill>
              </a:rPr>
              <a:t>• Campaign response</a:t>
            </a:r>
            <a:endParaRPr lang="en-US" sz="1050"/>
          </a:p>
          <a:p>
            <a:pPr marL="0" indent="0">
              <a:buNone/>
            </a:pPr>
            <a:r>
              <a:rPr lang="en-US" sz="1050">
                <a:solidFill>
                  <a:srgbClr val="1F2D3D"/>
                </a:solidFill>
              </a:rPr>
              <a:t>• Engagement data</a:t>
            </a:r>
            <a:endParaRPr lang="en-US" sz="1050"/>
          </a:p>
          <a:p>
            <a:pPr marL="0" indent="0">
              <a:buNone/>
            </a:pPr>
            <a:r>
              <a:rPr lang="en-US" sz="1050">
                <a:solidFill>
                  <a:srgbClr val="1F2D3D"/>
                </a:solidFill>
              </a:rPr>
              <a:t>• Lead follow-up</a:t>
            </a:r>
            <a:endParaRPr lang="en-US" sz="1050"/>
          </a:p>
          <a:p>
            <a:pPr marL="0" indent="0">
              <a:buNone/>
            </a:pPr>
            <a:r>
              <a:rPr lang="en-US" sz="1050">
                <a:solidFill>
                  <a:srgbClr val="1F2D3D"/>
                </a:solidFill>
              </a:rPr>
              <a:t>• Pipeline impact</a:t>
            </a:r>
            <a:endParaRPr lang="en-US" sz="1050"/>
          </a:p>
        </p:txBody>
      </p:sp>
      <p:sp>
        <p:nvSpPr>
          <p:cNvPr id="106" name="Shape 32">
            <a:extLst>
              <a:ext uri="{FF2B5EF4-FFF2-40B4-BE49-F238E27FC236}">
                <a16:creationId xmlns:a16="http://schemas.microsoft.com/office/drawing/2014/main" id="{B2386A71-F655-B26D-474D-0454E2FB018C}"/>
              </a:ext>
            </a:extLst>
          </p:cNvPr>
          <p:cNvSpPr/>
          <p:nvPr/>
        </p:nvSpPr>
        <p:spPr>
          <a:xfrm>
            <a:off x="822960" y="4599432"/>
            <a:ext cx="3108960" cy="822960"/>
          </a:xfrm>
          <a:prstGeom prst="roundRect">
            <a:avLst>
              <a:gd name="adj" fmla="val 13333"/>
            </a:avLst>
          </a:prstGeom>
          <a:solidFill>
            <a:srgbClr val="FFFFFF"/>
          </a:solidFill>
          <a:ln w="12700">
            <a:solidFill>
              <a:srgbClr val="C8D6E5"/>
            </a:solidFill>
            <a:prstDash val="solid"/>
          </a:ln>
        </p:spPr>
        <p:txBody>
          <a:bodyPr/>
          <a:lstStyle/>
          <a:p>
            <a:endParaRPr lang="en-US"/>
          </a:p>
        </p:txBody>
      </p:sp>
      <p:sp>
        <p:nvSpPr>
          <p:cNvPr id="110" name="Text 33">
            <a:extLst>
              <a:ext uri="{FF2B5EF4-FFF2-40B4-BE49-F238E27FC236}">
                <a16:creationId xmlns:a16="http://schemas.microsoft.com/office/drawing/2014/main" id="{581053DA-4B87-5C76-150B-9A7AF4FA852B}"/>
              </a:ext>
            </a:extLst>
          </p:cNvPr>
          <p:cNvSpPr/>
          <p:nvPr/>
        </p:nvSpPr>
        <p:spPr>
          <a:xfrm>
            <a:off x="987552" y="4736592"/>
            <a:ext cx="1508760" cy="219456"/>
          </a:xfrm>
          <a:prstGeom prst="rect">
            <a:avLst/>
          </a:prstGeom>
          <a:noFill/>
          <a:ln/>
        </p:spPr>
        <p:txBody>
          <a:bodyPr wrap="square" lIns="0" tIns="0" rIns="0" bIns="0" rtlCol="0" anchor="ctr">
            <a:normAutofit/>
          </a:bodyPr>
          <a:lstStyle/>
          <a:p>
            <a:pPr marL="0" indent="0" algn="l">
              <a:buNone/>
            </a:pPr>
            <a:r>
              <a:rPr lang="en-US" sz="1400" b="1">
                <a:solidFill>
                  <a:srgbClr val="16365C"/>
                </a:solidFill>
                <a:latin typeface="Aptos" pitchFamily="34" charset="0"/>
                <a:ea typeface="Aptos" pitchFamily="34" charset="-122"/>
                <a:cs typeface="Aptos" pitchFamily="34" charset="-120"/>
              </a:rPr>
              <a:t>System of record</a:t>
            </a:r>
            <a:endParaRPr lang="en-US" sz="1400"/>
          </a:p>
        </p:txBody>
      </p:sp>
      <p:sp>
        <p:nvSpPr>
          <p:cNvPr id="114" name="Text 34">
            <a:extLst>
              <a:ext uri="{FF2B5EF4-FFF2-40B4-BE49-F238E27FC236}">
                <a16:creationId xmlns:a16="http://schemas.microsoft.com/office/drawing/2014/main" id="{A55253BC-6E5B-4F75-D437-4EFF9F3D67BF}"/>
              </a:ext>
            </a:extLst>
          </p:cNvPr>
          <p:cNvSpPr/>
          <p:nvPr/>
        </p:nvSpPr>
        <p:spPr>
          <a:xfrm>
            <a:off x="987552" y="5038344"/>
            <a:ext cx="2651760" cy="210312"/>
          </a:xfrm>
          <a:prstGeom prst="rect">
            <a:avLst/>
          </a:prstGeom>
          <a:noFill/>
          <a:ln/>
        </p:spPr>
        <p:txBody>
          <a:bodyPr wrap="square" lIns="0" tIns="0" rIns="0" bIns="0" rtlCol="0" anchor="ctr">
            <a:normAutofit/>
          </a:bodyPr>
          <a:lstStyle/>
          <a:p>
            <a:pPr marL="0" indent="0" algn="l">
              <a:buNone/>
            </a:pPr>
            <a:r>
              <a:rPr lang="en-US" sz="1120">
                <a:solidFill>
                  <a:srgbClr val="1F2D3D"/>
                </a:solidFill>
                <a:latin typeface="Aptos" pitchFamily="34" charset="0"/>
                <a:ea typeface="Aptos" pitchFamily="34" charset="-122"/>
                <a:cs typeface="Aptos" pitchFamily="34" charset="-120"/>
              </a:rPr>
              <a:t>Sales Cloud owns CRM objects and IDs.</a:t>
            </a:r>
            <a:endParaRPr lang="en-US" sz="1120"/>
          </a:p>
        </p:txBody>
      </p:sp>
      <p:sp>
        <p:nvSpPr>
          <p:cNvPr id="118" name="Shape 35">
            <a:extLst>
              <a:ext uri="{FF2B5EF4-FFF2-40B4-BE49-F238E27FC236}">
                <a16:creationId xmlns:a16="http://schemas.microsoft.com/office/drawing/2014/main" id="{1EB62EFD-F53C-1153-CDF6-166956019A9F}"/>
              </a:ext>
            </a:extLst>
          </p:cNvPr>
          <p:cNvSpPr/>
          <p:nvPr/>
        </p:nvSpPr>
        <p:spPr>
          <a:xfrm>
            <a:off x="4526280" y="4599432"/>
            <a:ext cx="3108960" cy="822960"/>
          </a:xfrm>
          <a:prstGeom prst="roundRect">
            <a:avLst>
              <a:gd name="adj" fmla="val 13333"/>
            </a:avLst>
          </a:prstGeom>
          <a:solidFill>
            <a:srgbClr val="FFFFFF"/>
          </a:solidFill>
          <a:ln w="12700">
            <a:solidFill>
              <a:srgbClr val="C8D6E5"/>
            </a:solidFill>
            <a:prstDash val="solid"/>
          </a:ln>
        </p:spPr>
        <p:txBody>
          <a:bodyPr/>
          <a:lstStyle/>
          <a:p>
            <a:endParaRPr lang="en-US"/>
          </a:p>
        </p:txBody>
      </p:sp>
      <p:sp>
        <p:nvSpPr>
          <p:cNvPr id="122" name="Text 36">
            <a:extLst>
              <a:ext uri="{FF2B5EF4-FFF2-40B4-BE49-F238E27FC236}">
                <a16:creationId xmlns:a16="http://schemas.microsoft.com/office/drawing/2014/main" id="{6DB735E6-440D-7D38-BAED-90E7E60ED4E4}"/>
              </a:ext>
            </a:extLst>
          </p:cNvPr>
          <p:cNvSpPr/>
          <p:nvPr/>
        </p:nvSpPr>
        <p:spPr>
          <a:xfrm>
            <a:off x="4690872" y="4736592"/>
            <a:ext cx="2011680" cy="219456"/>
          </a:xfrm>
          <a:prstGeom prst="rect">
            <a:avLst/>
          </a:prstGeom>
          <a:noFill/>
          <a:ln/>
        </p:spPr>
        <p:txBody>
          <a:bodyPr wrap="square" lIns="0" tIns="0" rIns="0" bIns="0" rtlCol="0" anchor="ctr">
            <a:normAutofit/>
          </a:bodyPr>
          <a:lstStyle/>
          <a:p>
            <a:pPr marL="0" indent="0" algn="l">
              <a:buNone/>
            </a:pPr>
            <a:r>
              <a:rPr lang="en-US" sz="1400" b="1">
                <a:solidFill>
                  <a:srgbClr val="16365C"/>
                </a:solidFill>
                <a:latin typeface="Aptos" pitchFamily="34" charset="0"/>
                <a:ea typeface="Aptos" pitchFamily="34" charset="-122"/>
                <a:cs typeface="Aptos" pitchFamily="34" charset="-120"/>
              </a:rPr>
              <a:t>System of segmentation</a:t>
            </a:r>
            <a:endParaRPr lang="en-US" sz="1400"/>
          </a:p>
        </p:txBody>
      </p:sp>
      <p:sp>
        <p:nvSpPr>
          <p:cNvPr id="126" name="Text 37">
            <a:extLst>
              <a:ext uri="{FF2B5EF4-FFF2-40B4-BE49-F238E27FC236}">
                <a16:creationId xmlns:a16="http://schemas.microsoft.com/office/drawing/2014/main" id="{D382F6A0-A957-97C0-649C-E0CE2ECDA00E}"/>
              </a:ext>
            </a:extLst>
          </p:cNvPr>
          <p:cNvSpPr/>
          <p:nvPr/>
        </p:nvSpPr>
        <p:spPr>
          <a:xfrm>
            <a:off x="4690872" y="5038344"/>
            <a:ext cx="2651760" cy="210312"/>
          </a:xfrm>
          <a:prstGeom prst="rect">
            <a:avLst/>
          </a:prstGeom>
          <a:noFill/>
          <a:ln/>
        </p:spPr>
        <p:txBody>
          <a:bodyPr wrap="square" lIns="0" tIns="0" rIns="0" bIns="0" rtlCol="0" anchor="ctr">
            <a:normAutofit fontScale="77500" lnSpcReduction="20000"/>
          </a:bodyPr>
          <a:lstStyle/>
          <a:p>
            <a:pPr marL="0" indent="0" algn="l">
              <a:buNone/>
            </a:pPr>
            <a:r>
              <a:rPr lang="en-US" sz="1120">
                <a:solidFill>
                  <a:srgbClr val="1F2D3D"/>
                </a:solidFill>
                <a:latin typeface="Aptos" pitchFamily="34" charset="0"/>
                <a:ea typeface="Aptos" pitchFamily="34" charset="-122"/>
                <a:cs typeface="Aptos" pitchFamily="34" charset="-120"/>
              </a:rPr>
              <a:t>Data 360 or SFMC rules create targetable audiences.</a:t>
            </a:r>
            <a:endParaRPr lang="en-US" sz="1120"/>
          </a:p>
        </p:txBody>
      </p:sp>
      <p:sp>
        <p:nvSpPr>
          <p:cNvPr id="130" name="Shape 38">
            <a:extLst>
              <a:ext uri="{FF2B5EF4-FFF2-40B4-BE49-F238E27FC236}">
                <a16:creationId xmlns:a16="http://schemas.microsoft.com/office/drawing/2014/main" id="{664205A6-B4A5-7F08-2D7D-DC0F12A58B51}"/>
              </a:ext>
            </a:extLst>
          </p:cNvPr>
          <p:cNvSpPr/>
          <p:nvPr/>
        </p:nvSpPr>
        <p:spPr>
          <a:xfrm>
            <a:off x="8247888" y="4599432"/>
            <a:ext cx="3108960" cy="822960"/>
          </a:xfrm>
          <a:prstGeom prst="roundRect">
            <a:avLst>
              <a:gd name="adj" fmla="val 13333"/>
            </a:avLst>
          </a:prstGeom>
          <a:solidFill>
            <a:srgbClr val="FFFFFF"/>
          </a:solidFill>
          <a:ln w="12700">
            <a:solidFill>
              <a:srgbClr val="C8D6E5"/>
            </a:solidFill>
            <a:prstDash val="solid"/>
          </a:ln>
        </p:spPr>
        <p:txBody>
          <a:bodyPr/>
          <a:lstStyle/>
          <a:p>
            <a:endParaRPr lang="en-US"/>
          </a:p>
        </p:txBody>
      </p:sp>
      <p:sp>
        <p:nvSpPr>
          <p:cNvPr id="134" name="Text 39">
            <a:extLst>
              <a:ext uri="{FF2B5EF4-FFF2-40B4-BE49-F238E27FC236}">
                <a16:creationId xmlns:a16="http://schemas.microsoft.com/office/drawing/2014/main" id="{514C3755-9AC0-793F-2A65-C2D21CBC0C85}"/>
              </a:ext>
            </a:extLst>
          </p:cNvPr>
          <p:cNvSpPr/>
          <p:nvPr/>
        </p:nvSpPr>
        <p:spPr>
          <a:xfrm>
            <a:off x="8412480" y="4736592"/>
            <a:ext cx="1920240" cy="219456"/>
          </a:xfrm>
          <a:prstGeom prst="rect">
            <a:avLst/>
          </a:prstGeom>
          <a:noFill/>
          <a:ln/>
        </p:spPr>
        <p:txBody>
          <a:bodyPr wrap="square" lIns="0" tIns="0" rIns="0" bIns="0" rtlCol="0" anchor="ctr">
            <a:normAutofit/>
          </a:bodyPr>
          <a:lstStyle/>
          <a:p>
            <a:pPr marL="0" indent="0" algn="l">
              <a:buNone/>
            </a:pPr>
            <a:r>
              <a:rPr lang="en-US" sz="1400" b="1">
                <a:solidFill>
                  <a:srgbClr val="16365C"/>
                </a:solidFill>
                <a:latin typeface="Aptos" pitchFamily="34" charset="0"/>
                <a:ea typeface="Aptos" pitchFamily="34" charset="-122"/>
                <a:cs typeface="Aptos" pitchFamily="34" charset="-120"/>
              </a:rPr>
              <a:t>System of execution</a:t>
            </a:r>
            <a:endParaRPr lang="en-US" sz="1400"/>
          </a:p>
        </p:txBody>
      </p:sp>
      <p:sp>
        <p:nvSpPr>
          <p:cNvPr id="138" name="Text 40">
            <a:extLst>
              <a:ext uri="{FF2B5EF4-FFF2-40B4-BE49-F238E27FC236}">
                <a16:creationId xmlns:a16="http://schemas.microsoft.com/office/drawing/2014/main" id="{A07DD3A4-F4BD-CF8A-D66B-9E253AA4EEC6}"/>
              </a:ext>
            </a:extLst>
          </p:cNvPr>
          <p:cNvSpPr/>
          <p:nvPr/>
        </p:nvSpPr>
        <p:spPr>
          <a:xfrm>
            <a:off x="8412480" y="5038344"/>
            <a:ext cx="2560320" cy="210312"/>
          </a:xfrm>
          <a:prstGeom prst="rect">
            <a:avLst/>
          </a:prstGeom>
          <a:noFill/>
          <a:ln/>
        </p:spPr>
        <p:txBody>
          <a:bodyPr wrap="square" lIns="0" tIns="0" rIns="0" bIns="0" rtlCol="0" anchor="ctr">
            <a:normAutofit/>
          </a:bodyPr>
          <a:lstStyle/>
          <a:p>
            <a:pPr marL="0" indent="0" algn="l">
              <a:buNone/>
            </a:pPr>
            <a:r>
              <a:rPr lang="en-US" sz="1120">
                <a:solidFill>
                  <a:srgbClr val="1F2D3D"/>
                </a:solidFill>
                <a:latin typeface="Aptos" pitchFamily="34" charset="0"/>
                <a:ea typeface="Aptos" pitchFamily="34" charset="-122"/>
                <a:cs typeface="Aptos" pitchFamily="34" charset="-120"/>
              </a:rPr>
              <a:t>SFMC executes sends and journeys.</a:t>
            </a:r>
            <a:endParaRPr lang="en-US" sz="1120"/>
          </a:p>
        </p:txBody>
      </p:sp>
    </p:spTree>
    <p:extLst>
      <p:ext uri="{BB962C8B-B14F-4D97-AF65-F5344CB8AC3E}">
        <p14:creationId xmlns:p14="http://schemas.microsoft.com/office/powerpoint/2010/main" val="17089784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228600"/>
            <a:ext cx="11338560" cy="384048"/>
          </a:xfrm>
          <a:prstGeom prst="rect">
            <a:avLst/>
          </a:prstGeom>
          <a:noFill/>
          <a:ln/>
        </p:spPr>
        <p:txBody>
          <a:bodyPr wrap="square" lIns="0" tIns="0" rIns="0" bIns="0" rtlCol="0" anchor="ctr"/>
          <a:lstStyle/>
          <a:p>
            <a:pPr marL="0" indent="0">
              <a:buNone/>
            </a:pPr>
            <a:r>
              <a:rPr lang="en-US" sz="3000" b="1">
                <a:solidFill>
                  <a:srgbClr val="16365C"/>
                </a:solidFill>
                <a:latin typeface="Aptos Display" pitchFamily="34" charset="0"/>
                <a:ea typeface="Aptos Display" pitchFamily="34" charset="-122"/>
                <a:cs typeface="Aptos Display" pitchFamily="34" charset="-120"/>
              </a:rPr>
              <a:t>Example 3 — Design Decisions to Capture</a:t>
            </a:r>
            <a:endParaRPr lang="en-US" sz="3000"/>
          </a:p>
        </p:txBody>
      </p:sp>
      <p:sp>
        <p:nvSpPr>
          <p:cNvPr id="3" name="Text 1"/>
          <p:cNvSpPr/>
          <p:nvPr/>
        </p:nvSpPr>
        <p:spPr>
          <a:xfrm>
            <a:off x="457200" y="713232"/>
            <a:ext cx="10972800" cy="310896"/>
          </a:xfrm>
          <a:prstGeom prst="rect">
            <a:avLst/>
          </a:prstGeom>
          <a:noFill/>
          <a:ln/>
        </p:spPr>
        <p:txBody>
          <a:bodyPr wrap="square" lIns="0" tIns="0" rIns="0" bIns="0" rtlCol="0" anchor="ctr"/>
          <a:lstStyle/>
          <a:p>
            <a:pPr marL="0" indent="0">
              <a:buNone/>
            </a:pPr>
            <a:r>
              <a:rPr lang="en-US" sz="1350">
                <a:solidFill>
                  <a:srgbClr val="546170"/>
                </a:solidFill>
              </a:rPr>
              <a:t>Use this slide to make the Sales Cloud data model useful for architects, marketers and operations teams.</a:t>
            </a:r>
            <a:endParaRPr lang="en-US" sz="1350"/>
          </a:p>
        </p:txBody>
      </p:sp>
      <p:sp>
        <p:nvSpPr>
          <p:cNvPr id="4" name="Shape 2"/>
          <p:cNvSpPr/>
          <p:nvPr/>
        </p:nvSpPr>
        <p:spPr>
          <a:xfrm>
            <a:off x="685800" y="1325880"/>
            <a:ext cx="3246120" cy="1234440"/>
          </a:xfrm>
          <a:prstGeom prst="roundRect">
            <a:avLst>
              <a:gd name="adj" fmla="val 8889"/>
            </a:avLst>
          </a:prstGeom>
          <a:solidFill>
            <a:srgbClr val="EAF3FB"/>
          </a:solidFill>
          <a:ln w="12700">
            <a:solidFill>
              <a:srgbClr val="2F75B5"/>
            </a:solidFill>
            <a:prstDash val="solid"/>
          </a:ln>
        </p:spPr>
        <p:txBody>
          <a:bodyPr/>
          <a:lstStyle/>
          <a:p>
            <a:endParaRPr lang="en-US"/>
          </a:p>
        </p:txBody>
      </p:sp>
      <p:sp>
        <p:nvSpPr>
          <p:cNvPr id="5" name="Shape 3"/>
          <p:cNvSpPr/>
          <p:nvPr/>
        </p:nvSpPr>
        <p:spPr>
          <a:xfrm>
            <a:off x="685800" y="1325880"/>
            <a:ext cx="3246120" cy="320040"/>
          </a:xfrm>
          <a:prstGeom prst="rect">
            <a:avLst/>
          </a:prstGeom>
          <a:solidFill>
            <a:srgbClr val="2F75B5"/>
          </a:solidFill>
          <a:ln w="12700">
            <a:solidFill>
              <a:srgbClr val="2F75B5"/>
            </a:solidFill>
            <a:prstDash val="solid"/>
          </a:ln>
        </p:spPr>
        <p:txBody>
          <a:bodyPr/>
          <a:lstStyle/>
          <a:p>
            <a:endParaRPr lang="en-US"/>
          </a:p>
        </p:txBody>
      </p:sp>
      <p:sp>
        <p:nvSpPr>
          <p:cNvPr id="6" name="Text 4"/>
          <p:cNvSpPr/>
          <p:nvPr/>
        </p:nvSpPr>
        <p:spPr>
          <a:xfrm>
            <a:off x="822960" y="1399032"/>
            <a:ext cx="2971800" cy="182880"/>
          </a:xfrm>
          <a:prstGeom prst="rect">
            <a:avLst/>
          </a:prstGeom>
          <a:noFill/>
          <a:ln/>
        </p:spPr>
        <p:txBody>
          <a:bodyPr wrap="square" lIns="0" tIns="0" rIns="0" bIns="0" rtlCol="0" anchor="ctr">
            <a:normAutofit fontScale="92500"/>
          </a:bodyPr>
          <a:lstStyle/>
          <a:p>
            <a:pPr marL="0" indent="0" algn="ctr">
              <a:buNone/>
            </a:pPr>
            <a:r>
              <a:rPr lang="en-US" sz="1350" b="1">
                <a:solidFill>
                  <a:srgbClr val="FFFFFF"/>
                </a:solidFill>
                <a:latin typeface="Aptos" pitchFamily="34" charset="0"/>
                <a:ea typeface="Aptos" pitchFamily="34" charset="-122"/>
                <a:cs typeface="Aptos" pitchFamily="34" charset="-120"/>
              </a:rPr>
              <a:t>Identity standard</a:t>
            </a:r>
            <a:endParaRPr lang="en-US" sz="1350"/>
          </a:p>
        </p:txBody>
      </p:sp>
      <p:sp>
        <p:nvSpPr>
          <p:cNvPr id="7" name="Text 5"/>
          <p:cNvSpPr/>
          <p:nvPr/>
        </p:nvSpPr>
        <p:spPr>
          <a:xfrm>
            <a:off x="886968" y="1801368"/>
            <a:ext cx="2834640" cy="502920"/>
          </a:xfrm>
          <a:prstGeom prst="rect">
            <a:avLst/>
          </a:prstGeom>
          <a:noFill/>
          <a:ln/>
        </p:spPr>
        <p:txBody>
          <a:bodyPr wrap="square" lIns="0" tIns="0" rIns="0" bIns="0" rtlCol="0" anchor="ctr">
            <a:normAutofit/>
          </a:bodyPr>
          <a:lstStyle/>
          <a:p>
            <a:pPr marL="0" indent="0" algn="ctr">
              <a:buNone/>
            </a:pPr>
            <a:r>
              <a:rPr lang="en-US" sz="1130">
                <a:solidFill>
                  <a:srgbClr val="1F2D3D"/>
                </a:solidFill>
                <a:latin typeface="Aptos" pitchFamily="34" charset="0"/>
                <a:ea typeface="Aptos" pitchFamily="34" charset="-122"/>
                <a:cs typeface="Aptos" pitchFamily="34" charset="-120"/>
              </a:rPr>
              <a:t>Which CRM ID becomes the marketing Contact / Subscriber Key?</a:t>
            </a:r>
            <a:endParaRPr lang="en-US" sz="1130"/>
          </a:p>
        </p:txBody>
      </p:sp>
      <p:sp>
        <p:nvSpPr>
          <p:cNvPr id="8" name="Shape 6"/>
          <p:cNvSpPr/>
          <p:nvPr/>
        </p:nvSpPr>
        <p:spPr>
          <a:xfrm>
            <a:off x="4407408" y="1325880"/>
            <a:ext cx="3246120" cy="1234440"/>
          </a:xfrm>
          <a:prstGeom prst="roundRect">
            <a:avLst>
              <a:gd name="adj" fmla="val 8889"/>
            </a:avLst>
          </a:prstGeom>
          <a:solidFill>
            <a:srgbClr val="EAF3FB"/>
          </a:solidFill>
          <a:ln w="12700">
            <a:solidFill>
              <a:srgbClr val="2F75B5"/>
            </a:solidFill>
            <a:prstDash val="solid"/>
          </a:ln>
        </p:spPr>
        <p:txBody>
          <a:bodyPr/>
          <a:lstStyle/>
          <a:p>
            <a:endParaRPr lang="en-US"/>
          </a:p>
        </p:txBody>
      </p:sp>
      <p:sp>
        <p:nvSpPr>
          <p:cNvPr id="9" name="Shape 7"/>
          <p:cNvSpPr/>
          <p:nvPr/>
        </p:nvSpPr>
        <p:spPr>
          <a:xfrm>
            <a:off x="4407408" y="1325880"/>
            <a:ext cx="3246120" cy="320040"/>
          </a:xfrm>
          <a:prstGeom prst="rect">
            <a:avLst/>
          </a:prstGeom>
          <a:solidFill>
            <a:srgbClr val="2F75B5"/>
          </a:solidFill>
          <a:ln w="12700">
            <a:solidFill>
              <a:srgbClr val="2F75B5"/>
            </a:solidFill>
            <a:prstDash val="solid"/>
          </a:ln>
        </p:spPr>
        <p:txBody>
          <a:bodyPr/>
          <a:lstStyle/>
          <a:p>
            <a:endParaRPr lang="en-US"/>
          </a:p>
        </p:txBody>
      </p:sp>
      <p:sp>
        <p:nvSpPr>
          <p:cNvPr id="10" name="Text 8"/>
          <p:cNvSpPr/>
          <p:nvPr/>
        </p:nvSpPr>
        <p:spPr>
          <a:xfrm>
            <a:off x="4544568" y="1399032"/>
            <a:ext cx="2971800" cy="182880"/>
          </a:xfrm>
          <a:prstGeom prst="rect">
            <a:avLst/>
          </a:prstGeom>
          <a:noFill/>
          <a:ln/>
        </p:spPr>
        <p:txBody>
          <a:bodyPr wrap="square" lIns="0" tIns="0" rIns="0" bIns="0" rtlCol="0" anchor="ctr">
            <a:normAutofit fontScale="92500"/>
          </a:bodyPr>
          <a:lstStyle/>
          <a:p>
            <a:pPr marL="0" indent="0" algn="ctr">
              <a:buNone/>
            </a:pPr>
            <a:r>
              <a:rPr lang="en-US" sz="1350" b="1">
                <a:solidFill>
                  <a:srgbClr val="FFFFFF"/>
                </a:solidFill>
                <a:latin typeface="Aptos" pitchFamily="34" charset="0"/>
                <a:ea typeface="Aptos" pitchFamily="34" charset="-122"/>
                <a:cs typeface="Aptos" pitchFamily="34" charset="-120"/>
              </a:rPr>
              <a:t>Contact vs Lead handling</a:t>
            </a:r>
            <a:endParaRPr lang="en-US" sz="1350"/>
          </a:p>
        </p:txBody>
      </p:sp>
      <p:sp>
        <p:nvSpPr>
          <p:cNvPr id="11" name="Text 9"/>
          <p:cNvSpPr/>
          <p:nvPr/>
        </p:nvSpPr>
        <p:spPr>
          <a:xfrm>
            <a:off x="4608576" y="1801368"/>
            <a:ext cx="2834640" cy="502920"/>
          </a:xfrm>
          <a:prstGeom prst="rect">
            <a:avLst/>
          </a:prstGeom>
          <a:noFill/>
          <a:ln/>
        </p:spPr>
        <p:txBody>
          <a:bodyPr wrap="square" lIns="0" tIns="0" rIns="0" bIns="0" rtlCol="0" anchor="ctr">
            <a:normAutofit/>
          </a:bodyPr>
          <a:lstStyle/>
          <a:p>
            <a:pPr marL="0" indent="0" algn="ctr">
              <a:buNone/>
            </a:pPr>
            <a:r>
              <a:rPr lang="en-US" sz="1130">
                <a:solidFill>
                  <a:srgbClr val="1F2D3D"/>
                </a:solidFill>
                <a:latin typeface="Aptos" pitchFamily="34" charset="0"/>
                <a:ea typeface="Aptos" pitchFamily="34" charset="-122"/>
                <a:cs typeface="Aptos" pitchFamily="34" charset="-120"/>
              </a:rPr>
              <a:t>Are Contacts and Leads both marketable, and how are converted Leads treated?</a:t>
            </a:r>
            <a:endParaRPr lang="en-US" sz="1130"/>
          </a:p>
        </p:txBody>
      </p:sp>
      <p:sp>
        <p:nvSpPr>
          <p:cNvPr id="12" name="Shape 10"/>
          <p:cNvSpPr/>
          <p:nvPr/>
        </p:nvSpPr>
        <p:spPr>
          <a:xfrm>
            <a:off x="8119872" y="1325880"/>
            <a:ext cx="3246120" cy="1234440"/>
          </a:xfrm>
          <a:prstGeom prst="roundRect">
            <a:avLst>
              <a:gd name="adj" fmla="val 8889"/>
            </a:avLst>
          </a:prstGeom>
          <a:solidFill>
            <a:srgbClr val="E2F0D9"/>
          </a:solidFill>
          <a:ln w="12700">
            <a:solidFill>
              <a:srgbClr val="70AD47"/>
            </a:solidFill>
            <a:prstDash val="solid"/>
          </a:ln>
        </p:spPr>
        <p:txBody>
          <a:bodyPr/>
          <a:lstStyle/>
          <a:p>
            <a:endParaRPr lang="en-US"/>
          </a:p>
        </p:txBody>
      </p:sp>
      <p:sp>
        <p:nvSpPr>
          <p:cNvPr id="13" name="Shape 11"/>
          <p:cNvSpPr/>
          <p:nvPr/>
        </p:nvSpPr>
        <p:spPr>
          <a:xfrm>
            <a:off x="8119872" y="1325880"/>
            <a:ext cx="3246120" cy="320040"/>
          </a:xfrm>
          <a:prstGeom prst="rect">
            <a:avLst/>
          </a:prstGeom>
          <a:solidFill>
            <a:srgbClr val="70AD47"/>
          </a:solidFill>
          <a:ln w="12700">
            <a:solidFill>
              <a:srgbClr val="70AD47"/>
            </a:solidFill>
            <a:prstDash val="solid"/>
          </a:ln>
        </p:spPr>
        <p:txBody>
          <a:bodyPr/>
          <a:lstStyle/>
          <a:p>
            <a:endParaRPr lang="en-US"/>
          </a:p>
        </p:txBody>
      </p:sp>
      <p:sp>
        <p:nvSpPr>
          <p:cNvPr id="14" name="Text 12"/>
          <p:cNvSpPr/>
          <p:nvPr/>
        </p:nvSpPr>
        <p:spPr>
          <a:xfrm>
            <a:off x="8257032" y="1399032"/>
            <a:ext cx="2971800" cy="182880"/>
          </a:xfrm>
          <a:prstGeom prst="rect">
            <a:avLst/>
          </a:prstGeom>
          <a:noFill/>
          <a:ln/>
        </p:spPr>
        <p:txBody>
          <a:bodyPr wrap="square" lIns="0" tIns="0" rIns="0" bIns="0" rtlCol="0" anchor="ctr">
            <a:normAutofit fontScale="92500"/>
          </a:bodyPr>
          <a:lstStyle/>
          <a:p>
            <a:pPr marL="0" indent="0" algn="ctr">
              <a:buNone/>
            </a:pPr>
            <a:r>
              <a:rPr lang="en-US" sz="1350" b="1">
                <a:solidFill>
                  <a:srgbClr val="FFFFFF"/>
                </a:solidFill>
                <a:latin typeface="Aptos" pitchFamily="34" charset="0"/>
                <a:ea typeface="Aptos" pitchFamily="34" charset="-122"/>
                <a:cs typeface="Aptos" pitchFamily="34" charset="-120"/>
              </a:rPr>
              <a:t>Marketing attributes</a:t>
            </a:r>
            <a:endParaRPr lang="en-US" sz="1350"/>
          </a:p>
        </p:txBody>
      </p:sp>
      <p:sp>
        <p:nvSpPr>
          <p:cNvPr id="15" name="Text 13"/>
          <p:cNvSpPr/>
          <p:nvPr/>
        </p:nvSpPr>
        <p:spPr>
          <a:xfrm>
            <a:off x="8321040" y="1801368"/>
            <a:ext cx="2834640" cy="502920"/>
          </a:xfrm>
          <a:prstGeom prst="rect">
            <a:avLst/>
          </a:prstGeom>
          <a:noFill/>
          <a:ln/>
        </p:spPr>
        <p:txBody>
          <a:bodyPr wrap="square" lIns="0" tIns="0" rIns="0" bIns="0" rtlCol="0" anchor="ctr">
            <a:normAutofit/>
          </a:bodyPr>
          <a:lstStyle/>
          <a:p>
            <a:pPr marL="0" indent="0" algn="ctr">
              <a:buNone/>
            </a:pPr>
            <a:r>
              <a:rPr lang="en-US" sz="1130">
                <a:solidFill>
                  <a:srgbClr val="1F2D3D"/>
                </a:solidFill>
                <a:latin typeface="Aptos" pitchFamily="34" charset="0"/>
                <a:ea typeface="Aptos" pitchFamily="34" charset="-122"/>
                <a:cs typeface="Aptos" pitchFamily="34" charset="-120"/>
              </a:rPr>
              <a:t>Which fields are approved for segmentation, personalisation and reporting?</a:t>
            </a:r>
            <a:endParaRPr lang="en-US" sz="1130"/>
          </a:p>
        </p:txBody>
      </p:sp>
      <p:sp>
        <p:nvSpPr>
          <p:cNvPr id="16" name="Shape 14"/>
          <p:cNvSpPr/>
          <p:nvPr/>
        </p:nvSpPr>
        <p:spPr>
          <a:xfrm>
            <a:off x="685800" y="3127248"/>
            <a:ext cx="3246120" cy="1234440"/>
          </a:xfrm>
          <a:prstGeom prst="roundRect">
            <a:avLst>
              <a:gd name="adj" fmla="val 8889"/>
            </a:avLst>
          </a:prstGeom>
          <a:solidFill>
            <a:srgbClr val="FCE4D6"/>
          </a:solidFill>
          <a:ln w="12700">
            <a:solidFill>
              <a:srgbClr val="ED7D31"/>
            </a:solidFill>
            <a:prstDash val="solid"/>
          </a:ln>
        </p:spPr>
        <p:txBody>
          <a:bodyPr/>
          <a:lstStyle/>
          <a:p>
            <a:endParaRPr lang="en-US"/>
          </a:p>
        </p:txBody>
      </p:sp>
      <p:sp>
        <p:nvSpPr>
          <p:cNvPr id="17" name="Shape 15"/>
          <p:cNvSpPr/>
          <p:nvPr/>
        </p:nvSpPr>
        <p:spPr>
          <a:xfrm>
            <a:off x="685800" y="3127248"/>
            <a:ext cx="3246120" cy="320040"/>
          </a:xfrm>
          <a:prstGeom prst="rect">
            <a:avLst/>
          </a:prstGeom>
          <a:solidFill>
            <a:srgbClr val="ED7D31"/>
          </a:solidFill>
          <a:ln w="12700">
            <a:solidFill>
              <a:srgbClr val="ED7D31"/>
            </a:solidFill>
            <a:prstDash val="solid"/>
          </a:ln>
        </p:spPr>
        <p:txBody>
          <a:bodyPr/>
          <a:lstStyle/>
          <a:p>
            <a:endParaRPr lang="en-US"/>
          </a:p>
        </p:txBody>
      </p:sp>
      <p:sp>
        <p:nvSpPr>
          <p:cNvPr id="18" name="Text 16"/>
          <p:cNvSpPr/>
          <p:nvPr/>
        </p:nvSpPr>
        <p:spPr>
          <a:xfrm>
            <a:off x="822960" y="3200400"/>
            <a:ext cx="2971800" cy="182880"/>
          </a:xfrm>
          <a:prstGeom prst="rect">
            <a:avLst/>
          </a:prstGeom>
          <a:noFill/>
          <a:ln/>
        </p:spPr>
        <p:txBody>
          <a:bodyPr wrap="square" lIns="0" tIns="0" rIns="0" bIns="0" rtlCol="0" anchor="ctr">
            <a:normAutofit fontScale="92500"/>
          </a:bodyPr>
          <a:lstStyle/>
          <a:p>
            <a:pPr marL="0" indent="0" algn="ctr">
              <a:buNone/>
            </a:pPr>
            <a:r>
              <a:rPr lang="en-US" sz="1350" b="1">
                <a:solidFill>
                  <a:srgbClr val="FFFFFF"/>
                </a:solidFill>
                <a:latin typeface="Aptos" pitchFamily="34" charset="0"/>
                <a:ea typeface="Aptos" pitchFamily="34" charset="-122"/>
                <a:cs typeface="Aptos" pitchFamily="34" charset="-120"/>
              </a:rPr>
              <a:t>Campaign membership</a:t>
            </a:r>
            <a:endParaRPr lang="en-US" sz="1350"/>
          </a:p>
        </p:txBody>
      </p:sp>
      <p:sp>
        <p:nvSpPr>
          <p:cNvPr id="19" name="Text 17"/>
          <p:cNvSpPr/>
          <p:nvPr/>
        </p:nvSpPr>
        <p:spPr>
          <a:xfrm>
            <a:off x="886968" y="3602736"/>
            <a:ext cx="2834640" cy="502920"/>
          </a:xfrm>
          <a:prstGeom prst="rect">
            <a:avLst/>
          </a:prstGeom>
          <a:noFill/>
          <a:ln/>
        </p:spPr>
        <p:txBody>
          <a:bodyPr wrap="square" lIns="0" tIns="0" rIns="0" bIns="0" rtlCol="0" anchor="ctr">
            <a:normAutofit/>
          </a:bodyPr>
          <a:lstStyle/>
          <a:p>
            <a:pPr marL="0" indent="0" algn="ctr">
              <a:buNone/>
            </a:pPr>
            <a:r>
              <a:rPr lang="en-US" sz="1130">
                <a:solidFill>
                  <a:srgbClr val="1F2D3D"/>
                </a:solidFill>
                <a:latin typeface="Aptos" pitchFamily="34" charset="0"/>
                <a:ea typeface="Aptos" pitchFamily="34" charset="-122"/>
                <a:cs typeface="Aptos" pitchFamily="34" charset="-120"/>
              </a:rPr>
              <a:t>When are Campaign Members created, and what status model is used?</a:t>
            </a:r>
            <a:endParaRPr lang="en-US" sz="1130"/>
          </a:p>
        </p:txBody>
      </p:sp>
      <p:sp>
        <p:nvSpPr>
          <p:cNvPr id="20" name="Shape 18"/>
          <p:cNvSpPr/>
          <p:nvPr/>
        </p:nvSpPr>
        <p:spPr>
          <a:xfrm>
            <a:off x="4407408" y="3127248"/>
            <a:ext cx="3246120" cy="1234440"/>
          </a:xfrm>
          <a:prstGeom prst="roundRect">
            <a:avLst>
              <a:gd name="adj" fmla="val 8889"/>
            </a:avLst>
          </a:prstGeom>
          <a:solidFill>
            <a:srgbClr val="EADCF8"/>
          </a:solidFill>
          <a:ln w="12700">
            <a:solidFill>
              <a:srgbClr val="7030A0"/>
            </a:solidFill>
            <a:prstDash val="solid"/>
          </a:ln>
        </p:spPr>
        <p:txBody>
          <a:bodyPr/>
          <a:lstStyle/>
          <a:p>
            <a:endParaRPr lang="en-US"/>
          </a:p>
        </p:txBody>
      </p:sp>
      <p:sp>
        <p:nvSpPr>
          <p:cNvPr id="21" name="Shape 19"/>
          <p:cNvSpPr/>
          <p:nvPr/>
        </p:nvSpPr>
        <p:spPr>
          <a:xfrm>
            <a:off x="4407408" y="3127248"/>
            <a:ext cx="3246120" cy="320040"/>
          </a:xfrm>
          <a:prstGeom prst="rect">
            <a:avLst/>
          </a:prstGeom>
          <a:solidFill>
            <a:srgbClr val="7030A0"/>
          </a:solidFill>
          <a:ln w="12700">
            <a:solidFill>
              <a:srgbClr val="7030A0"/>
            </a:solidFill>
            <a:prstDash val="solid"/>
          </a:ln>
        </p:spPr>
        <p:txBody>
          <a:bodyPr/>
          <a:lstStyle/>
          <a:p>
            <a:endParaRPr lang="en-US"/>
          </a:p>
        </p:txBody>
      </p:sp>
      <p:sp>
        <p:nvSpPr>
          <p:cNvPr id="22" name="Text 20"/>
          <p:cNvSpPr/>
          <p:nvPr/>
        </p:nvSpPr>
        <p:spPr>
          <a:xfrm>
            <a:off x="4544568" y="3200400"/>
            <a:ext cx="2971800" cy="182880"/>
          </a:xfrm>
          <a:prstGeom prst="rect">
            <a:avLst/>
          </a:prstGeom>
          <a:noFill/>
          <a:ln/>
        </p:spPr>
        <p:txBody>
          <a:bodyPr wrap="square" lIns="0" tIns="0" rIns="0" bIns="0" rtlCol="0" anchor="ctr">
            <a:normAutofit fontScale="92500"/>
          </a:bodyPr>
          <a:lstStyle/>
          <a:p>
            <a:pPr marL="0" indent="0" algn="ctr">
              <a:buNone/>
            </a:pPr>
            <a:r>
              <a:rPr lang="en-US" sz="1350" b="1">
                <a:solidFill>
                  <a:srgbClr val="FFFFFF"/>
                </a:solidFill>
                <a:latin typeface="Aptos" pitchFamily="34" charset="0"/>
                <a:ea typeface="Aptos" pitchFamily="34" charset="-122"/>
                <a:cs typeface="Aptos" pitchFamily="34" charset="-120"/>
              </a:rPr>
              <a:t>Data ownership</a:t>
            </a:r>
            <a:endParaRPr lang="en-US" sz="1350"/>
          </a:p>
        </p:txBody>
      </p:sp>
      <p:sp>
        <p:nvSpPr>
          <p:cNvPr id="23" name="Text 21"/>
          <p:cNvSpPr/>
          <p:nvPr/>
        </p:nvSpPr>
        <p:spPr>
          <a:xfrm>
            <a:off x="4608576" y="3602736"/>
            <a:ext cx="2834640" cy="502920"/>
          </a:xfrm>
          <a:prstGeom prst="rect">
            <a:avLst/>
          </a:prstGeom>
          <a:noFill/>
          <a:ln/>
        </p:spPr>
        <p:txBody>
          <a:bodyPr wrap="square" lIns="0" tIns="0" rIns="0" bIns="0" rtlCol="0" anchor="ctr">
            <a:normAutofit/>
          </a:bodyPr>
          <a:lstStyle/>
          <a:p>
            <a:pPr marL="0" indent="0" algn="ctr">
              <a:buNone/>
            </a:pPr>
            <a:r>
              <a:rPr lang="en-US" sz="1130">
                <a:solidFill>
                  <a:srgbClr val="1F2D3D"/>
                </a:solidFill>
                <a:latin typeface="Aptos" pitchFamily="34" charset="0"/>
                <a:ea typeface="Aptos" pitchFamily="34" charset="-122"/>
                <a:cs typeface="Aptos" pitchFamily="34" charset="-120"/>
              </a:rPr>
              <a:t>Who owns data quality, field definitions and permitted use?</a:t>
            </a:r>
            <a:endParaRPr lang="en-US" sz="1130"/>
          </a:p>
        </p:txBody>
      </p:sp>
      <p:sp>
        <p:nvSpPr>
          <p:cNvPr id="24" name="Shape 22"/>
          <p:cNvSpPr/>
          <p:nvPr/>
        </p:nvSpPr>
        <p:spPr>
          <a:xfrm>
            <a:off x="8119872" y="3127248"/>
            <a:ext cx="3246120" cy="1234440"/>
          </a:xfrm>
          <a:prstGeom prst="roundRect">
            <a:avLst>
              <a:gd name="adj" fmla="val 8889"/>
            </a:avLst>
          </a:prstGeom>
          <a:solidFill>
            <a:srgbClr val="EADCF8"/>
          </a:solidFill>
          <a:ln w="12700">
            <a:solidFill>
              <a:srgbClr val="7030A0"/>
            </a:solidFill>
            <a:prstDash val="solid"/>
          </a:ln>
        </p:spPr>
        <p:txBody>
          <a:bodyPr/>
          <a:lstStyle/>
          <a:p>
            <a:endParaRPr lang="en-US"/>
          </a:p>
        </p:txBody>
      </p:sp>
      <p:sp>
        <p:nvSpPr>
          <p:cNvPr id="25" name="Shape 23"/>
          <p:cNvSpPr/>
          <p:nvPr/>
        </p:nvSpPr>
        <p:spPr>
          <a:xfrm>
            <a:off x="8119872" y="3127248"/>
            <a:ext cx="3246120" cy="320040"/>
          </a:xfrm>
          <a:prstGeom prst="rect">
            <a:avLst/>
          </a:prstGeom>
          <a:solidFill>
            <a:srgbClr val="7030A0"/>
          </a:solidFill>
          <a:ln w="12700">
            <a:solidFill>
              <a:srgbClr val="7030A0"/>
            </a:solidFill>
            <a:prstDash val="solid"/>
          </a:ln>
        </p:spPr>
        <p:txBody>
          <a:bodyPr/>
          <a:lstStyle/>
          <a:p>
            <a:endParaRPr lang="en-US"/>
          </a:p>
        </p:txBody>
      </p:sp>
      <p:sp>
        <p:nvSpPr>
          <p:cNvPr id="26" name="Text 24"/>
          <p:cNvSpPr/>
          <p:nvPr/>
        </p:nvSpPr>
        <p:spPr>
          <a:xfrm>
            <a:off x="8257032" y="3200400"/>
            <a:ext cx="2971800" cy="182880"/>
          </a:xfrm>
          <a:prstGeom prst="rect">
            <a:avLst/>
          </a:prstGeom>
          <a:noFill/>
          <a:ln/>
        </p:spPr>
        <p:txBody>
          <a:bodyPr wrap="square" lIns="0" tIns="0" rIns="0" bIns="0" rtlCol="0" anchor="ctr">
            <a:normAutofit fontScale="92500"/>
          </a:bodyPr>
          <a:lstStyle/>
          <a:p>
            <a:pPr marL="0" indent="0" algn="ctr">
              <a:buNone/>
            </a:pPr>
            <a:r>
              <a:rPr lang="en-US" sz="1350" b="1">
                <a:solidFill>
                  <a:srgbClr val="FFFFFF"/>
                </a:solidFill>
                <a:latin typeface="Aptos" pitchFamily="34" charset="0"/>
                <a:ea typeface="Aptos" pitchFamily="34" charset="-122"/>
                <a:cs typeface="Aptos" pitchFamily="34" charset="-120"/>
              </a:rPr>
              <a:t>Downstream availability</a:t>
            </a:r>
            <a:endParaRPr lang="en-US" sz="1350"/>
          </a:p>
        </p:txBody>
      </p:sp>
      <p:sp>
        <p:nvSpPr>
          <p:cNvPr id="27" name="Text 25"/>
          <p:cNvSpPr/>
          <p:nvPr/>
        </p:nvSpPr>
        <p:spPr>
          <a:xfrm>
            <a:off x="8321040" y="3602736"/>
            <a:ext cx="2834640" cy="502920"/>
          </a:xfrm>
          <a:prstGeom prst="rect">
            <a:avLst/>
          </a:prstGeom>
          <a:noFill/>
          <a:ln/>
        </p:spPr>
        <p:txBody>
          <a:bodyPr wrap="square" lIns="0" tIns="0" rIns="0" bIns="0" rtlCol="0" anchor="ctr">
            <a:normAutofit/>
          </a:bodyPr>
          <a:lstStyle/>
          <a:p>
            <a:pPr marL="0" indent="0" algn="ctr">
              <a:buNone/>
            </a:pPr>
            <a:r>
              <a:rPr lang="en-US" sz="1130">
                <a:solidFill>
                  <a:srgbClr val="1F2D3D"/>
                </a:solidFill>
                <a:latin typeface="Aptos" pitchFamily="34" charset="0"/>
                <a:ea typeface="Aptos" pitchFamily="34" charset="-122"/>
                <a:cs typeface="Aptos" pitchFamily="34" charset="-120"/>
              </a:rPr>
              <a:t>Which objects flow to Data 360, SFMC, CRMA or other systems?</a:t>
            </a:r>
            <a:endParaRPr lang="en-US" sz="1130"/>
          </a:p>
        </p:txBody>
      </p:sp>
      <p:sp>
        <p:nvSpPr>
          <p:cNvPr id="28" name="Shape 26"/>
          <p:cNvSpPr/>
          <p:nvPr/>
        </p:nvSpPr>
        <p:spPr>
          <a:xfrm>
            <a:off x="1143000" y="5303520"/>
            <a:ext cx="9875520" cy="749808"/>
          </a:xfrm>
          <a:prstGeom prst="roundRect">
            <a:avLst>
              <a:gd name="adj" fmla="val 17073"/>
            </a:avLst>
          </a:prstGeom>
          <a:solidFill>
            <a:srgbClr val="16365C"/>
          </a:solidFill>
          <a:ln w="12700">
            <a:solidFill>
              <a:srgbClr val="16365C"/>
            </a:solidFill>
            <a:prstDash val="solid"/>
          </a:ln>
        </p:spPr>
        <p:txBody>
          <a:bodyPr/>
          <a:lstStyle/>
          <a:p>
            <a:endParaRPr lang="en-US"/>
          </a:p>
        </p:txBody>
      </p:sp>
      <p:sp>
        <p:nvSpPr>
          <p:cNvPr id="29" name="Text 27"/>
          <p:cNvSpPr/>
          <p:nvPr/>
        </p:nvSpPr>
        <p:spPr>
          <a:xfrm>
            <a:off x="1417320" y="5449824"/>
            <a:ext cx="2606040" cy="210312"/>
          </a:xfrm>
          <a:prstGeom prst="rect">
            <a:avLst/>
          </a:prstGeom>
          <a:noFill/>
          <a:ln/>
        </p:spPr>
        <p:txBody>
          <a:bodyPr wrap="square" lIns="0" tIns="0" rIns="0" bIns="0" rtlCol="0" anchor="ctr">
            <a:normAutofit/>
          </a:bodyPr>
          <a:lstStyle/>
          <a:p>
            <a:pPr marL="0" indent="0" algn="l">
              <a:buNone/>
            </a:pPr>
            <a:r>
              <a:rPr lang="en-US" sz="1300" b="1">
                <a:solidFill>
                  <a:srgbClr val="FFFFFF"/>
                </a:solidFill>
                <a:latin typeface="Aptos" pitchFamily="34" charset="0"/>
                <a:ea typeface="Aptos" pitchFamily="34" charset="-122"/>
                <a:cs typeface="Aptos" pitchFamily="34" charset="-120"/>
              </a:rPr>
              <a:t>High-level output expected</a:t>
            </a:r>
            <a:endParaRPr lang="en-US" sz="1300"/>
          </a:p>
        </p:txBody>
      </p:sp>
      <p:sp>
        <p:nvSpPr>
          <p:cNvPr id="30" name="Text 28"/>
          <p:cNvSpPr/>
          <p:nvPr/>
        </p:nvSpPr>
        <p:spPr>
          <a:xfrm>
            <a:off x="4370832" y="5413248"/>
            <a:ext cx="6263640" cy="329184"/>
          </a:xfrm>
          <a:prstGeom prst="rect">
            <a:avLst/>
          </a:prstGeom>
          <a:noFill/>
          <a:ln/>
        </p:spPr>
        <p:txBody>
          <a:bodyPr wrap="square" lIns="0" tIns="0" rIns="0" bIns="0" rtlCol="0" anchor="ctr">
            <a:normAutofit lnSpcReduction="10000"/>
          </a:bodyPr>
          <a:lstStyle/>
          <a:p>
            <a:pPr marL="0" indent="0" algn="l">
              <a:buNone/>
            </a:pPr>
            <a:r>
              <a:rPr lang="en-US" sz="1160">
                <a:solidFill>
                  <a:srgbClr val="E6EEF6"/>
                </a:solidFill>
                <a:latin typeface="Aptos" pitchFamily="34" charset="0"/>
                <a:ea typeface="Aptos" pitchFamily="34" charset="-122"/>
                <a:cs typeface="Aptos" pitchFamily="34" charset="-120"/>
              </a:rPr>
              <a:t>A clear view of which Sales Cloud objects and relationships are used by marketing, what data is trusted, and what must be validated before downstream activation.</a:t>
            </a:r>
            <a:endParaRPr lang="en-US" sz="116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7A8A2-0B86-A793-EB67-F5DD1F711060}"/>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0B15BBEE-0DBE-C146-15A4-9D773A41F34F}"/>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0BADAEE7-99FD-DD74-CB7C-69150B6665C2}"/>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5F702455-DD2C-2AFF-3609-3854556C42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DFE283D1-BA5D-D120-593B-18E4AD536640}"/>
              </a:ext>
            </a:extLst>
          </p:cNvPr>
          <p:cNvSpPr>
            <a:spLocks noGrp="1"/>
          </p:cNvSpPr>
          <p:nvPr>
            <p:ph type="body" sz="quarter" idx="12"/>
          </p:nvPr>
        </p:nvSpPr>
        <p:spPr>
          <a:xfrm>
            <a:off x="1289860" y="3031327"/>
            <a:ext cx="6581295" cy="812530"/>
          </a:xfrm>
        </p:spPr>
        <p:txBody>
          <a:bodyPr anchor="ctr"/>
          <a:lstStyle/>
          <a:p>
            <a:r>
              <a:rPr lang="en-US"/>
              <a:t>CRMA</a:t>
            </a:r>
          </a:p>
        </p:txBody>
      </p:sp>
    </p:spTree>
    <p:extLst>
      <p:ext uri="{BB962C8B-B14F-4D97-AF65-F5344CB8AC3E}">
        <p14:creationId xmlns:p14="http://schemas.microsoft.com/office/powerpoint/2010/main" val="1219287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90327-2986-2904-58B6-092926BD109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906D7D5-1292-85B8-4C25-59B990360693}"/>
              </a:ext>
            </a:extLst>
          </p:cNvPr>
          <p:cNvSpPr>
            <a:spLocks noGrp="1"/>
          </p:cNvSpPr>
          <p:nvPr>
            <p:ph type="title"/>
          </p:nvPr>
        </p:nvSpPr>
        <p:spPr>
          <a:xfrm>
            <a:off x="881633" y="444611"/>
            <a:ext cx="10204450" cy="533400"/>
          </a:xfrm>
        </p:spPr>
        <p:txBody>
          <a:bodyPr/>
          <a:lstStyle/>
          <a:p>
            <a:r>
              <a:rPr lang="en-GB"/>
              <a:t>CRMA Data Inputs</a:t>
            </a:r>
          </a:p>
        </p:txBody>
      </p:sp>
      <p:sp>
        <p:nvSpPr>
          <p:cNvPr id="4" name="TextBox 3">
            <a:extLst>
              <a:ext uri="{FF2B5EF4-FFF2-40B4-BE49-F238E27FC236}">
                <a16:creationId xmlns:a16="http://schemas.microsoft.com/office/drawing/2014/main" id="{605AFA8C-57AF-D0D7-5CF4-F8CB5A81849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7" name="Shape 5">
            <a:extLst>
              <a:ext uri="{FF2B5EF4-FFF2-40B4-BE49-F238E27FC236}">
                <a16:creationId xmlns:a16="http://schemas.microsoft.com/office/drawing/2014/main" id="{0BA830F8-ABA1-D5A7-4537-561E07971479}"/>
              </a:ext>
            </a:extLst>
          </p:cNvPr>
          <p:cNvSpPr/>
          <p:nvPr/>
        </p:nvSpPr>
        <p:spPr>
          <a:xfrm>
            <a:off x="3287406" y="2133203"/>
            <a:ext cx="5517158" cy="0"/>
          </a:xfrm>
          <a:prstGeom prst="line">
            <a:avLst/>
          </a:prstGeom>
          <a:noFill/>
          <a:ln w="20320">
            <a:solidFill>
              <a:srgbClr val="A6A6A6"/>
            </a:solidFill>
            <a:prstDash val="solid"/>
            <a:headEnd type="none"/>
            <a:tailEnd type="triangle"/>
          </a:ln>
        </p:spPr>
        <p:txBody>
          <a:bodyPr/>
          <a:lstStyle/>
          <a:p>
            <a:endParaRPr lang="en-US"/>
          </a:p>
        </p:txBody>
      </p:sp>
      <p:sp>
        <p:nvSpPr>
          <p:cNvPr id="12" name="Shape 7">
            <a:extLst>
              <a:ext uri="{FF2B5EF4-FFF2-40B4-BE49-F238E27FC236}">
                <a16:creationId xmlns:a16="http://schemas.microsoft.com/office/drawing/2014/main" id="{8F590254-5788-480E-D909-901FEB1E53F4}"/>
              </a:ext>
            </a:extLst>
          </p:cNvPr>
          <p:cNvSpPr/>
          <p:nvPr/>
        </p:nvSpPr>
        <p:spPr>
          <a:xfrm>
            <a:off x="3259974" y="3176607"/>
            <a:ext cx="713232" cy="0"/>
          </a:xfrm>
          <a:prstGeom prst="line">
            <a:avLst/>
          </a:prstGeom>
          <a:noFill/>
          <a:ln w="20320">
            <a:solidFill>
              <a:srgbClr val="A6A6A6"/>
            </a:solidFill>
            <a:prstDash val="solid"/>
            <a:headEnd type="none"/>
            <a:tailEnd type="triangle"/>
          </a:ln>
        </p:spPr>
        <p:txBody>
          <a:bodyPr/>
          <a:lstStyle/>
          <a:p>
            <a:endParaRPr lang="en-US"/>
          </a:p>
        </p:txBody>
      </p:sp>
      <p:sp>
        <p:nvSpPr>
          <p:cNvPr id="20" name="Shape 11">
            <a:extLst>
              <a:ext uri="{FF2B5EF4-FFF2-40B4-BE49-F238E27FC236}">
                <a16:creationId xmlns:a16="http://schemas.microsoft.com/office/drawing/2014/main" id="{26E6A32D-0872-9643-6E92-58D754B9CA6E}"/>
              </a:ext>
            </a:extLst>
          </p:cNvPr>
          <p:cNvSpPr/>
          <p:nvPr/>
        </p:nvSpPr>
        <p:spPr>
          <a:xfrm>
            <a:off x="516774" y="1676003"/>
            <a:ext cx="2743200" cy="274320"/>
          </a:xfrm>
          <a:prstGeom prst="rect">
            <a:avLst/>
          </a:prstGeom>
          <a:solidFill>
            <a:srgbClr val="2F75B5"/>
          </a:solidFill>
          <a:ln w="12700">
            <a:solidFill>
              <a:srgbClr val="2F75B5"/>
            </a:solidFill>
            <a:prstDash val="solid"/>
          </a:ln>
        </p:spPr>
        <p:txBody>
          <a:bodyPr/>
          <a:lstStyle/>
          <a:p>
            <a:endParaRPr lang="en-US"/>
          </a:p>
        </p:txBody>
      </p:sp>
      <p:sp>
        <p:nvSpPr>
          <p:cNvPr id="22" name="Text 12">
            <a:extLst>
              <a:ext uri="{FF2B5EF4-FFF2-40B4-BE49-F238E27FC236}">
                <a16:creationId xmlns:a16="http://schemas.microsoft.com/office/drawing/2014/main" id="{367A2768-D4C5-07CD-AB3D-286D53B9942F}"/>
              </a:ext>
            </a:extLst>
          </p:cNvPr>
          <p:cNvSpPr/>
          <p:nvPr/>
        </p:nvSpPr>
        <p:spPr>
          <a:xfrm>
            <a:off x="589926" y="1740011"/>
            <a:ext cx="259689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DATA SOURCES</a:t>
            </a:r>
            <a:endParaRPr lang="en-US" sz="850"/>
          </a:p>
        </p:txBody>
      </p:sp>
      <p:sp>
        <p:nvSpPr>
          <p:cNvPr id="24" name="Shape 13">
            <a:extLst>
              <a:ext uri="{FF2B5EF4-FFF2-40B4-BE49-F238E27FC236}">
                <a16:creationId xmlns:a16="http://schemas.microsoft.com/office/drawing/2014/main" id="{507D640E-1E4E-1E5A-7D38-16690AD3A2F0}"/>
              </a:ext>
            </a:extLst>
          </p:cNvPr>
          <p:cNvSpPr/>
          <p:nvPr/>
        </p:nvSpPr>
        <p:spPr>
          <a:xfrm>
            <a:off x="516774" y="1986899"/>
            <a:ext cx="2743200" cy="661416"/>
          </a:xfrm>
          <a:prstGeom prst="roundRect">
            <a:avLst>
              <a:gd name="adj" fmla="val 21739"/>
            </a:avLst>
          </a:prstGeom>
          <a:solidFill>
            <a:srgbClr val="FFFFFF"/>
          </a:solidFill>
          <a:ln w="15240">
            <a:solidFill>
              <a:srgbClr val="2F75B5"/>
            </a:solidFill>
            <a:prstDash val="solid"/>
          </a:ln>
        </p:spPr>
        <p:txBody>
          <a:bodyPr/>
          <a:lstStyle/>
          <a:p>
            <a:endParaRPr lang="en-US"/>
          </a:p>
        </p:txBody>
      </p:sp>
      <p:sp>
        <p:nvSpPr>
          <p:cNvPr id="26" name="Text 14">
            <a:extLst>
              <a:ext uri="{FF2B5EF4-FFF2-40B4-BE49-F238E27FC236}">
                <a16:creationId xmlns:a16="http://schemas.microsoft.com/office/drawing/2014/main" id="{F1604761-926A-C41A-2D95-73285F0C6C28}"/>
              </a:ext>
            </a:extLst>
          </p:cNvPr>
          <p:cNvSpPr/>
          <p:nvPr/>
        </p:nvSpPr>
        <p:spPr>
          <a:xfrm>
            <a:off x="663078" y="2096627"/>
            <a:ext cx="2450592" cy="237744"/>
          </a:xfrm>
          <a:prstGeom prst="rect">
            <a:avLst/>
          </a:prstGeom>
          <a:noFill/>
          <a:ln/>
        </p:spPr>
        <p:txBody>
          <a:bodyPr wrap="square" lIns="0" tIns="0" rIns="0" bIns="0" rtlCol="0" anchor="ctr">
            <a:normAutofit/>
          </a:bodyPr>
          <a:lstStyle/>
          <a:p>
            <a:pPr marL="0" indent="0">
              <a:buNone/>
            </a:pPr>
            <a:r>
              <a:rPr lang="en-US" sz="1250" b="1">
                <a:solidFill>
                  <a:srgbClr val="16365C"/>
                </a:solidFill>
              </a:rPr>
              <a:t>Sales Cloud</a:t>
            </a:r>
            <a:endParaRPr lang="en-US" sz="1250"/>
          </a:p>
        </p:txBody>
      </p:sp>
      <p:sp>
        <p:nvSpPr>
          <p:cNvPr id="28" name="Text 15">
            <a:extLst>
              <a:ext uri="{FF2B5EF4-FFF2-40B4-BE49-F238E27FC236}">
                <a16:creationId xmlns:a16="http://schemas.microsoft.com/office/drawing/2014/main" id="{DF79293E-AFC3-8AD8-D7AE-E464837A0CBA}"/>
              </a:ext>
            </a:extLst>
          </p:cNvPr>
          <p:cNvSpPr/>
          <p:nvPr/>
        </p:nvSpPr>
        <p:spPr>
          <a:xfrm>
            <a:off x="663078" y="2453243"/>
            <a:ext cx="2450592" cy="0"/>
          </a:xfrm>
          <a:prstGeom prst="rect">
            <a:avLst/>
          </a:prstGeom>
          <a:noFill/>
          <a:ln/>
        </p:spPr>
        <p:txBody>
          <a:bodyPr wrap="square" lIns="0" tIns="0" rIns="0" bIns="0" rtlCol="0" anchor="ctr">
            <a:noAutofit/>
          </a:bodyPr>
          <a:lstStyle/>
          <a:p>
            <a:pPr marL="0" indent="0">
              <a:buNone/>
            </a:pPr>
            <a:r>
              <a:rPr lang="en-US" sz="700">
                <a:solidFill>
                  <a:srgbClr val="262626"/>
                </a:solidFill>
              </a:rPr>
              <a:t>Campaigns, Leads, Contacts, Accounts</a:t>
            </a:r>
            <a:endParaRPr lang="en-US" sz="700"/>
          </a:p>
          <a:p>
            <a:pPr marL="0" indent="0">
              <a:buNone/>
            </a:pPr>
            <a:r>
              <a:rPr lang="en-US" sz="700">
                <a:solidFill>
                  <a:srgbClr val="262626"/>
                </a:solidFill>
              </a:rPr>
              <a:t>Pipeline / opportunity data</a:t>
            </a:r>
            <a:endParaRPr lang="en-US" sz="700"/>
          </a:p>
        </p:txBody>
      </p:sp>
      <p:sp>
        <p:nvSpPr>
          <p:cNvPr id="30" name="Shape 16">
            <a:extLst>
              <a:ext uri="{FF2B5EF4-FFF2-40B4-BE49-F238E27FC236}">
                <a16:creationId xmlns:a16="http://schemas.microsoft.com/office/drawing/2014/main" id="{F5F3B451-295A-07F9-FF29-B375EB456663}"/>
              </a:ext>
            </a:extLst>
          </p:cNvPr>
          <p:cNvSpPr/>
          <p:nvPr/>
        </p:nvSpPr>
        <p:spPr>
          <a:xfrm>
            <a:off x="507630" y="2837725"/>
            <a:ext cx="2743200" cy="712798"/>
          </a:xfrm>
          <a:prstGeom prst="roundRect">
            <a:avLst>
              <a:gd name="adj" fmla="val 21739"/>
            </a:avLst>
          </a:prstGeom>
          <a:solidFill>
            <a:srgbClr val="FFFFFF"/>
          </a:solidFill>
          <a:ln w="15240">
            <a:solidFill>
              <a:srgbClr val="2F75B5"/>
            </a:solidFill>
            <a:prstDash val="solid"/>
          </a:ln>
        </p:spPr>
        <p:txBody>
          <a:bodyPr/>
          <a:lstStyle/>
          <a:p>
            <a:endParaRPr lang="en-US"/>
          </a:p>
        </p:txBody>
      </p:sp>
      <p:sp>
        <p:nvSpPr>
          <p:cNvPr id="32" name="Text 17">
            <a:extLst>
              <a:ext uri="{FF2B5EF4-FFF2-40B4-BE49-F238E27FC236}">
                <a16:creationId xmlns:a16="http://schemas.microsoft.com/office/drawing/2014/main" id="{7539BDBB-D126-1A3B-806B-683473E7F234}"/>
              </a:ext>
            </a:extLst>
          </p:cNvPr>
          <p:cNvSpPr/>
          <p:nvPr/>
        </p:nvSpPr>
        <p:spPr>
          <a:xfrm>
            <a:off x="653934" y="2947453"/>
            <a:ext cx="2450592" cy="237744"/>
          </a:xfrm>
          <a:prstGeom prst="rect">
            <a:avLst/>
          </a:prstGeom>
          <a:noFill/>
          <a:ln/>
        </p:spPr>
        <p:txBody>
          <a:bodyPr wrap="square" lIns="0" tIns="0" rIns="0" bIns="0" rtlCol="0" anchor="ctr">
            <a:normAutofit fontScale="77500" lnSpcReduction="20000"/>
          </a:bodyPr>
          <a:lstStyle/>
          <a:p>
            <a:pPr marL="0" indent="0">
              <a:buNone/>
            </a:pPr>
            <a:r>
              <a:rPr lang="en-US" sz="1250" b="1">
                <a:solidFill>
                  <a:srgbClr val="16365C"/>
                </a:solidFill>
              </a:rPr>
              <a:t>SFMC Engagement/MCI Campaign Data</a:t>
            </a:r>
            <a:endParaRPr lang="en-US" sz="1250"/>
          </a:p>
        </p:txBody>
      </p:sp>
      <p:sp>
        <p:nvSpPr>
          <p:cNvPr id="34" name="Text 18">
            <a:extLst>
              <a:ext uri="{FF2B5EF4-FFF2-40B4-BE49-F238E27FC236}">
                <a16:creationId xmlns:a16="http://schemas.microsoft.com/office/drawing/2014/main" id="{4D1A39C3-2250-5DC2-2A6F-1D84D67D414E}"/>
              </a:ext>
            </a:extLst>
          </p:cNvPr>
          <p:cNvSpPr/>
          <p:nvPr/>
        </p:nvSpPr>
        <p:spPr>
          <a:xfrm>
            <a:off x="653934" y="3304069"/>
            <a:ext cx="2450592" cy="146304"/>
          </a:xfrm>
          <a:prstGeom prst="rect">
            <a:avLst/>
          </a:prstGeom>
          <a:noFill/>
          <a:ln/>
        </p:spPr>
        <p:txBody>
          <a:bodyPr wrap="square" lIns="0" tIns="0" rIns="0" bIns="0" rtlCol="0" anchor="ctr">
            <a:noAutofit/>
          </a:bodyPr>
          <a:lstStyle/>
          <a:p>
            <a:pPr marL="0" indent="0">
              <a:buNone/>
            </a:pPr>
            <a:r>
              <a:rPr lang="en-US" sz="700">
                <a:solidFill>
                  <a:srgbClr val="262626"/>
                </a:solidFill>
              </a:rPr>
              <a:t>Email / journey engagement data</a:t>
            </a:r>
            <a:endParaRPr lang="en-US" sz="700"/>
          </a:p>
          <a:p>
            <a:pPr marL="0" indent="0">
              <a:buNone/>
            </a:pPr>
            <a:r>
              <a:rPr lang="en-US" sz="700">
                <a:solidFill>
                  <a:srgbClr val="262626"/>
                </a:solidFill>
              </a:rPr>
              <a:t>Send, open, click, bounce, unsubscribe</a:t>
            </a:r>
            <a:endParaRPr lang="en-US" sz="700"/>
          </a:p>
        </p:txBody>
      </p:sp>
      <p:sp>
        <p:nvSpPr>
          <p:cNvPr id="48" name="Shape 25">
            <a:extLst>
              <a:ext uri="{FF2B5EF4-FFF2-40B4-BE49-F238E27FC236}">
                <a16:creationId xmlns:a16="http://schemas.microsoft.com/office/drawing/2014/main" id="{33348E90-3AA3-9693-B00D-D9F154C01EF8}"/>
              </a:ext>
            </a:extLst>
          </p:cNvPr>
          <p:cNvSpPr/>
          <p:nvPr/>
        </p:nvSpPr>
        <p:spPr>
          <a:xfrm>
            <a:off x="9056115" y="1676003"/>
            <a:ext cx="2103120" cy="274320"/>
          </a:xfrm>
          <a:prstGeom prst="rect">
            <a:avLst/>
          </a:prstGeom>
          <a:solidFill>
            <a:srgbClr val="8064A2"/>
          </a:solidFill>
          <a:ln w="12700">
            <a:solidFill>
              <a:srgbClr val="8064A2"/>
            </a:solidFill>
            <a:prstDash val="solid"/>
          </a:ln>
        </p:spPr>
        <p:txBody>
          <a:bodyPr/>
          <a:lstStyle/>
          <a:p>
            <a:endParaRPr lang="en-US"/>
          </a:p>
        </p:txBody>
      </p:sp>
      <p:sp>
        <p:nvSpPr>
          <p:cNvPr id="50" name="Text 26">
            <a:extLst>
              <a:ext uri="{FF2B5EF4-FFF2-40B4-BE49-F238E27FC236}">
                <a16:creationId xmlns:a16="http://schemas.microsoft.com/office/drawing/2014/main" id="{B94E9519-99D0-99ED-DF3B-0878ED110B4D}"/>
              </a:ext>
            </a:extLst>
          </p:cNvPr>
          <p:cNvSpPr/>
          <p:nvPr/>
        </p:nvSpPr>
        <p:spPr>
          <a:xfrm>
            <a:off x="9129267" y="1740011"/>
            <a:ext cx="195681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CRMA LAYER</a:t>
            </a:r>
            <a:endParaRPr lang="en-US" sz="850"/>
          </a:p>
        </p:txBody>
      </p:sp>
      <p:sp>
        <p:nvSpPr>
          <p:cNvPr id="52" name="Shape 27">
            <a:extLst>
              <a:ext uri="{FF2B5EF4-FFF2-40B4-BE49-F238E27FC236}">
                <a16:creationId xmlns:a16="http://schemas.microsoft.com/office/drawing/2014/main" id="{65518B40-A568-80D6-67B9-227E3DE6894C}"/>
              </a:ext>
            </a:extLst>
          </p:cNvPr>
          <p:cNvSpPr/>
          <p:nvPr/>
        </p:nvSpPr>
        <p:spPr>
          <a:xfrm>
            <a:off x="9074403" y="2133203"/>
            <a:ext cx="2084832" cy="694944"/>
          </a:xfrm>
          <a:prstGeom prst="roundRect">
            <a:avLst>
              <a:gd name="adj" fmla="val 13158"/>
            </a:avLst>
          </a:prstGeom>
          <a:solidFill>
            <a:srgbClr val="F3EFF8"/>
          </a:solidFill>
          <a:ln w="15240">
            <a:solidFill>
              <a:srgbClr val="8064A2"/>
            </a:solidFill>
            <a:prstDash val="solid"/>
          </a:ln>
        </p:spPr>
        <p:txBody>
          <a:bodyPr/>
          <a:lstStyle/>
          <a:p>
            <a:endParaRPr lang="en-US"/>
          </a:p>
        </p:txBody>
      </p:sp>
      <p:sp>
        <p:nvSpPr>
          <p:cNvPr id="54" name="Text 28">
            <a:extLst>
              <a:ext uri="{FF2B5EF4-FFF2-40B4-BE49-F238E27FC236}">
                <a16:creationId xmlns:a16="http://schemas.microsoft.com/office/drawing/2014/main" id="{1AED54B8-3AEC-FD64-57BF-B4CABCFFC1B7}"/>
              </a:ext>
            </a:extLst>
          </p:cNvPr>
          <p:cNvSpPr/>
          <p:nvPr/>
        </p:nvSpPr>
        <p:spPr>
          <a:xfrm>
            <a:off x="9220707" y="2242931"/>
            <a:ext cx="1792224" cy="237744"/>
          </a:xfrm>
          <a:prstGeom prst="rect">
            <a:avLst/>
          </a:prstGeom>
          <a:noFill/>
          <a:ln/>
        </p:spPr>
        <p:txBody>
          <a:bodyPr wrap="square" lIns="0" tIns="0" rIns="0" bIns="0" rtlCol="0" anchor="ctr">
            <a:normAutofit/>
          </a:bodyPr>
          <a:lstStyle/>
          <a:p>
            <a:pPr marL="0" indent="0">
              <a:buNone/>
            </a:pPr>
            <a:r>
              <a:rPr lang="en-US" sz="1250" b="1">
                <a:solidFill>
                  <a:srgbClr val="8064A2"/>
                </a:solidFill>
              </a:rPr>
              <a:t>Prepare</a:t>
            </a:r>
            <a:endParaRPr lang="en-US" sz="1250"/>
          </a:p>
        </p:txBody>
      </p:sp>
      <p:sp>
        <p:nvSpPr>
          <p:cNvPr id="56" name="Text 29">
            <a:extLst>
              <a:ext uri="{FF2B5EF4-FFF2-40B4-BE49-F238E27FC236}">
                <a16:creationId xmlns:a16="http://schemas.microsoft.com/office/drawing/2014/main" id="{FD6B4E0E-7D2E-EB77-CA4E-D5AE911BEE7C}"/>
              </a:ext>
            </a:extLst>
          </p:cNvPr>
          <p:cNvSpPr/>
          <p:nvPr/>
        </p:nvSpPr>
        <p:spPr>
          <a:xfrm>
            <a:off x="9220707" y="2599547"/>
            <a:ext cx="1792224" cy="164592"/>
          </a:xfrm>
          <a:prstGeom prst="rect">
            <a:avLst/>
          </a:prstGeom>
          <a:noFill/>
          <a:ln/>
        </p:spPr>
        <p:txBody>
          <a:bodyPr wrap="square" lIns="0" tIns="0" rIns="0" bIns="0" rtlCol="0" anchor="ctr">
            <a:normAutofit fontScale="92500" lnSpcReduction="10000"/>
          </a:bodyPr>
          <a:lstStyle/>
          <a:p>
            <a:pPr marL="0" indent="0">
              <a:buNone/>
            </a:pPr>
            <a:r>
              <a:rPr lang="en-US" sz="700">
                <a:solidFill>
                  <a:srgbClr val="262626"/>
                </a:solidFill>
              </a:rPr>
              <a:t>Recipes / dataflows</a:t>
            </a:r>
            <a:endParaRPr lang="en-US" sz="700"/>
          </a:p>
          <a:p>
            <a:pPr marL="0" indent="0">
              <a:buNone/>
            </a:pPr>
            <a:r>
              <a:rPr lang="en-US" sz="700">
                <a:solidFill>
                  <a:srgbClr val="262626"/>
                </a:solidFill>
              </a:rPr>
              <a:t>Ingest, Join, transform, validate</a:t>
            </a:r>
            <a:endParaRPr lang="en-US" sz="700"/>
          </a:p>
        </p:txBody>
      </p:sp>
      <p:sp>
        <p:nvSpPr>
          <p:cNvPr id="58" name="Shape 30">
            <a:extLst>
              <a:ext uri="{FF2B5EF4-FFF2-40B4-BE49-F238E27FC236}">
                <a16:creationId xmlns:a16="http://schemas.microsoft.com/office/drawing/2014/main" id="{BDE2591C-8EBF-AF53-314C-99E8C8DDAC75}"/>
              </a:ext>
            </a:extLst>
          </p:cNvPr>
          <p:cNvSpPr/>
          <p:nvPr/>
        </p:nvSpPr>
        <p:spPr>
          <a:xfrm>
            <a:off x="9074403" y="3203051"/>
            <a:ext cx="2084832" cy="694944"/>
          </a:xfrm>
          <a:prstGeom prst="roundRect">
            <a:avLst>
              <a:gd name="adj" fmla="val 13158"/>
            </a:avLst>
          </a:prstGeom>
          <a:solidFill>
            <a:srgbClr val="F3EFF8"/>
          </a:solidFill>
          <a:ln w="15240">
            <a:solidFill>
              <a:srgbClr val="8064A2"/>
            </a:solidFill>
            <a:prstDash val="solid"/>
          </a:ln>
        </p:spPr>
        <p:txBody>
          <a:bodyPr/>
          <a:lstStyle/>
          <a:p>
            <a:endParaRPr lang="en-US"/>
          </a:p>
        </p:txBody>
      </p:sp>
      <p:sp>
        <p:nvSpPr>
          <p:cNvPr id="60" name="Text 31">
            <a:extLst>
              <a:ext uri="{FF2B5EF4-FFF2-40B4-BE49-F238E27FC236}">
                <a16:creationId xmlns:a16="http://schemas.microsoft.com/office/drawing/2014/main" id="{222CDC39-BA7A-999B-B8A9-F719E6BD5E0D}"/>
              </a:ext>
            </a:extLst>
          </p:cNvPr>
          <p:cNvSpPr/>
          <p:nvPr/>
        </p:nvSpPr>
        <p:spPr>
          <a:xfrm>
            <a:off x="9220707" y="3312779"/>
            <a:ext cx="1792224" cy="237744"/>
          </a:xfrm>
          <a:prstGeom prst="rect">
            <a:avLst/>
          </a:prstGeom>
          <a:noFill/>
          <a:ln/>
        </p:spPr>
        <p:txBody>
          <a:bodyPr wrap="square" lIns="0" tIns="0" rIns="0" bIns="0" rtlCol="0" anchor="ctr">
            <a:normAutofit/>
          </a:bodyPr>
          <a:lstStyle/>
          <a:p>
            <a:pPr marL="0" indent="0">
              <a:buNone/>
            </a:pPr>
            <a:r>
              <a:rPr lang="en-US" sz="1250" b="1">
                <a:solidFill>
                  <a:srgbClr val="8064A2"/>
                </a:solidFill>
              </a:rPr>
              <a:t>Governed datasets</a:t>
            </a:r>
            <a:endParaRPr lang="en-US" sz="1250"/>
          </a:p>
        </p:txBody>
      </p:sp>
      <p:sp>
        <p:nvSpPr>
          <p:cNvPr id="62" name="Text 32">
            <a:extLst>
              <a:ext uri="{FF2B5EF4-FFF2-40B4-BE49-F238E27FC236}">
                <a16:creationId xmlns:a16="http://schemas.microsoft.com/office/drawing/2014/main" id="{1DA9B3FA-9BBA-F5CB-BC69-576E71C1B08F}"/>
              </a:ext>
            </a:extLst>
          </p:cNvPr>
          <p:cNvSpPr/>
          <p:nvPr/>
        </p:nvSpPr>
        <p:spPr>
          <a:xfrm>
            <a:off x="9220707" y="3669395"/>
            <a:ext cx="1792224" cy="164592"/>
          </a:xfrm>
          <a:prstGeom prst="rect">
            <a:avLst/>
          </a:prstGeom>
          <a:noFill/>
          <a:ln/>
        </p:spPr>
        <p:txBody>
          <a:bodyPr wrap="square" lIns="0" tIns="0" rIns="0" bIns="0" rtlCol="0" anchor="ctr">
            <a:normAutofit fontScale="70000" lnSpcReduction="20000"/>
          </a:bodyPr>
          <a:lstStyle/>
          <a:p>
            <a:pPr marL="0" indent="0">
              <a:buNone/>
            </a:pPr>
            <a:r>
              <a:rPr lang="en-US" sz="910">
                <a:solidFill>
                  <a:srgbClr val="262626"/>
                </a:solidFill>
              </a:rPr>
              <a:t>Certified data products</a:t>
            </a:r>
            <a:endParaRPr lang="en-US" sz="910"/>
          </a:p>
          <a:p>
            <a:pPr marL="0" indent="0">
              <a:buNone/>
            </a:pPr>
            <a:r>
              <a:rPr lang="en-US" sz="910">
                <a:solidFill>
                  <a:srgbClr val="262626"/>
                </a:solidFill>
              </a:rPr>
              <a:t>Refresh cadence &amp; lineage</a:t>
            </a:r>
            <a:endParaRPr lang="en-US" sz="910"/>
          </a:p>
        </p:txBody>
      </p:sp>
      <p:sp>
        <p:nvSpPr>
          <p:cNvPr id="64" name="Shape 33">
            <a:extLst>
              <a:ext uri="{FF2B5EF4-FFF2-40B4-BE49-F238E27FC236}">
                <a16:creationId xmlns:a16="http://schemas.microsoft.com/office/drawing/2014/main" id="{05E0943E-B782-2987-E10E-80AE7A70161F}"/>
              </a:ext>
            </a:extLst>
          </p:cNvPr>
          <p:cNvSpPr/>
          <p:nvPr/>
        </p:nvSpPr>
        <p:spPr>
          <a:xfrm>
            <a:off x="10116819" y="2828147"/>
            <a:ext cx="0" cy="374904"/>
          </a:xfrm>
          <a:prstGeom prst="line">
            <a:avLst/>
          </a:prstGeom>
          <a:noFill/>
          <a:ln w="17780">
            <a:solidFill>
              <a:srgbClr val="8064A2"/>
            </a:solidFill>
            <a:prstDash val="solid"/>
          </a:ln>
        </p:spPr>
        <p:txBody>
          <a:bodyPr/>
          <a:lstStyle/>
          <a:p>
            <a:endParaRPr lang="en-US"/>
          </a:p>
        </p:txBody>
      </p:sp>
      <p:sp>
        <p:nvSpPr>
          <p:cNvPr id="104" name="Shape 11">
            <a:extLst>
              <a:ext uri="{FF2B5EF4-FFF2-40B4-BE49-F238E27FC236}">
                <a16:creationId xmlns:a16="http://schemas.microsoft.com/office/drawing/2014/main" id="{6677DB6A-DBD8-FF74-62BB-5BFC82357648}"/>
              </a:ext>
            </a:extLst>
          </p:cNvPr>
          <p:cNvSpPr/>
          <p:nvPr/>
        </p:nvSpPr>
        <p:spPr>
          <a:xfrm>
            <a:off x="4612258" y="1657851"/>
            <a:ext cx="2743200" cy="274320"/>
          </a:xfrm>
          <a:prstGeom prst="rect">
            <a:avLst/>
          </a:prstGeom>
          <a:solidFill>
            <a:srgbClr val="2F75B5"/>
          </a:solidFill>
          <a:ln w="12700">
            <a:solidFill>
              <a:srgbClr val="2F75B5"/>
            </a:solidFill>
            <a:prstDash val="solid"/>
          </a:ln>
        </p:spPr>
        <p:txBody>
          <a:bodyPr/>
          <a:lstStyle/>
          <a:p>
            <a:r>
              <a:rPr lang="en-GB"/>
              <a:t> </a:t>
            </a:r>
            <a:endParaRPr lang="en-US"/>
          </a:p>
        </p:txBody>
      </p:sp>
      <p:sp>
        <p:nvSpPr>
          <p:cNvPr id="108" name="Text 12">
            <a:extLst>
              <a:ext uri="{FF2B5EF4-FFF2-40B4-BE49-F238E27FC236}">
                <a16:creationId xmlns:a16="http://schemas.microsoft.com/office/drawing/2014/main" id="{4E07BF27-5A2E-96BA-A439-A8379CFD965A}"/>
              </a:ext>
            </a:extLst>
          </p:cNvPr>
          <p:cNvSpPr/>
          <p:nvPr/>
        </p:nvSpPr>
        <p:spPr>
          <a:xfrm>
            <a:off x="4685410" y="1740011"/>
            <a:ext cx="259689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DATA Processing (SFMC) Side</a:t>
            </a:r>
            <a:endParaRPr lang="en-US" sz="850"/>
          </a:p>
        </p:txBody>
      </p:sp>
    </p:spTree>
    <p:extLst>
      <p:ext uri="{BB962C8B-B14F-4D97-AF65-F5344CB8AC3E}">
        <p14:creationId xmlns:p14="http://schemas.microsoft.com/office/powerpoint/2010/main" val="1186244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7A9F-67FB-ACD0-6642-30731A2B336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D000547-6D76-1B4E-DA31-E32DE2C3847E}"/>
              </a:ext>
            </a:extLst>
          </p:cNvPr>
          <p:cNvSpPr>
            <a:spLocks noGrp="1"/>
          </p:cNvSpPr>
          <p:nvPr>
            <p:ph type="title"/>
          </p:nvPr>
        </p:nvSpPr>
        <p:spPr>
          <a:xfrm>
            <a:off x="881633" y="444611"/>
            <a:ext cx="10204450" cy="533400"/>
          </a:xfrm>
        </p:spPr>
        <p:txBody>
          <a:bodyPr/>
          <a:lstStyle/>
          <a:p>
            <a:r>
              <a:rPr lang="en-GB"/>
              <a:t>CRMA Data Ingestion </a:t>
            </a:r>
          </a:p>
        </p:txBody>
      </p:sp>
      <p:sp>
        <p:nvSpPr>
          <p:cNvPr id="4" name="TextBox 3">
            <a:extLst>
              <a:ext uri="{FF2B5EF4-FFF2-40B4-BE49-F238E27FC236}">
                <a16:creationId xmlns:a16="http://schemas.microsoft.com/office/drawing/2014/main" id="{A89E5B50-9437-6C41-F2C2-237296EE6EB2}"/>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3" name="Shape 5">
            <a:extLst>
              <a:ext uri="{FF2B5EF4-FFF2-40B4-BE49-F238E27FC236}">
                <a16:creationId xmlns:a16="http://schemas.microsoft.com/office/drawing/2014/main" id="{10BA5219-42EF-F021-8C14-E383F77DECD4}"/>
              </a:ext>
            </a:extLst>
          </p:cNvPr>
          <p:cNvSpPr/>
          <p:nvPr/>
        </p:nvSpPr>
        <p:spPr>
          <a:xfrm>
            <a:off x="2514600" y="2487168"/>
            <a:ext cx="265176" cy="0"/>
          </a:xfrm>
          <a:prstGeom prst="line">
            <a:avLst/>
          </a:prstGeom>
          <a:noFill/>
          <a:ln w="20320">
            <a:solidFill>
              <a:srgbClr val="A6A6A6"/>
            </a:solidFill>
            <a:prstDash val="solid"/>
            <a:headEnd type="none"/>
            <a:tailEnd type="triangle"/>
          </a:ln>
        </p:spPr>
        <p:txBody>
          <a:bodyPr/>
          <a:lstStyle/>
          <a:p>
            <a:endParaRPr lang="en-US"/>
          </a:p>
        </p:txBody>
      </p:sp>
      <p:sp>
        <p:nvSpPr>
          <p:cNvPr id="7" name="Shape 6">
            <a:extLst>
              <a:ext uri="{FF2B5EF4-FFF2-40B4-BE49-F238E27FC236}">
                <a16:creationId xmlns:a16="http://schemas.microsoft.com/office/drawing/2014/main" id="{9794E369-3248-E2B4-4DE3-18B43942AFDA}"/>
              </a:ext>
            </a:extLst>
          </p:cNvPr>
          <p:cNvSpPr/>
          <p:nvPr/>
        </p:nvSpPr>
        <p:spPr>
          <a:xfrm>
            <a:off x="4754880" y="2487168"/>
            <a:ext cx="265176" cy="0"/>
          </a:xfrm>
          <a:prstGeom prst="line">
            <a:avLst/>
          </a:prstGeom>
          <a:noFill/>
          <a:ln w="20320">
            <a:solidFill>
              <a:srgbClr val="A6A6A6"/>
            </a:solidFill>
            <a:prstDash val="solid"/>
            <a:headEnd type="none"/>
            <a:tailEnd type="triangle"/>
          </a:ln>
        </p:spPr>
        <p:txBody>
          <a:bodyPr/>
          <a:lstStyle/>
          <a:p>
            <a:endParaRPr lang="en-US"/>
          </a:p>
        </p:txBody>
      </p:sp>
      <p:sp>
        <p:nvSpPr>
          <p:cNvPr id="9" name="Shape 7">
            <a:extLst>
              <a:ext uri="{FF2B5EF4-FFF2-40B4-BE49-F238E27FC236}">
                <a16:creationId xmlns:a16="http://schemas.microsoft.com/office/drawing/2014/main" id="{69BD64BF-18C7-A57A-4D0D-FA9CD7A7EA16}"/>
              </a:ext>
            </a:extLst>
          </p:cNvPr>
          <p:cNvSpPr/>
          <p:nvPr/>
        </p:nvSpPr>
        <p:spPr>
          <a:xfrm>
            <a:off x="6995160" y="2487168"/>
            <a:ext cx="265176" cy="0"/>
          </a:xfrm>
          <a:prstGeom prst="line">
            <a:avLst/>
          </a:prstGeom>
          <a:noFill/>
          <a:ln w="20320">
            <a:solidFill>
              <a:srgbClr val="A6A6A6"/>
            </a:solidFill>
            <a:prstDash val="solid"/>
            <a:headEnd type="none"/>
            <a:tailEnd type="triangle"/>
          </a:ln>
        </p:spPr>
        <p:txBody>
          <a:bodyPr/>
          <a:lstStyle/>
          <a:p>
            <a:endParaRPr lang="en-US"/>
          </a:p>
        </p:txBody>
      </p:sp>
      <p:sp>
        <p:nvSpPr>
          <p:cNvPr id="12" name="Shape 8">
            <a:extLst>
              <a:ext uri="{FF2B5EF4-FFF2-40B4-BE49-F238E27FC236}">
                <a16:creationId xmlns:a16="http://schemas.microsoft.com/office/drawing/2014/main" id="{2D4906F9-F723-927D-B287-852CEC774E5F}"/>
              </a:ext>
            </a:extLst>
          </p:cNvPr>
          <p:cNvSpPr/>
          <p:nvPr/>
        </p:nvSpPr>
        <p:spPr>
          <a:xfrm>
            <a:off x="9235440" y="2487168"/>
            <a:ext cx="265176" cy="0"/>
          </a:xfrm>
          <a:prstGeom prst="line">
            <a:avLst/>
          </a:prstGeom>
          <a:noFill/>
          <a:ln w="20320">
            <a:solidFill>
              <a:srgbClr val="A6A6A6"/>
            </a:solidFill>
            <a:prstDash val="solid"/>
            <a:headEnd type="none"/>
            <a:tailEnd type="triangle"/>
          </a:ln>
        </p:spPr>
        <p:txBody>
          <a:bodyPr/>
          <a:lstStyle/>
          <a:p>
            <a:endParaRPr lang="en-US"/>
          </a:p>
        </p:txBody>
      </p:sp>
      <p:sp>
        <p:nvSpPr>
          <p:cNvPr id="14" name="Shape 9">
            <a:extLst>
              <a:ext uri="{FF2B5EF4-FFF2-40B4-BE49-F238E27FC236}">
                <a16:creationId xmlns:a16="http://schemas.microsoft.com/office/drawing/2014/main" id="{D617E8D9-D5AC-5F62-5734-E623AB4C2222}"/>
              </a:ext>
            </a:extLst>
          </p:cNvPr>
          <p:cNvSpPr/>
          <p:nvPr/>
        </p:nvSpPr>
        <p:spPr>
          <a:xfrm>
            <a:off x="594360" y="1828800"/>
            <a:ext cx="1920240" cy="1325880"/>
          </a:xfrm>
          <a:prstGeom prst="roundRect">
            <a:avLst>
              <a:gd name="adj" fmla="val 6897"/>
            </a:avLst>
          </a:prstGeom>
          <a:solidFill>
            <a:srgbClr val="FFFFFF"/>
          </a:solidFill>
          <a:ln w="16510">
            <a:solidFill>
              <a:srgbClr val="2F75B5"/>
            </a:solidFill>
            <a:prstDash val="solid"/>
          </a:ln>
        </p:spPr>
        <p:txBody>
          <a:bodyPr/>
          <a:lstStyle/>
          <a:p>
            <a:endParaRPr lang="en-US"/>
          </a:p>
        </p:txBody>
      </p:sp>
      <p:sp>
        <p:nvSpPr>
          <p:cNvPr id="16" name="Shape 10">
            <a:extLst>
              <a:ext uri="{FF2B5EF4-FFF2-40B4-BE49-F238E27FC236}">
                <a16:creationId xmlns:a16="http://schemas.microsoft.com/office/drawing/2014/main" id="{380FB60B-9E6A-995D-67D2-EBFCC0390426}"/>
              </a:ext>
            </a:extLst>
          </p:cNvPr>
          <p:cNvSpPr/>
          <p:nvPr/>
        </p:nvSpPr>
        <p:spPr>
          <a:xfrm>
            <a:off x="713232" y="1938528"/>
            <a:ext cx="292608" cy="292608"/>
          </a:xfrm>
          <a:prstGeom prst="roundRect">
            <a:avLst>
              <a:gd name="adj" fmla="val 25000"/>
            </a:avLst>
          </a:prstGeom>
          <a:solidFill>
            <a:srgbClr val="2F75B5"/>
          </a:solidFill>
          <a:ln w="12700">
            <a:solidFill>
              <a:srgbClr val="2F75B5"/>
            </a:solidFill>
            <a:prstDash val="solid"/>
          </a:ln>
        </p:spPr>
        <p:txBody>
          <a:bodyPr/>
          <a:lstStyle/>
          <a:p>
            <a:endParaRPr lang="en-US"/>
          </a:p>
        </p:txBody>
      </p:sp>
      <p:sp>
        <p:nvSpPr>
          <p:cNvPr id="18" name="Text 11">
            <a:extLst>
              <a:ext uri="{FF2B5EF4-FFF2-40B4-BE49-F238E27FC236}">
                <a16:creationId xmlns:a16="http://schemas.microsoft.com/office/drawing/2014/main" id="{84BBE606-CC6F-52C8-BF4B-39F9AD7F009D}"/>
              </a:ext>
            </a:extLst>
          </p:cNvPr>
          <p:cNvSpPr/>
          <p:nvPr/>
        </p:nvSpPr>
        <p:spPr>
          <a:xfrm>
            <a:off x="786384" y="1993392"/>
            <a:ext cx="146304" cy="201168"/>
          </a:xfrm>
          <a:prstGeom prst="rect">
            <a:avLst/>
          </a:prstGeom>
          <a:noFill/>
          <a:ln/>
        </p:spPr>
        <p:txBody>
          <a:bodyPr wrap="square" lIns="254" tIns="254" rIns="254" bIns="254" rtlCol="0" anchor="ctr">
            <a:normAutofit/>
          </a:bodyPr>
          <a:lstStyle/>
          <a:p>
            <a:pPr marL="0" indent="0" algn="ctr">
              <a:buNone/>
            </a:pPr>
            <a:r>
              <a:rPr lang="en-US" sz="1000" b="1">
                <a:solidFill>
                  <a:srgbClr val="FFFFFF"/>
                </a:solidFill>
              </a:rPr>
              <a:t>1</a:t>
            </a:r>
            <a:endParaRPr lang="en-US" sz="1000"/>
          </a:p>
        </p:txBody>
      </p:sp>
      <p:sp>
        <p:nvSpPr>
          <p:cNvPr id="20" name="Text 12">
            <a:extLst>
              <a:ext uri="{FF2B5EF4-FFF2-40B4-BE49-F238E27FC236}">
                <a16:creationId xmlns:a16="http://schemas.microsoft.com/office/drawing/2014/main" id="{895A074E-08CA-2F5D-F293-F9328E0E7269}"/>
              </a:ext>
            </a:extLst>
          </p:cNvPr>
          <p:cNvSpPr/>
          <p:nvPr/>
        </p:nvSpPr>
        <p:spPr>
          <a:xfrm>
            <a:off x="1097280" y="1965960"/>
            <a:ext cx="1298448" cy="228600"/>
          </a:xfrm>
          <a:prstGeom prst="rect">
            <a:avLst/>
          </a:prstGeom>
          <a:noFill/>
          <a:ln/>
        </p:spPr>
        <p:txBody>
          <a:bodyPr wrap="square" lIns="0" tIns="0" rIns="0" bIns="0" rtlCol="0" anchor="ctr">
            <a:normAutofit/>
          </a:bodyPr>
          <a:lstStyle/>
          <a:p>
            <a:pPr marL="0" indent="0">
              <a:buNone/>
            </a:pPr>
            <a:r>
              <a:rPr lang="en-US" sz="1130" b="1">
                <a:solidFill>
                  <a:srgbClr val="16365C"/>
                </a:solidFill>
              </a:rPr>
              <a:t>Source systems</a:t>
            </a:r>
            <a:endParaRPr lang="en-US" sz="1130"/>
          </a:p>
        </p:txBody>
      </p:sp>
      <p:sp>
        <p:nvSpPr>
          <p:cNvPr id="22" name="Text 13">
            <a:extLst>
              <a:ext uri="{FF2B5EF4-FFF2-40B4-BE49-F238E27FC236}">
                <a16:creationId xmlns:a16="http://schemas.microsoft.com/office/drawing/2014/main" id="{7A86ED3B-AF2E-FDF0-F2D5-7F912F0A41C9}"/>
              </a:ext>
            </a:extLst>
          </p:cNvPr>
          <p:cNvSpPr/>
          <p:nvPr/>
        </p:nvSpPr>
        <p:spPr>
          <a:xfrm>
            <a:off x="777240" y="2331720"/>
            <a:ext cx="1554480" cy="640080"/>
          </a:xfrm>
          <a:prstGeom prst="rect">
            <a:avLst/>
          </a:prstGeom>
          <a:noFill/>
          <a:ln/>
        </p:spPr>
        <p:txBody>
          <a:bodyPr wrap="square" lIns="0" tIns="0" rIns="0" bIns="0" rtlCol="0" anchor="ctr">
            <a:normAutofit/>
          </a:bodyPr>
          <a:lstStyle/>
          <a:p>
            <a:pPr marL="0" indent="0">
              <a:buNone/>
            </a:pPr>
            <a:r>
              <a:rPr lang="en-US" sz="870">
                <a:solidFill>
                  <a:srgbClr val="262626"/>
                </a:solidFill>
              </a:rPr>
              <a:t>Sales Cloud</a:t>
            </a:r>
            <a:endParaRPr lang="en-US" sz="870"/>
          </a:p>
          <a:p>
            <a:pPr marL="0" indent="0">
              <a:buNone/>
            </a:pPr>
            <a:r>
              <a:rPr lang="en-US" sz="870">
                <a:solidFill>
                  <a:srgbClr val="262626"/>
                </a:solidFill>
              </a:rPr>
              <a:t>SFMC Engagement</a:t>
            </a:r>
            <a:endParaRPr lang="en-US" sz="870"/>
          </a:p>
        </p:txBody>
      </p:sp>
      <p:sp>
        <p:nvSpPr>
          <p:cNvPr id="24" name="Shape 14">
            <a:extLst>
              <a:ext uri="{FF2B5EF4-FFF2-40B4-BE49-F238E27FC236}">
                <a16:creationId xmlns:a16="http://schemas.microsoft.com/office/drawing/2014/main" id="{62E4EA52-5670-9D74-C989-BEC7CB35BAEE}"/>
              </a:ext>
            </a:extLst>
          </p:cNvPr>
          <p:cNvSpPr/>
          <p:nvPr/>
        </p:nvSpPr>
        <p:spPr>
          <a:xfrm>
            <a:off x="2834640" y="1828800"/>
            <a:ext cx="1920240" cy="1325880"/>
          </a:xfrm>
          <a:prstGeom prst="roundRect">
            <a:avLst>
              <a:gd name="adj" fmla="val 6897"/>
            </a:avLst>
          </a:prstGeom>
          <a:solidFill>
            <a:srgbClr val="FFFFFF"/>
          </a:solidFill>
          <a:ln w="16510">
            <a:solidFill>
              <a:srgbClr val="2F75B5"/>
            </a:solidFill>
            <a:prstDash val="solid"/>
          </a:ln>
        </p:spPr>
        <p:txBody>
          <a:bodyPr/>
          <a:lstStyle/>
          <a:p>
            <a:endParaRPr lang="en-US"/>
          </a:p>
        </p:txBody>
      </p:sp>
      <p:sp>
        <p:nvSpPr>
          <p:cNvPr id="26" name="Shape 15">
            <a:extLst>
              <a:ext uri="{FF2B5EF4-FFF2-40B4-BE49-F238E27FC236}">
                <a16:creationId xmlns:a16="http://schemas.microsoft.com/office/drawing/2014/main" id="{DEFC0DAE-70FA-C763-4E74-CEE14F993C4C}"/>
              </a:ext>
            </a:extLst>
          </p:cNvPr>
          <p:cNvSpPr/>
          <p:nvPr/>
        </p:nvSpPr>
        <p:spPr>
          <a:xfrm>
            <a:off x="2953512" y="1938528"/>
            <a:ext cx="292608" cy="292608"/>
          </a:xfrm>
          <a:prstGeom prst="roundRect">
            <a:avLst>
              <a:gd name="adj" fmla="val 25000"/>
            </a:avLst>
          </a:prstGeom>
          <a:solidFill>
            <a:srgbClr val="2F75B5"/>
          </a:solidFill>
          <a:ln w="12700">
            <a:solidFill>
              <a:srgbClr val="2F75B5"/>
            </a:solidFill>
            <a:prstDash val="solid"/>
          </a:ln>
        </p:spPr>
        <p:txBody>
          <a:bodyPr/>
          <a:lstStyle/>
          <a:p>
            <a:endParaRPr lang="en-US"/>
          </a:p>
        </p:txBody>
      </p:sp>
      <p:sp>
        <p:nvSpPr>
          <p:cNvPr id="28" name="Text 16">
            <a:extLst>
              <a:ext uri="{FF2B5EF4-FFF2-40B4-BE49-F238E27FC236}">
                <a16:creationId xmlns:a16="http://schemas.microsoft.com/office/drawing/2014/main" id="{5D960772-593E-9D3F-CF28-FE3226381576}"/>
              </a:ext>
            </a:extLst>
          </p:cNvPr>
          <p:cNvSpPr/>
          <p:nvPr/>
        </p:nvSpPr>
        <p:spPr>
          <a:xfrm>
            <a:off x="3026664" y="1993392"/>
            <a:ext cx="146304" cy="201168"/>
          </a:xfrm>
          <a:prstGeom prst="rect">
            <a:avLst/>
          </a:prstGeom>
          <a:noFill/>
          <a:ln/>
        </p:spPr>
        <p:txBody>
          <a:bodyPr wrap="square" lIns="254" tIns="254" rIns="254" bIns="254" rtlCol="0" anchor="ctr">
            <a:normAutofit/>
          </a:bodyPr>
          <a:lstStyle/>
          <a:p>
            <a:pPr marL="0" indent="0" algn="ctr">
              <a:buNone/>
            </a:pPr>
            <a:r>
              <a:rPr lang="en-US" sz="1000" b="1">
                <a:solidFill>
                  <a:srgbClr val="FFFFFF"/>
                </a:solidFill>
              </a:rPr>
              <a:t>2</a:t>
            </a:r>
            <a:endParaRPr lang="en-US" sz="1000"/>
          </a:p>
        </p:txBody>
      </p:sp>
      <p:sp>
        <p:nvSpPr>
          <p:cNvPr id="30" name="Text 17">
            <a:extLst>
              <a:ext uri="{FF2B5EF4-FFF2-40B4-BE49-F238E27FC236}">
                <a16:creationId xmlns:a16="http://schemas.microsoft.com/office/drawing/2014/main" id="{0B4628AC-6A02-ABE8-ADF1-ACC302F94660}"/>
              </a:ext>
            </a:extLst>
          </p:cNvPr>
          <p:cNvSpPr/>
          <p:nvPr/>
        </p:nvSpPr>
        <p:spPr>
          <a:xfrm>
            <a:off x="3337560" y="1965960"/>
            <a:ext cx="1298448" cy="228600"/>
          </a:xfrm>
          <a:prstGeom prst="rect">
            <a:avLst/>
          </a:prstGeom>
          <a:noFill/>
          <a:ln/>
        </p:spPr>
        <p:txBody>
          <a:bodyPr wrap="square" lIns="0" tIns="0" rIns="0" bIns="0" rtlCol="0" anchor="ctr">
            <a:normAutofit/>
          </a:bodyPr>
          <a:lstStyle/>
          <a:p>
            <a:pPr marL="0" indent="0">
              <a:buNone/>
            </a:pPr>
            <a:r>
              <a:rPr lang="en-US" sz="1130" b="1">
                <a:solidFill>
                  <a:srgbClr val="16365C"/>
                </a:solidFill>
              </a:rPr>
              <a:t>Ingest &amp; secure</a:t>
            </a:r>
            <a:endParaRPr lang="en-US" sz="1130"/>
          </a:p>
        </p:txBody>
      </p:sp>
      <p:sp>
        <p:nvSpPr>
          <p:cNvPr id="32" name="Text 18">
            <a:extLst>
              <a:ext uri="{FF2B5EF4-FFF2-40B4-BE49-F238E27FC236}">
                <a16:creationId xmlns:a16="http://schemas.microsoft.com/office/drawing/2014/main" id="{B8C963F5-5E52-AAA0-9C38-7B556763F4FF}"/>
              </a:ext>
            </a:extLst>
          </p:cNvPr>
          <p:cNvSpPr/>
          <p:nvPr/>
        </p:nvSpPr>
        <p:spPr>
          <a:xfrm>
            <a:off x="3017520" y="2331720"/>
            <a:ext cx="1554480" cy="640080"/>
          </a:xfrm>
          <a:prstGeom prst="rect">
            <a:avLst/>
          </a:prstGeom>
          <a:noFill/>
          <a:ln/>
        </p:spPr>
        <p:txBody>
          <a:bodyPr wrap="square" lIns="0" tIns="0" rIns="0" bIns="0" rtlCol="0" anchor="ctr">
            <a:normAutofit/>
          </a:bodyPr>
          <a:lstStyle/>
          <a:p>
            <a:pPr marL="0" indent="0">
              <a:buNone/>
            </a:pPr>
            <a:r>
              <a:rPr lang="en-US" sz="870">
                <a:solidFill>
                  <a:srgbClr val="262626"/>
                </a:solidFill>
              </a:rPr>
              <a:t>Connectors / recipes</a:t>
            </a:r>
            <a:endParaRPr lang="en-US" sz="870"/>
          </a:p>
          <a:p>
            <a:pPr marL="0" indent="0">
              <a:buNone/>
            </a:pPr>
            <a:r>
              <a:rPr lang="en-US" sz="870">
                <a:solidFill>
                  <a:srgbClr val="262626"/>
                </a:solidFill>
              </a:rPr>
              <a:t>Authentication</a:t>
            </a:r>
            <a:endParaRPr lang="en-US" sz="870"/>
          </a:p>
          <a:p>
            <a:pPr marL="0" indent="0">
              <a:buNone/>
            </a:pPr>
            <a:r>
              <a:rPr lang="en-US" sz="870">
                <a:solidFill>
                  <a:srgbClr val="262626"/>
                </a:solidFill>
              </a:rPr>
              <a:t>Access boundaries</a:t>
            </a:r>
            <a:endParaRPr lang="en-US" sz="870"/>
          </a:p>
        </p:txBody>
      </p:sp>
      <p:sp>
        <p:nvSpPr>
          <p:cNvPr id="34" name="Shape 19">
            <a:extLst>
              <a:ext uri="{FF2B5EF4-FFF2-40B4-BE49-F238E27FC236}">
                <a16:creationId xmlns:a16="http://schemas.microsoft.com/office/drawing/2014/main" id="{198F8A88-A9D9-E00A-127B-7D7C642766B5}"/>
              </a:ext>
            </a:extLst>
          </p:cNvPr>
          <p:cNvSpPr/>
          <p:nvPr/>
        </p:nvSpPr>
        <p:spPr>
          <a:xfrm>
            <a:off x="5074920" y="1828800"/>
            <a:ext cx="1920240" cy="1325880"/>
          </a:xfrm>
          <a:prstGeom prst="roundRect">
            <a:avLst>
              <a:gd name="adj" fmla="val 6897"/>
            </a:avLst>
          </a:prstGeom>
          <a:solidFill>
            <a:srgbClr val="F3EFF8"/>
          </a:solidFill>
          <a:ln w="16510">
            <a:solidFill>
              <a:srgbClr val="8064A2"/>
            </a:solidFill>
            <a:prstDash val="solid"/>
          </a:ln>
        </p:spPr>
        <p:txBody>
          <a:bodyPr/>
          <a:lstStyle/>
          <a:p>
            <a:endParaRPr lang="en-US"/>
          </a:p>
        </p:txBody>
      </p:sp>
      <p:sp>
        <p:nvSpPr>
          <p:cNvPr id="36" name="Shape 20">
            <a:extLst>
              <a:ext uri="{FF2B5EF4-FFF2-40B4-BE49-F238E27FC236}">
                <a16:creationId xmlns:a16="http://schemas.microsoft.com/office/drawing/2014/main" id="{F376ED7E-C5F1-F155-4332-EBDCC5E9CF36}"/>
              </a:ext>
            </a:extLst>
          </p:cNvPr>
          <p:cNvSpPr/>
          <p:nvPr/>
        </p:nvSpPr>
        <p:spPr>
          <a:xfrm>
            <a:off x="5193792" y="1938528"/>
            <a:ext cx="292608" cy="292608"/>
          </a:xfrm>
          <a:prstGeom prst="roundRect">
            <a:avLst>
              <a:gd name="adj" fmla="val 25000"/>
            </a:avLst>
          </a:prstGeom>
          <a:solidFill>
            <a:srgbClr val="8064A2"/>
          </a:solidFill>
          <a:ln w="12700">
            <a:solidFill>
              <a:srgbClr val="8064A2"/>
            </a:solidFill>
            <a:prstDash val="solid"/>
          </a:ln>
        </p:spPr>
        <p:txBody>
          <a:bodyPr/>
          <a:lstStyle/>
          <a:p>
            <a:endParaRPr lang="en-US"/>
          </a:p>
        </p:txBody>
      </p:sp>
      <p:sp>
        <p:nvSpPr>
          <p:cNvPr id="38" name="Text 21">
            <a:extLst>
              <a:ext uri="{FF2B5EF4-FFF2-40B4-BE49-F238E27FC236}">
                <a16:creationId xmlns:a16="http://schemas.microsoft.com/office/drawing/2014/main" id="{FE9DD5F8-6B43-DACE-6A2D-EEC7D21A2DAD}"/>
              </a:ext>
            </a:extLst>
          </p:cNvPr>
          <p:cNvSpPr/>
          <p:nvPr/>
        </p:nvSpPr>
        <p:spPr>
          <a:xfrm>
            <a:off x="5266944" y="1993392"/>
            <a:ext cx="146304" cy="201168"/>
          </a:xfrm>
          <a:prstGeom prst="rect">
            <a:avLst/>
          </a:prstGeom>
          <a:noFill/>
          <a:ln/>
        </p:spPr>
        <p:txBody>
          <a:bodyPr wrap="square" lIns="254" tIns="254" rIns="254" bIns="254" rtlCol="0" anchor="ctr">
            <a:normAutofit/>
          </a:bodyPr>
          <a:lstStyle/>
          <a:p>
            <a:pPr marL="0" indent="0" algn="ctr">
              <a:buNone/>
            </a:pPr>
            <a:r>
              <a:rPr lang="en-US" sz="1000" b="1">
                <a:solidFill>
                  <a:srgbClr val="FFFFFF"/>
                </a:solidFill>
              </a:rPr>
              <a:t>3</a:t>
            </a:r>
            <a:endParaRPr lang="en-US" sz="1000"/>
          </a:p>
        </p:txBody>
      </p:sp>
      <p:sp>
        <p:nvSpPr>
          <p:cNvPr id="40" name="Text 22">
            <a:extLst>
              <a:ext uri="{FF2B5EF4-FFF2-40B4-BE49-F238E27FC236}">
                <a16:creationId xmlns:a16="http://schemas.microsoft.com/office/drawing/2014/main" id="{4C6AF540-BE73-1D33-F6CB-5CD15BA0DDCC}"/>
              </a:ext>
            </a:extLst>
          </p:cNvPr>
          <p:cNvSpPr/>
          <p:nvPr/>
        </p:nvSpPr>
        <p:spPr>
          <a:xfrm>
            <a:off x="5577840" y="1965960"/>
            <a:ext cx="1298448" cy="228600"/>
          </a:xfrm>
          <a:prstGeom prst="rect">
            <a:avLst/>
          </a:prstGeom>
          <a:noFill/>
          <a:ln/>
        </p:spPr>
        <p:txBody>
          <a:bodyPr wrap="square" lIns="0" tIns="0" rIns="0" bIns="0" rtlCol="0" anchor="ctr">
            <a:normAutofit/>
          </a:bodyPr>
          <a:lstStyle/>
          <a:p>
            <a:pPr marL="0" indent="0">
              <a:buNone/>
            </a:pPr>
            <a:r>
              <a:rPr lang="en-US" sz="1130" b="1">
                <a:solidFill>
                  <a:srgbClr val="8064A2"/>
                </a:solidFill>
              </a:rPr>
              <a:t>Prepare data</a:t>
            </a:r>
            <a:endParaRPr lang="en-US" sz="1130"/>
          </a:p>
        </p:txBody>
      </p:sp>
      <p:sp>
        <p:nvSpPr>
          <p:cNvPr id="42" name="Text 23">
            <a:extLst>
              <a:ext uri="{FF2B5EF4-FFF2-40B4-BE49-F238E27FC236}">
                <a16:creationId xmlns:a16="http://schemas.microsoft.com/office/drawing/2014/main" id="{5A87E6EA-07B1-933E-F4B7-6FE135D0DF27}"/>
              </a:ext>
            </a:extLst>
          </p:cNvPr>
          <p:cNvSpPr/>
          <p:nvPr/>
        </p:nvSpPr>
        <p:spPr>
          <a:xfrm>
            <a:off x="5257800" y="2331720"/>
            <a:ext cx="1554480" cy="640080"/>
          </a:xfrm>
          <a:prstGeom prst="rect">
            <a:avLst/>
          </a:prstGeom>
          <a:noFill/>
          <a:ln/>
        </p:spPr>
        <p:txBody>
          <a:bodyPr wrap="square" lIns="0" tIns="0" rIns="0" bIns="0" rtlCol="0" anchor="ctr">
            <a:normAutofit/>
          </a:bodyPr>
          <a:lstStyle/>
          <a:p>
            <a:pPr marL="0" indent="0">
              <a:buNone/>
            </a:pPr>
            <a:r>
              <a:rPr lang="en-US" sz="870">
                <a:solidFill>
                  <a:srgbClr val="262626"/>
                </a:solidFill>
              </a:rPr>
              <a:t>Join and transform</a:t>
            </a:r>
            <a:endParaRPr lang="en-US" sz="870"/>
          </a:p>
          <a:p>
            <a:pPr marL="0" indent="0">
              <a:buNone/>
            </a:pPr>
            <a:r>
              <a:rPr lang="en-US" sz="870">
                <a:solidFill>
                  <a:srgbClr val="262626"/>
                </a:solidFill>
              </a:rPr>
              <a:t>Apply KPI logic</a:t>
            </a:r>
            <a:endParaRPr lang="en-US" sz="870"/>
          </a:p>
          <a:p>
            <a:pPr marL="0" indent="0">
              <a:buNone/>
            </a:pPr>
            <a:r>
              <a:rPr lang="en-US" sz="870">
                <a:solidFill>
                  <a:srgbClr val="262626"/>
                </a:solidFill>
              </a:rPr>
              <a:t>Validate quality</a:t>
            </a:r>
            <a:endParaRPr lang="en-US" sz="870"/>
          </a:p>
        </p:txBody>
      </p:sp>
      <p:sp>
        <p:nvSpPr>
          <p:cNvPr id="44" name="Shape 24">
            <a:extLst>
              <a:ext uri="{FF2B5EF4-FFF2-40B4-BE49-F238E27FC236}">
                <a16:creationId xmlns:a16="http://schemas.microsoft.com/office/drawing/2014/main" id="{57FEE4AB-3DA5-0611-C5E3-7437ACDDFAFC}"/>
              </a:ext>
            </a:extLst>
          </p:cNvPr>
          <p:cNvSpPr/>
          <p:nvPr/>
        </p:nvSpPr>
        <p:spPr>
          <a:xfrm>
            <a:off x="7315200" y="1828800"/>
            <a:ext cx="1920240" cy="1325880"/>
          </a:xfrm>
          <a:prstGeom prst="roundRect">
            <a:avLst>
              <a:gd name="adj" fmla="val 6897"/>
            </a:avLst>
          </a:prstGeom>
          <a:solidFill>
            <a:srgbClr val="FFFFFF"/>
          </a:solidFill>
          <a:ln w="16510">
            <a:solidFill>
              <a:srgbClr val="2F75B5"/>
            </a:solidFill>
            <a:prstDash val="solid"/>
          </a:ln>
        </p:spPr>
        <p:txBody>
          <a:bodyPr/>
          <a:lstStyle/>
          <a:p>
            <a:endParaRPr lang="en-US"/>
          </a:p>
        </p:txBody>
      </p:sp>
      <p:sp>
        <p:nvSpPr>
          <p:cNvPr id="46" name="Shape 25">
            <a:extLst>
              <a:ext uri="{FF2B5EF4-FFF2-40B4-BE49-F238E27FC236}">
                <a16:creationId xmlns:a16="http://schemas.microsoft.com/office/drawing/2014/main" id="{1EAE65C8-0EB8-0631-500E-C378B16508D2}"/>
              </a:ext>
            </a:extLst>
          </p:cNvPr>
          <p:cNvSpPr/>
          <p:nvPr/>
        </p:nvSpPr>
        <p:spPr>
          <a:xfrm>
            <a:off x="7434072" y="1938528"/>
            <a:ext cx="292608" cy="292608"/>
          </a:xfrm>
          <a:prstGeom prst="roundRect">
            <a:avLst>
              <a:gd name="adj" fmla="val 25000"/>
            </a:avLst>
          </a:prstGeom>
          <a:solidFill>
            <a:srgbClr val="2F75B5"/>
          </a:solidFill>
          <a:ln w="12700">
            <a:solidFill>
              <a:srgbClr val="2F75B5"/>
            </a:solidFill>
            <a:prstDash val="solid"/>
          </a:ln>
        </p:spPr>
        <p:txBody>
          <a:bodyPr/>
          <a:lstStyle/>
          <a:p>
            <a:endParaRPr lang="en-US"/>
          </a:p>
        </p:txBody>
      </p:sp>
      <p:sp>
        <p:nvSpPr>
          <p:cNvPr id="48" name="Text 26">
            <a:extLst>
              <a:ext uri="{FF2B5EF4-FFF2-40B4-BE49-F238E27FC236}">
                <a16:creationId xmlns:a16="http://schemas.microsoft.com/office/drawing/2014/main" id="{354DD85D-79AB-F5A2-A12B-05DE359180B1}"/>
              </a:ext>
            </a:extLst>
          </p:cNvPr>
          <p:cNvSpPr/>
          <p:nvPr/>
        </p:nvSpPr>
        <p:spPr>
          <a:xfrm>
            <a:off x="7507224" y="1993392"/>
            <a:ext cx="146304" cy="201168"/>
          </a:xfrm>
          <a:prstGeom prst="rect">
            <a:avLst/>
          </a:prstGeom>
          <a:noFill/>
          <a:ln/>
        </p:spPr>
        <p:txBody>
          <a:bodyPr wrap="square" lIns="254" tIns="254" rIns="254" bIns="254" rtlCol="0" anchor="ctr">
            <a:normAutofit/>
          </a:bodyPr>
          <a:lstStyle/>
          <a:p>
            <a:pPr marL="0" indent="0" algn="ctr">
              <a:buNone/>
            </a:pPr>
            <a:r>
              <a:rPr lang="en-US" sz="1000" b="1">
                <a:solidFill>
                  <a:srgbClr val="FFFFFF"/>
                </a:solidFill>
              </a:rPr>
              <a:t>4</a:t>
            </a:r>
            <a:endParaRPr lang="en-US" sz="1000"/>
          </a:p>
        </p:txBody>
      </p:sp>
      <p:sp>
        <p:nvSpPr>
          <p:cNvPr id="50" name="Text 27">
            <a:extLst>
              <a:ext uri="{FF2B5EF4-FFF2-40B4-BE49-F238E27FC236}">
                <a16:creationId xmlns:a16="http://schemas.microsoft.com/office/drawing/2014/main" id="{66E5732C-7431-4418-07F6-4BABA83CA859}"/>
              </a:ext>
            </a:extLst>
          </p:cNvPr>
          <p:cNvSpPr/>
          <p:nvPr/>
        </p:nvSpPr>
        <p:spPr>
          <a:xfrm>
            <a:off x="7818120" y="1965960"/>
            <a:ext cx="1298448" cy="228600"/>
          </a:xfrm>
          <a:prstGeom prst="rect">
            <a:avLst/>
          </a:prstGeom>
          <a:noFill/>
          <a:ln/>
        </p:spPr>
        <p:txBody>
          <a:bodyPr wrap="square" lIns="0" tIns="0" rIns="0" bIns="0" rtlCol="0" anchor="ctr">
            <a:normAutofit/>
          </a:bodyPr>
          <a:lstStyle/>
          <a:p>
            <a:pPr marL="0" indent="0">
              <a:buNone/>
            </a:pPr>
            <a:r>
              <a:rPr lang="en-US" sz="1130" b="1">
                <a:solidFill>
                  <a:srgbClr val="16365C"/>
                </a:solidFill>
              </a:rPr>
              <a:t>Datasets</a:t>
            </a:r>
            <a:endParaRPr lang="en-US" sz="1130"/>
          </a:p>
        </p:txBody>
      </p:sp>
      <p:sp>
        <p:nvSpPr>
          <p:cNvPr id="52" name="Text 28">
            <a:extLst>
              <a:ext uri="{FF2B5EF4-FFF2-40B4-BE49-F238E27FC236}">
                <a16:creationId xmlns:a16="http://schemas.microsoft.com/office/drawing/2014/main" id="{145AF998-EE2D-D1DA-CE92-F15A35FB4435}"/>
              </a:ext>
            </a:extLst>
          </p:cNvPr>
          <p:cNvSpPr/>
          <p:nvPr/>
        </p:nvSpPr>
        <p:spPr>
          <a:xfrm>
            <a:off x="7498080" y="2331720"/>
            <a:ext cx="1554480" cy="640080"/>
          </a:xfrm>
          <a:prstGeom prst="rect">
            <a:avLst/>
          </a:prstGeom>
          <a:noFill/>
          <a:ln/>
        </p:spPr>
        <p:txBody>
          <a:bodyPr wrap="square" lIns="0" tIns="0" rIns="0" bIns="0" rtlCol="0" anchor="ctr">
            <a:normAutofit/>
          </a:bodyPr>
          <a:lstStyle/>
          <a:p>
            <a:pPr marL="0" indent="0">
              <a:buNone/>
            </a:pPr>
            <a:r>
              <a:rPr lang="en-US" sz="870">
                <a:solidFill>
                  <a:srgbClr val="262626"/>
                </a:solidFill>
              </a:rPr>
              <a:t>Certified data sets</a:t>
            </a:r>
            <a:endParaRPr lang="en-US" sz="870"/>
          </a:p>
          <a:p>
            <a:pPr marL="0" indent="0">
              <a:buNone/>
            </a:pPr>
            <a:r>
              <a:rPr lang="en-US" sz="870">
                <a:solidFill>
                  <a:srgbClr val="262626"/>
                </a:solidFill>
              </a:rPr>
              <a:t>Refresh schedule</a:t>
            </a:r>
            <a:endParaRPr lang="en-US" sz="870"/>
          </a:p>
          <a:p>
            <a:pPr marL="0" indent="0">
              <a:buNone/>
            </a:pPr>
            <a:r>
              <a:rPr lang="en-US" sz="870">
                <a:solidFill>
                  <a:srgbClr val="262626"/>
                </a:solidFill>
              </a:rPr>
              <a:t>Lineage &amp; ownership</a:t>
            </a:r>
            <a:endParaRPr lang="en-US" sz="870"/>
          </a:p>
        </p:txBody>
      </p:sp>
      <p:sp>
        <p:nvSpPr>
          <p:cNvPr id="54" name="Shape 29">
            <a:extLst>
              <a:ext uri="{FF2B5EF4-FFF2-40B4-BE49-F238E27FC236}">
                <a16:creationId xmlns:a16="http://schemas.microsoft.com/office/drawing/2014/main" id="{5AC15C72-0F6D-3C6E-B8D9-FA5FF6676CB3}"/>
              </a:ext>
            </a:extLst>
          </p:cNvPr>
          <p:cNvSpPr/>
          <p:nvPr/>
        </p:nvSpPr>
        <p:spPr>
          <a:xfrm>
            <a:off x="9555480" y="1828800"/>
            <a:ext cx="1920240" cy="1325880"/>
          </a:xfrm>
          <a:prstGeom prst="roundRect">
            <a:avLst>
              <a:gd name="adj" fmla="val 6897"/>
            </a:avLst>
          </a:prstGeom>
          <a:solidFill>
            <a:srgbClr val="FFFFFF"/>
          </a:solidFill>
          <a:ln w="16510">
            <a:solidFill>
              <a:srgbClr val="2F75B5"/>
            </a:solidFill>
            <a:prstDash val="solid"/>
          </a:ln>
        </p:spPr>
        <p:txBody>
          <a:bodyPr/>
          <a:lstStyle/>
          <a:p>
            <a:endParaRPr lang="en-US"/>
          </a:p>
        </p:txBody>
      </p:sp>
      <p:sp>
        <p:nvSpPr>
          <p:cNvPr id="56" name="Shape 30">
            <a:extLst>
              <a:ext uri="{FF2B5EF4-FFF2-40B4-BE49-F238E27FC236}">
                <a16:creationId xmlns:a16="http://schemas.microsoft.com/office/drawing/2014/main" id="{720D34CB-ED5E-E78F-8B0F-A5C9ED6CF316}"/>
              </a:ext>
            </a:extLst>
          </p:cNvPr>
          <p:cNvSpPr/>
          <p:nvPr/>
        </p:nvSpPr>
        <p:spPr>
          <a:xfrm>
            <a:off x="9674352" y="1938528"/>
            <a:ext cx="292608" cy="292608"/>
          </a:xfrm>
          <a:prstGeom prst="roundRect">
            <a:avLst>
              <a:gd name="adj" fmla="val 25000"/>
            </a:avLst>
          </a:prstGeom>
          <a:solidFill>
            <a:srgbClr val="2F75B5"/>
          </a:solidFill>
          <a:ln w="12700">
            <a:solidFill>
              <a:srgbClr val="2F75B5"/>
            </a:solidFill>
            <a:prstDash val="solid"/>
          </a:ln>
        </p:spPr>
        <p:txBody>
          <a:bodyPr/>
          <a:lstStyle/>
          <a:p>
            <a:endParaRPr lang="en-US"/>
          </a:p>
        </p:txBody>
      </p:sp>
      <p:sp>
        <p:nvSpPr>
          <p:cNvPr id="58" name="Text 31">
            <a:extLst>
              <a:ext uri="{FF2B5EF4-FFF2-40B4-BE49-F238E27FC236}">
                <a16:creationId xmlns:a16="http://schemas.microsoft.com/office/drawing/2014/main" id="{33C84068-9F80-88F0-46FA-B8C6899AD248}"/>
              </a:ext>
            </a:extLst>
          </p:cNvPr>
          <p:cNvSpPr/>
          <p:nvPr/>
        </p:nvSpPr>
        <p:spPr>
          <a:xfrm>
            <a:off x="9747504" y="1993392"/>
            <a:ext cx="146304" cy="201168"/>
          </a:xfrm>
          <a:prstGeom prst="rect">
            <a:avLst/>
          </a:prstGeom>
          <a:noFill/>
          <a:ln/>
        </p:spPr>
        <p:txBody>
          <a:bodyPr wrap="square" lIns="254" tIns="254" rIns="254" bIns="254" rtlCol="0" anchor="ctr">
            <a:normAutofit/>
          </a:bodyPr>
          <a:lstStyle/>
          <a:p>
            <a:pPr marL="0" indent="0" algn="ctr">
              <a:buNone/>
            </a:pPr>
            <a:r>
              <a:rPr lang="en-US" sz="1000" b="1">
                <a:solidFill>
                  <a:srgbClr val="FFFFFF"/>
                </a:solidFill>
              </a:rPr>
              <a:t>5</a:t>
            </a:r>
            <a:endParaRPr lang="en-US" sz="1000"/>
          </a:p>
        </p:txBody>
      </p:sp>
      <p:sp>
        <p:nvSpPr>
          <p:cNvPr id="60" name="Text 32">
            <a:extLst>
              <a:ext uri="{FF2B5EF4-FFF2-40B4-BE49-F238E27FC236}">
                <a16:creationId xmlns:a16="http://schemas.microsoft.com/office/drawing/2014/main" id="{FFB7BEEA-F766-409D-9708-B811ECC77B87}"/>
              </a:ext>
            </a:extLst>
          </p:cNvPr>
          <p:cNvSpPr/>
          <p:nvPr/>
        </p:nvSpPr>
        <p:spPr>
          <a:xfrm>
            <a:off x="10058400" y="1965960"/>
            <a:ext cx="1298448" cy="228600"/>
          </a:xfrm>
          <a:prstGeom prst="rect">
            <a:avLst/>
          </a:prstGeom>
          <a:noFill/>
          <a:ln/>
        </p:spPr>
        <p:txBody>
          <a:bodyPr wrap="square" lIns="0" tIns="0" rIns="0" bIns="0" rtlCol="0" anchor="ctr">
            <a:normAutofit/>
          </a:bodyPr>
          <a:lstStyle/>
          <a:p>
            <a:pPr marL="0" indent="0">
              <a:buNone/>
            </a:pPr>
            <a:r>
              <a:rPr lang="en-US" sz="1130" b="1">
                <a:solidFill>
                  <a:srgbClr val="16365C"/>
                </a:solidFill>
              </a:rPr>
              <a:t>Dashboards</a:t>
            </a:r>
            <a:endParaRPr lang="en-US" sz="1130"/>
          </a:p>
        </p:txBody>
      </p:sp>
      <p:sp>
        <p:nvSpPr>
          <p:cNvPr id="62" name="Text 33">
            <a:extLst>
              <a:ext uri="{FF2B5EF4-FFF2-40B4-BE49-F238E27FC236}">
                <a16:creationId xmlns:a16="http://schemas.microsoft.com/office/drawing/2014/main" id="{2EEEF510-C14D-9EFC-59F3-846573C3DE4C}"/>
              </a:ext>
            </a:extLst>
          </p:cNvPr>
          <p:cNvSpPr/>
          <p:nvPr/>
        </p:nvSpPr>
        <p:spPr>
          <a:xfrm>
            <a:off x="9738360" y="2331720"/>
            <a:ext cx="1554480" cy="640080"/>
          </a:xfrm>
          <a:prstGeom prst="rect">
            <a:avLst/>
          </a:prstGeom>
          <a:noFill/>
          <a:ln/>
        </p:spPr>
        <p:txBody>
          <a:bodyPr wrap="square" lIns="0" tIns="0" rIns="0" bIns="0" rtlCol="0" anchor="ctr">
            <a:normAutofit/>
          </a:bodyPr>
          <a:lstStyle/>
          <a:p>
            <a:pPr marL="0" indent="0">
              <a:buNone/>
            </a:pPr>
            <a:r>
              <a:rPr lang="en-US" sz="870">
                <a:solidFill>
                  <a:srgbClr val="262626"/>
                </a:solidFill>
              </a:rPr>
              <a:t>Business dashboards</a:t>
            </a:r>
            <a:endParaRPr lang="en-US" sz="870"/>
          </a:p>
          <a:p>
            <a:pPr marL="0" indent="0">
              <a:buNone/>
            </a:pPr>
            <a:r>
              <a:rPr lang="en-US" sz="870">
                <a:solidFill>
                  <a:srgbClr val="262626"/>
                </a:solidFill>
              </a:rPr>
              <a:t>Filters &amp; lenses</a:t>
            </a:r>
            <a:endParaRPr lang="en-US" sz="870"/>
          </a:p>
          <a:p>
            <a:pPr marL="0" indent="0">
              <a:buNone/>
            </a:pPr>
            <a:r>
              <a:rPr lang="en-US" sz="870">
                <a:solidFill>
                  <a:srgbClr val="262626"/>
                </a:solidFill>
              </a:rPr>
              <a:t>Executive views</a:t>
            </a:r>
            <a:endParaRPr lang="en-US" sz="870"/>
          </a:p>
        </p:txBody>
      </p:sp>
      <p:sp>
        <p:nvSpPr>
          <p:cNvPr id="64" name="Shape 34">
            <a:extLst>
              <a:ext uri="{FF2B5EF4-FFF2-40B4-BE49-F238E27FC236}">
                <a16:creationId xmlns:a16="http://schemas.microsoft.com/office/drawing/2014/main" id="{C5383189-B5C6-ADCF-40E9-FABBB499280A}"/>
              </a:ext>
            </a:extLst>
          </p:cNvPr>
          <p:cNvSpPr/>
          <p:nvPr/>
        </p:nvSpPr>
        <p:spPr>
          <a:xfrm>
            <a:off x="594360" y="3886200"/>
            <a:ext cx="5303520" cy="1325880"/>
          </a:xfrm>
          <a:prstGeom prst="roundRect">
            <a:avLst>
              <a:gd name="adj" fmla="val 6897"/>
            </a:avLst>
          </a:prstGeom>
          <a:solidFill>
            <a:srgbClr val="EDF5FB"/>
          </a:solidFill>
          <a:ln w="13970">
            <a:solidFill>
              <a:srgbClr val="5B9BD5"/>
            </a:solidFill>
            <a:prstDash val="solid"/>
          </a:ln>
        </p:spPr>
        <p:txBody>
          <a:bodyPr/>
          <a:lstStyle/>
          <a:p>
            <a:endParaRPr lang="en-US"/>
          </a:p>
        </p:txBody>
      </p:sp>
      <p:sp>
        <p:nvSpPr>
          <p:cNvPr id="66" name="Text 35">
            <a:extLst>
              <a:ext uri="{FF2B5EF4-FFF2-40B4-BE49-F238E27FC236}">
                <a16:creationId xmlns:a16="http://schemas.microsoft.com/office/drawing/2014/main" id="{BC8BF4AA-69B7-EDC9-5C7B-10D97872FB87}"/>
              </a:ext>
            </a:extLst>
          </p:cNvPr>
          <p:cNvSpPr/>
          <p:nvPr/>
        </p:nvSpPr>
        <p:spPr>
          <a:xfrm>
            <a:off x="804672" y="4069080"/>
            <a:ext cx="4846320" cy="228600"/>
          </a:xfrm>
          <a:prstGeom prst="rect">
            <a:avLst/>
          </a:prstGeom>
          <a:noFill/>
          <a:ln/>
        </p:spPr>
        <p:txBody>
          <a:bodyPr wrap="square" lIns="0" tIns="0" rIns="0" bIns="0" rtlCol="0" anchor="ctr"/>
          <a:lstStyle/>
          <a:p>
            <a:pPr marL="0" indent="0">
              <a:buNone/>
            </a:pPr>
            <a:r>
              <a:rPr lang="en-US" sz="1320" b="1">
                <a:solidFill>
                  <a:srgbClr val="16365C"/>
                </a:solidFill>
              </a:rPr>
              <a:t>Key design decisions to represent</a:t>
            </a:r>
            <a:endParaRPr lang="en-US" sz="1320"/>
          </a:p>
        </p:txBody>
      </p:sp>
      <p:sp>
        <p:nvSpPr>
          <p:cNvPr id="68" name="Text 36">
            <a:extLst>
              <a:ext uri="{FF2B5EF4-FFF2-40B4-BE49-F238E27FC236}">
                <a16:creationId xmlns:a16="http://schemas.microsoft.com/office/drawing/2014/main" id="{EBF351AD-8771-56A2-7C9F-FAFED2B933A8}"/>
              </a:ext>
            </a:extLst>
          </p:cNvPr>
          <p:cNvSpPr/>
          <p:nvPr/>
        </p:nvSpPr>
        <p:spPr>
          <a:xfrm>
            <a:off x="804672" y="4434840"/>
            <a:ext cx="4892040" cy="566928"/>
          </a:xfrm>
          <a:prstGeom prst="rect">
            <a:avLst/>
          </a:prstGeom>
          <a:noFill/>
          <a:ln/>
        </p:spPr>
        <p:txBody>
          <a:bodyPr wrap="square" lIns="0" tIns="0" rIns="0" bIns="0" rtlCol="0" anchor="ctr">
            <a:normAutofit/>
          </a:bodyPr>
          <a:lstStyle/>
          <a:p>
            <a:pPr marL="0" indent="0">
              <a:buNone/>
            </a:pPr>
            <a:r>
              <a:rPr lang="en-US" sz="930">
                <a:solidFill>
                  <a:srgbClr val="262626"/>
                </a:solidFill>
              </a:rPr>
              <a:t>• Confirm source feeds and data ownership</a:t>
            </a:r>
            <a:endParaRPr lang="en-US" sz="930"/>
          </a:p>
          <a:p>
            <a:pPr marL="0" indent="0">
              <a:buNone/>
            </a:pPr>
            <a:r>
              <a:rPr lang="en-US" sz="930">
                <a:solidFill>
                  <a:srgbClr val="262626"/>
                </a:solidFill>
              </a:rPr>
              <a:t>• Define refresh cadence and data latency expectations</a:t>
            </a:r>
            <a:endParaRPr lang="en-US" sz="930"/>
          </a:p>
          <a:p>
            <a:pPr marL="0" indent="0">
              <a:buNone/>
            </a:pPr>
            <a:r>
              <a:rPr lang="en-US" sz="930">
                <a:solidFill>
                  <a:srgbClr val="262626"/>
                </a:solidFill>
              </a:rPr>
              <a:t>• Identify which datasets are certified or business-approved</a:t>
            </a:r>
            <a:endParaRPr lang="en-US" sz="930"/>
          </a:p>
          <a:p>
            <a:pPr marL="0" indent="0">
              <a:buNone/>
            </a:pPr>
            <a:r>
              <a:rPr lang="en-US" sz="930">
                <a:solidFill>
                  <a:srgbClr val="262626"/>
                </a:solidFill>
              </a:rPr>
              <a:t>• Make security model visible: app permissions, sharing and row-level filters</a:t>
            </a:r>
            <a:endParaRPr lang="en-US" sz="930"/>
          </a:p>
        </p:txBody>
      </p:sp>
      <p:sp>
        <p:nvSpPr>
          <p:cNvPr id="70" name="Shape 37">
            <a:extLst>
              <a:ext uri="{FF2B5EF4-FFF2-40B4-BE49-F238E27FC236}">
                <a16:creationId xmlns:a16="http://schemas.microsoft.com/office/drawing/2014/main" id="{1C7B8B17-C588-3618-3D2D-D262DA887F24}"/>
              </a:ext>
            </a:extLst>
          </p:cNvPr>
          <p:cNvSpPr/>
          <p:nvPr/>
        </p:nvSpPr>
        <p:spPr>
          <a:xfrm>
            <a:off x="6309360" y="3886200"/>
            <a:ext cx="5303520" cy="1325880"/>
          </a:xfrm>
          <a:prstGeom prst="roundRect">
            <a:avLst>
              <a:gd name="adj" fmla="val 6897"/>
            </a:avLst>
          </a:prstGeom>
          <a:solidFill>
            <a:srgbClr val="FFF7EE"/>
          </a:solidFill>
          <a:ln w="13970">
            <a:solidFill>
              <a:srgbClr val="ED7D31"/>
            </a:solidFill>
            <a:prstDash val="solid"/>
          </a:ln>
        </p:spPr>
        <p:txBody>
          <a:bodyPr/>
          <a:lstStyle/>
          <a:p>
            <a:endParaRPr lang="en-US"/>
          </a:p>
        </p:txBody>
      </p:sp>
      <p:sp>
        <p:nvSpPr>
          <p:cNvPr id="72" name="Text 38">
            <a:extLst>
              <a:ext uri="{FF2B5EF4-FFF2-40B4-BE49-F238E27FC236}">
                <a16:creationId xmlns:a16="http://schemas.microsoft.com/office/drawing/2014/main" id="{7F5AC40C-BB12-EE39-2CE4-F057065D5952}"/>
              </a:ext>
            </a:extLst>
          </p:cNvPr>
          <p:cNvSpPr/>
          <p:nvPr/>
        </p:nvSpPr>
        <p:spPr>
          <a:xfrm>
            <a:off x="6519672" y="4069080"/>
            <a:ext cx="4846320" cy="228600"/>
          </a:xfrm>
          <a:prstGeom prst="rect">
            <a:avLst/>
          </a:prstGeom>
          <a:noFill/>
          <a:ln/>
        </p:spPr>
        <p:txBody>
          <a:bodyPr wrap="square" lIns="0" tIns="0" rIns="0" bIns="0" rtlCol="0" anchor="ctr"/>
          <a:lstStyle/>
          <a:p>
            <a:pPr marL="0" indent="0">
              <a:buNone/>
            </a:pPr>
            <a:r>
              <a:rPr lang="en-US" sz="1320" b="1">
                <a:solidFill>
                  <a:srgbClr val="ED7D31"/>
                </a:solidFill>
              </a:rPr>
              <a:t>Keep at high level</a:t>
            </a:r>
            <a:endParaRPr lang="en-US" sz="1320"/>
          </a:p>
        </p:txBody>
      </p:sp>
      <p:sp>
        <p:nvSpPr>
          <p:cNvPr id="74" name="Text 39">
            <a:extLst>
              <a:ext uri="{FF2B5EF4-FFF2-40B4-BE49-F238E27FC236}">
                <a16:creationId xmlns:a16="http://schemas.microsoft.com/office/drawing/2014/main" id="{833D7E86-60E7-170B-8335-68BD47A67EBB}"/>
              </a:ext>
            </a:extLst>
          </p:cNvPr>
          <p:cNvSpPr/>
          <p:nvPr/>
        </p:nvSpPr>
        <p:spPr>
          <a:xfrm>
            <a:off x="6519672" y="4434840"/>
            <a:ext cx="4892040" cy="566928"/>
          </a:xfrm>
          <a:prstGeom prst="rect">
            <a:avLst/>
          </a:prstGeom>
          <a:noFill/>
          <a:ln/>
        </p:spPr>
        <p:txBody>
          <a:bodyPr wrap="square" lIns="0" tIns="0" rIns="0" bIns="0" rtlCol="0" anchor="ctr">
            <a:normAutofit/>
          </a:bodyPr>
          <a:lstStyle/>
          <a:p>
            <a:pPr marL="0" indent="0">
              <a:buNone/>
            </a:pPr>
            <a:r>
              <a:rPr lang="en-US" sz="930">
                <a:solidFill>
                  <a:srgbClr val="262626"/>
                </a:solidFill>
              </a:rPr>
              <a:t>• Avoid full CRMA implementation detail</a:t>
            </a:r>
            <a:endParaRPr lang="en-US" sz="930"/>
          </a:p>
          <a:p>
            <a:pPr marL="0" indent="0">
              <a:buNone/>
            </a:pPr>
            <a:r>
              <a:rPr lang="en-US" sz="930">
                <a:solidFill>
                  <a:srgbClr val="262626"/>
                </a:solidFill>
              </a:rPr>
              <a:t>• Show datasets and dashboard domains, not every lens</a:t>
            </a:r>
            <a:endParaRPr lang="en-US" sz="930"/>
          </a:p>
          <a:p>
            <a:pPr marL="0" indent="0">
              <a:buNone/>
            </a:pPr>
            <a:r>
              <a:rPr lang="en-US" sz="930">
                <a:solidFill>
                  <a:srgbClr val="262626"/>
                </a:solidFill>
              </a:rPr>
              <a:t>• Mark unknown integrations or dashboard ownership as TBC</a:t>
            </a:r>
            <a:endParaRPr lang="en-US" sz="930"/>
          </a:p>
          <a:p>
            <a:pPr marL="0" indent="0">
              <a:buNone/>
            </a:pPr>
            <a:r>
              <a:rPr lang="en-US" sz="930">
                <a:solidFill>
                  <a:srgbClr val="262626"/>
                </a:solidFill>
              </a:rPr>
              <a:t>• Separate analytics from operational processes</a:t>
            </a:r>
            <a:endParaRPr lang="en-US" sz="930"/>
          </a:p>
        </p:txBody>
      </p:sp>
    </p:spTree>
    <p:extLst>
      <p:ext uri="{BB962C8B-B14F-4D97-AF65-F5344CB8AC3E}">
        <p14:creationId xmlns:p14="http://schemas.microsoft.com/office/powerpoint/2010/main" val="3277884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6602-1CED-67A4-5574-A157B59A422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D6084F4-6348-682D-A1DA-AD21D87AA15F}"/>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8D820EB8-E091-67EC-2771-36ABB8147337}"/>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Tree>
    <p:extLst>
      <p:ext uri="{BB962C8B-B14F-4D97-AF65-F5344CB8AC3E}">
        <p14:creationId xmlns:p14="http://schemas.microsoft.com/office/powerpoint/2010/main" val="290085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E95EA-321E-402B-5697-DE4FFF3F0A6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B27725BE-7E44-F031-C476-9DD3D00064D0}"/>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A91E32A5-9911-23FB-C489-7BD12B726EAD}"/>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Tree>
    <p:extLst>
      <p:ext uri="{BB962C8B-B14F-4D97-AF65-F5344CB8AC3E}">
        <p14:creationId xmlns:p14="http://schemas.microsoft.com/office/powerpoint/2010/main" val="1090904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65C"/>
          </a:solidFill>
          <a:ln w="12700">
            <a:solidFill>
              <a:srgbClr val="16365C"/>
            </a:solidFill>
            <a:prstDash val="solid"/>
          </a:ln>
        </p:spPr>
        <p:txBody>
          <a:bodyPr/>
          <a:lstStyle/>
          <a:p>
            <a:endParaRPr lang="en-US"/>
          </a:p>
        </p:txBody>
      </p:sp>
      <p:sp>
        <p:nvSpPr>
          <p:cNvPr id="3" name="Text 1"/>
          <p:cNvSpPr/>
          <p:nvPr/>
        </p:nvSpPr>
        <p:spPr>
          <a:xfrm>
            <a:off x="411480" y="100584"/>
            <a:ext cx="8046720" cy="292608"/>
          </a:xfrm>
          <a:prstGeom prst="rect">
            <a:avLst/>
          </a:prstGeom>
          <a:noFill/>
          <a:ln/>
        </p:spPr>
        <p:txBody>
          <a:bodyPr wrap="square" lIns="0" tIns="0" rIns="0" bIns="0" rtlCol="0" anchor="ctr"/>
          <a:lstStyle/>
          <a:p>
            <a:pPr marL="0" indent="0">
              <a:buNone/>
            </a:pPr>
            <a:r>
              <a:rPr lang="en-US" sz="1900" b="1">
                <a:solidFill>
                  <a:srgbClr val="FFFFFF"/>
                </a:solidFill>
                <a:latin typeface="Aptos Display" pitchFamily="34" charset="0"/>
                <a:ea typeface="Aptos Display" pitchFamily="34" charset="-122"/>
                <a:cs typeface="Aptos Display" pitchFamily="34" charset="-120"/>
              </a:rPr>
              <a:t>CRMA configuration &amp; governance points to validate</a:t>
            </a:r>
            <a:endParaRPr lang="en-US" sz="1900"/>
          </a:p>
        </p:txBody>
      </p:sp>
      <p:sp>
        <p:nvSpPr>
          <p:cNvPr id="4" name="Text 2"/>
          <p:cNvSpPr/>
          <p:nvPr/>
        </p:nvSpPr>
        <p:spPr>
          <a:xfrm>
            <a:off x="8732520" y="146304"/>
            <a:ext cx="3017520" cy="228600"/>
          </a:xfrm>
          <a:prstGeom prst="rect">
            <a:avLst/>
          </a:prstGeom>
          <a:noFill/>
          <a:ln/>
        </p:spPr>
        <p:txBody>
          <a:bodyPr wrap="square" lIns="0" tIns="0" rIns="0" bIns="0" rtlCol="0" anchor="ctr"/>
          <a:lstStyle/>
          <a:p>
            <a:pPr marL="0" indent="0" algn="r">
              <a:buNone/>
            </a:pPr>
            <a:r>
              <a:rPr lang="en-US" sz="950">
                <a:solidFill>
                  <a:srgbClr val="E8F1FA"/>
                </a:solidFill>
              </a:rPr>
              <a:t>Decision checklist</a:t>
            </a:r>
            <a:endParaRPr lang="en-US" sz="950"/>
          </a:p>
        </p:txBody>
      </p:sp>
      <p:sp>
        <p:nvSpPr>
          <p:cNvPr id="5" name="Text 3"/>
          <p:cNvSpPr/>
          <p:nvPr/>
        </p:nvSpPr>
        <p:spPr>
          <a:xfrm>
            <a:off x="411480" y="6547104"/>
            <a:ext cx="3657600" cy="182880"/>
          </a:xfrm>
          <a:prstGeom prst="rect">
            <a:avLst/>
          </a:prstGeom>
          <a:noFill/>
          <a:ln/>
        </p:spPr>
        <p:txBody>
          <a:bodyPr wrap="square" lIns="0" tIns="0" rIns="0" bIns="0" rtlCol="0" anchor="ctr"/>
          <a:lstStyle/>
          <a:p>
            <a:pPr marL="0" indent="0">
              <a:buNone/>
            </a:pPr>
            <a:r>
              <a:rPr lang="en-US" sz="750">
                <a:solidFill>
                  <a:srgbClr val="7F7F7F"/>
                </a:solidFill>
              </a:rPr>
              <a:t>CRMA topic example • Slide 4</a:t>
            </a:r>
            <a:endParaRPr lang="en-US" sz="750"/>
          </a:p>
        </p:txBody>
      </p:sp>
      <p:sp>
        <p:nvSpPr>
          <p:cNvPr id="6" name="Text 4"/>
          <p:cNvSpPr/>
          <p:nvPr/>
        </p:nvSpPr>
        <p:spPr>
          <a:xfrm>
            <a:off x="502920" y="786384"/>
            <a:ext cx="10241280" cy="320040"/>
          </a:xfrm>
          <a:prstGeom prst="rect">
            <a:avLst/>
          </a:prstGeom>
          <a:noFill/>
          <a:ln/>
        </p:spPr>
        <p:txBody>
          <a:bodyPr wrap="square" lIns="0" tIns="0" rIns="0" bIns="0" rtlCol="0" anchor="ctr"/>
          <a:lstStyle/>
          <a:p>
            <a:pPr marL="0" indent="0">
              <a:buNone/>
            </a:pPr>
            <a:r>
              <a:rPr lang="en-US" sz="1500" b="1">
                <a:solidFill>
                  <a:srgbClr val="16365C"/>
                </a:solidFill>
              </a:rPr>
              <a:t>This slide turns the CRMA overview into the questions needed to finalize the architecture pack.</a:t>
            </a:r>
            <a:endParaRPr lang="en-US" sz="1500"/>
          </a:p>
        </p:txBody>
      </p:sp>
      <p:sp>
        <p:nvSpPr>
          <p:cNvPr id="7" name="Shape 5"/>
          <p:cNvSpPr/>
          <p:nvPr/>
        </p:nvSpPr>
        <p:spPr>
          <a:xfrm>
            <a:off x="685800" y="1508760"/>
            <a:ext cx="5074920" cy="1600200"/>
          </a:xfrm>
          <a:prstGeom prst="roundRect">
            <a:avLst>
              <a:gd name="adj" fmla="val 5714"/>
            </a:avLst>
          </a:prstGeom>
          <a:solidFill>
            <a:srgbClr val="FFFFFF"/>
          </a:solidFill>
          <a:ln w="15240">
            <a:solidFill>
              <a:srgbClr val="2F75B5"/>
            </a:solidFill>
            <a:prstDash val="solid"/>
          </a:ln>
        </p:spPr>
        <p:txBody>
          <a:bodyPr/>
          <a:lstStyle/>
          <a:p>
            <a:endParaRPr lang="en-US"/>
          </a:p>
        </p:txBody>
      </p:sp>
      <p:sp>
        <p:nvSpPr>
          <p:cNvPr id="8" name="Shape 6"/>
          <p:cNvSpPr/>
          <p:nvPr/>
        </p:nvSpPr>
        <p:spPr>
          <a:xfrm>
            <a:off x="832104" y="1645920"/>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9" name="Text 7"/>
          <p:cNvSpPr/>
          <p:nvPr/>
        </p:nvSpPr>
        <p:spPr>
          <a:xfrm>
            <a:off x="905256" y="1700784"/>
            <a:ext cx="1426464" cy="219456"/>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Data sourcing</a:t>
            </a:r>
            <a:endParaRPr lang="en-US" sz="950"/>
          </a:p>
        </p:txBody>
      </p:sp>
      <p:sp>
        <p:nvSpPr>
          <p:cNvPr id="10" name="Text 8"/>
          <p:cNvSpPr/>
          <p:nvPr/>
        </p:nvSpPr>
        <p:spPr>
          <a:xfrm>
            <a:off x="2651760" y="1673352"/>
            <a:ext cx="2834640" cy="1078992"/>
          </a:xfrm>
          <a:prstGeom prst="rect">
            <a:avLst/>
          </a:prstGeom>
          <a:noFill/>
          <a:ln/>
        </p:spPr>
        <p:txBody>
          <a:bodyPr wrap="square" lIns="0" tIns="0" rIns="0" bIns="0" rtlCol="0" anchor="ctr">
            <a:normAutofit/>
          </a:bodyPr>
          <a:lstStyle/>
          <a:p>
            <a:pPr marL="0" indent="0">
              <a:buNone/>
            </a:pPr>
            <a:r>
              <a:rPr lang="en-US" sz="960">
                <a:solidFill>
                  <a:srgbClr val="262626"/>
                </a:solidFill>
              </a:rPr>
              <a:t>• Confirmed source systems</a:t>
            </a:r>
            <a:endParaRPr lang="en-US" sz="960"/>
          </a:p>
          <a:p>
            <a:pPr marL="0" indent="0">
              <a:buNone/>
            </a:pPr>
            <a:r>
              <a:rPr lang="en-US" sz="960">
                <a:solidFill>
                  <a:srgbClr val="262626"/>
                </a:solidFill>
              </a:rPr>
              <a:t>• Object / dataset scope</a:t>
            </a:r>
            <a:endParaRPr lang="en-US" sz="960"/>
          </a:p>
          <a:p>
            <a:pPr marL="0" indent="0">
              <a:buNone/>
            </a:pPr>
            <a:r>
              <a:rPr lang="en-US" sz="960">
                <a:solidFill>
                  <a:srgbClr val="262626"/>
                </a:solidFill>
              </a:rPr>
              <a:t>• Refresh cadence</a:t>
            </a:r>
            <a:endParaRPr lang="en-US" sz="960"/>
          </a:p>
          <a:p>
            <a:pPr marL="0" indent="0">
              <a:buNone/>
            </a:pPr>
            <a:r>
              <a:rPr lang="en-US" sz="960">
                <a:solidFill>
                  <a:srgbClr val="262626"/>
                </a:solidFill>
              </a:rPr>
              <a:t>• Historical retention</a:t>
            </a:r>
            <a:endParaRPr lang="en-US" sz="960"/>
          </a:p>
        </p:txBody>
      </p:sp>
      <p:sp>
        <p:nvSpPr>
          <p:cNvPr id="11" name="Shape 9"/>
          <p:cNvSpPr/>
          <p:nvPr/>
        </p:nvSpPr>
        <p:spPr>
          <a:xfrm>
            <a:off x="6309360" y="1508760"/>
            <a:ext cx="5074920" cy="1600200"/>
          </a:xfrm>
          <a:prstGeom prst="roundRect">
            <a:avLst>
              <a:gd name="adj" fmla="val 5714"/>
            </a:avLst>
          </a:prstGeom>
          <a:solidFill>
            <a:srgbClr val="FFFFFF"/>
          </a:solidFill>
          <a:ln w="15240">
            <a:solidFill>
              <a:srgbClr val="70AD47"/>
            </a:solidFill>
            <a:prstDash val="solid"/>
          </a:ln>
        </p:spPr>
        <p:txBody>
          <a:bodyPr/>
          <a:lstStyle/>
          <a:p>
            <a:endParaRPr lang="en-US"/>
          </a:p>
        </p:txBody>
      </p:sp>
      <p:sp>
        <p:nvSpPr>
          <p:cNvPr id="12" name="Shape 10"/>
          <p:cNvSpPr/>
          <p:nvPr/>
        </p:nvSpPr>
        <p:spPr>
          <a:xfrm>
            <a:off x="6455664" y="1645920"/>
            <a:ext cx="1572768" cy="310896"/>
          </a:xfrm>
          <a:prstGeom prst="roundRect">
            <a:avLst>
              <a:gd name="adj" fmla="val 23529"/>
            </a:avLst>
          </a:prstGeom>
          <a:solidFill>
            <a:srgbClr val="70AD47"/>
          </a:solidFill>
          <a:ln w="12700">
            <a:solidFill>
              <a:srgbClr val="70AD47"/>
            </a:solidFill>
            <a:prstDash val="solid"/>
          </a:ln>
        </p:spPr>
        <p:txBody>
          <a:bodyPr/>
          <a:lstStyle/>
          <a:p>
            <a:endParaRPr lang="en-US"/>
          </a:p>
        </p:txBody>
      </p:sp>
      <p:sp>
        <p:nvSpPr>
          <p:cNvPr id="13" name="Text 11"/>
          <p:cNvSpPr/>
          <p:nvPr/>
        </p:nvSpPr>
        <p:spPr>
          <a:xfrm>
            <a:off x="6528816" y="1700784"/>
            <a:ext cx="1426464" cy="219456"/>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Security &amp; access</a:t>
            </a:r>
            <a:endParaRPr lang="en-US" sz="950"/>
          </a:p>
        </p:txBody>
      </p:sp>
      <p:sp>
        <p:nvSpPr>
          <p:cNvPr id="14" name="Text 12"/>
          <p:cNvSpPr/>
          <p:nvPr/>
        </p:nvSpPr>
        <p:spPr>
          <a:xfrm>
            <a:off x="8275320" y="1673352"/>
            <a:ext cx="2834640" cy="1078992"/>
          </a:xfrm>
          <a:prstGeom prst="rect">
            <a:avLst/>
          </a:prstGeom>
          <a:noFill/>
          <a:ln/>
        </p:spPr>
        <p:txBody>
          <a:bodyPr wrap="square" lIns="0" tIns="0" rIns="0" bIns="0" rtlCol="0" anchor="ctr">
            <a:normAutofit/>
          </a:bodyPr>
          <a:lstStyle/>
          <a:p>
            <a:pPr marL="0" indent="0">
              <a:buNone/>
            </a:pPr>
            <a:r>
              <a:rPr lang="en-US" sz="960">
                <a:solidFill>
                  <a:srgbClr val="262626"/>
                </a:solidFill>
              </a:rPr>
              <a:t>• App permissions</a:t>
            </a:r>
            <a:endParaRPr lang="en-US" sz="960"/>
          </a:p>
          <a:p>
            <a:pPr marL="0" indent="0">
              <a:buNone/>
            </a:pPr>
            <a:r>
              <a:rPr lang="en-US" sz="960">
                <a:solidFill>
                  <a:srgbClr val="262626"/>
                </a:solidFill>
              </a:rPr>
              <a:t>• Dashboard sharing</a:t>
            </a:r>
            <a:endParaRPr lang="en-US" sz="960"/>
          </a:p>
          <a:p>
            <a:pPr marL="0" indent="0">
              <a:buNone/>
            </a:pPr>
            <a:r>
              <a:rPr lang="en-US" sz="960">
                <a:solidFill>
                  <a:srgbClr val="262626"/>
                </a:solidFill>
              </a:rPr>
              <a:t>• Row-level security</a:t>
            </a:r>
            <a:endParaRPr lang="en-US" sz="960"/>
          </a:p>
          <a:p>
            <a:pPr marL="0" indent="0">
              <a:buNone/>
            </a:pPr>
            <a:r>
              <a:rPr lang="en-US" sz="960">
                <a:solidFill>
                  <a:srgbClr val="262626"/>
                </a:solidFill>
              </a:rPr>
              <a:t>• Executive access</a:t>
            </a:r>
            <a:endParaRPr lang="en-US" sz="960"/>
          </a:p>
        </p:txBody>
      </p:sp>
      <p:sp>
        <p:nvSpPr>
          <p:cNvPr id="15" name="Shape 13"/>
          <p:cNvSpPr/>
          <p:nvPr/>
        </p:nvSpPr>
        <p:spPr>
          <a:xfrm>
            <a:off x="685800" y="3794760"/>
            <a:ext cx="5074920" cy="1600200"/>
          </a:xfrm>
          <a:prstGeom prst="roundRect">
            <a:avLst>
              <a:gd name="adj" fmla="val 5714"/>
            </a:avLst>
          </a:prstGeom>
          <a:solidFill>
            <a:srgbClr val="FFFFFF"/>
          </a:solidFill>
          <a:ln w="15240">
            <a:solidFill>
              <a:srgbClr val="ED7D31"/>
            </a:solidFill>
            <a:prstDash val="solid"/>
          </a:ln>
        </p:spPr>
        <p:txBody>
          <a:bodyPr/>
          <a:lstStyle/>
          <a:p>
            <a:endParaRPr lang="en-US"/>
          </a:p>
        </p:txBody>
      </p:sp>
      <p:sp>
        <p:nvSpPr>
          <p:cNvPr id="16" name="Shape 14"/>
          <p:cNvSpPr/>
          <p:nvPr/>
        </p:nvSpPr>
        <p:spPr>
          <a:xfrm>
            <a:off x="832104" y="3931920"/>
            <a:ext cx="1572768" cy="310896"/>
          </a:xfrm>
          <a:prstGeom prst="roundRect">
            <a:avLst>
              <a:gd name="adj" fmla="val 23529"/>
            </a:avLst>
          </a:prstGeom>
          <a:solidFill>
            <a:srgbClr val="ED7D31"/>
          </a:solidFill>
          <a:ln w="12700">
            <a:solidFill>
              <a:srgbClr val="ED7D31"/>
            </a:solidFill>
            <a:prstDash val="solid"/>
          </a:ln>
        </p:spPr>
        <p:txBody>
          <a:bodyPr/>
          <a:lstStyle/>
          <a:p>
            <a:endParaRPr lang="en-US"/>
          </a:p>
        </p:txBody>
      </p:sp>
      <p:sp>
        <p:nvSpPr>
          <p:cNvPr id="17" name="Text 15"/>
          <p:cNvSpPr/>
          <p:nvPr/>
        </p:nvSpPr>
        <p:spPr>
          <a:xfrm>
            <a:off x="905256" y="3986784"/>
            <a:ext cx="1426464" cy="219456"/>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Definitions</a:t>
            </a:r>
            <a:endParaRPr lang="en-US" sz="950"/>
          </a:p>
        </p:txBody>
      </p:sp>
      <p:sp>
        <p:nvSpPr>
          <p:cNvPr id="18" name="Text 16"/>
          <p:cNvSpPr/>
          <p:nvPr/>
        </p:nvSpPr>
        <p:spPr>
          <a:xfrm>
            <a:off x="2651760" y="3959352"/>
            <a:ext cx="2834640" cy="1078992"/>
          </a:xfrm>
          <a:prstGeom prst="rect">
            <a:avLst/>
          </a:prstGeom>
          <a:noFill/>
          <a:ln/>
        </p:spPr>
        <p:txBody>
          <a:bodyPr wrap="square" lIns="0" tIns="0" rIns="0" bIns="0" rtlCol="0" anchor="ctr">
            <a:normAutofit/>
          </a:bodyPr>
          <a:lstStyle/>
          <a:p>
            <a:pPr marL="0" indent="0">
              <a:buNone/>
            </a:pPr>
            <a:r>
              <a:rPr lang="en-US" sz="960">
                <a:solidFill>
                  <a:srgbClr val="262626"/>
                </a:solidFill>
              </a:rPr>
              <a:t>• KPI definitions</a:t>
            </a:r>
            <a:endParaRPr lang="en-US" sz="960"/>
          </a:p>
          <a:p>
            <a:pPr marL="0" indent="0">
              <a:buNone/>
            </a:pPr>
            <a:r>
              <a:rPr lang="en-US" sz="960">
                <a:solidFill>
                  <a:srgbClr val="262626"/>
                </a:solidFill>
              </a:rPr>
              <a:t>• Campaign response logic</a:t>
            </a:r>
            <a:endParaRPr lang="en-US" sz="960"/>
          </a:p>
          <a:p>
            <a:pPr marL="0" indent="0">
              <a:buNone/>
            </a:pPr>
            <a:r>
              <a:rPr lang="en-US" sz="960">
                <a:solidFill>
                  <a:srgbClr val="262626"/>
                </a:solidFill>
              </a:rPr>
              <a:t>• Pipeline influence rules</a:t>
            </a:r>
            <a:endParaRPr lang="en-US" sz="960"/>
          </a:p>
          <a:p>
            <a:pPr marL="0" indent="0">
              <a:buNone/>
            </a:pPr>
            <a:r>
              <a:rPr lang="en-US" sz="960">
                <a:solidFill>
                  <a:srgbClr val="262626"/>
                </a:solidFill>
              </a:rPr>
              <a:t>• Source of truth</a:t>
            </a:r>
            <a:endParaRPr lang="en-US" sz="960"/>
          </a:p>
        </p:txBody>
      </p:sp>
      <p:sp>
        <p:nvSpPr>
          <p:cNvPr id="19" name="Shape 17"/>
          <p:cNvSpPr/>
          <p:nvPr/>
        </p:nvSpPr>
        <p:spPr>
          <a:xfrm>
            <a:off x="6309360" y="3794760"/>
            <a:ext cx="5074920" cy="1600200"/>
          </a:xfrm>
          <a:prstGeom prst="roundRect">
            <a:avLst>
              <a:gd name="adj" fmla="val 5714"/>
            </a:avLst>
          </a:prstGeom>
          <a:solidFill>
            <a:srgbClr val="FFFFFF"/>
          </a:solidFill>
          <a:ln w="15240">
            <a:solidFill>
              <a:srgbClr val="8064A2"/>
            </a:solidFill>
            <a:prstDash val="solid"/>
          </a:ln>
        </p:spPr>
        <p:txBody>
          <a:bodyPr/>
          <a:lstStyle/>
          <a:p>
            <a:endParaRPr lang="en-US"/>
          </a:p>
        </p:txBody>
      </p:sp>
      <p:sp>
        <p:nvSpPr>
          <p:cNvPr id="20" name="Shape 18"/>
          <p:cNvSpPr/>
          <p:nvPr/>
        </p:nvSpPr>
        <p:spPr>
          <a:xfrm>
            <a:off x="6455664" y="3931920"/>
            <a:ext cx="1572768" cy="310896"/>
          </a:xfrm>
          <a:prstGeom prst="roundRect">
            <a:avLst>
              <a:gd name="adj" fmla="val 23529"/>
            </a:avLst>
          </a:prstGeom>
          <a:solidFill>
            <a:srgbClr val="8064A2"/>
          </a:solidFill>
          <a:ln w="12700">
            <a:solidFill>
              <a:srgbClr val="8064A2"/>
            </a:solidFill>
            <a:prstDash val="solid"/>
          </a:ln>
        </p:spPr>
        <p:txBody>
          <a:bodyPr/>
          <a:lstStyle/>
          <a:p>
            <a:endParaRPr lang="en-US"/>
          </a:p>
        </p:txBody>
      </p:sp>
      <p:sp>
        <p:nvSpPr>
          <p:cNvPr id="21" name="Text 19"/>
          <p:cNvSpPr/>
          <p:nvPr/>
        </p:nvSpPr>
        <p:spPr>
          <a:xfrm>
            <a:off x="6528816" y="3986784"/>
            <a:ext cx="1426464" cy="219456"/>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Operations</a:t>
            </a:r>
            <a:endParaRPr lang="en-US" sz="950"/>
          </a:p>
        </p:txBody>
      </p:sp>
      <p:sp>
        <p:nvSpPr>
          <p:cNvPr id="22" name="Text 20"/>
          <p:cNvSpPr/>
          <p:nvPr/>
        </p:nvSpPr>
        <p:spPr>
          <a:xfrm>
            <a:off x="8275320" y="3959352"/>
            <a:ext cx="2834640" cy="1078992"/>
          </a:xfrm>
          <a:prstGeom prst="rect">
            <a:avLst/>
          </a:prstGeom>
          <a:noFill/>
          <a:ln/>
        </p:spPr>
        <p:txBody>
          <a:bodyPr wrap="square" lIns="0" tIns="0" rIns="0" bIns="0" rtlCol="0" anchor="ctr">
            <a:normAutofit/>
          </a:bodyPr>
          <a:lstStyle/>
          <a:p>
            <a:pPr marL="0" indent="0">
              <a:buNone/>
            </a:pPr>
            <a:r>
              <a:rPr lang="en-US" sz="960">
                <a:solidFill>
                  <a:srgbClr val="262626"/>
                </a:solidFill>
              </a:rPr>
              <a:t>• Refresh failure alerts</a:t>
            </a:r>
            <a:endParaRPr lang="en-US" sz="960"/>
          </a:p>
          <a:p>
            <a:pPr marL="0" indent="0">
              <a:buNone/>
            </a:pPr>
            <a:r>
              <a:rPr lang="en-US" sz="960">
                <a:solidFill>
                  <a:srgbClr val="262626"/>
                </a:solidFill>
              </a:rPr>
              <a:t>• Dashboard ownership</a:t>
            </a:r>
            <a:endParaRPr lang="en-US" sz="960"/>
          </a:p>
          <a:p>
            <a:pPr marL="0" indent="0">
              <a:buNone/>
            </a:pPr>
            <a:r>
              <a:rPr lang="en-US" sz="960">
                <a:solidFill>
                  <a:srgbClr val="262626"/>
                </a:solidFill>
              </a:rPr>
              <a:t>• Enhancement backlog</a:t>
            </a:r>
            <a:endParaRPr lang="en-US" sz="960"/>
          </a:p>
          <a:p>
            <a:pPr marL="0" indent="0">
              <a:buNone/>
            </a:pPr>
            <a:r>
              <a:rPr lang="en-US" sz="960">
                <a:solidFill>
                  <a:srgbClr val="262626"/>
                </a:solidFill>
              </a:rPr>
              <a:t>• Support route</a:t>
            </a:r>
            <a:endParaRPr lang="en-US" sz="960"/>
          </a:p>
        </p:txBody>
      </p:sp>
      <p:sp>
        <p:nvSpPr>
          <p:cNvPr id="23" name="Shape 21"/>
          <p:cNvSpPr/>
          <p:nvPr/>
        </p:nvSpPr>
        <p:spPr>
          <a:xfrm>
            <a:off x="2816352" y="3246120"/>
            <a:ext cx="6547104" cy="384048"/>
          </a:xfrm>
          <a:prstGeom prst="roundRect">
            <a:avLst>
              <a:gd name="adj" fmla="val 19048"/>
            </a:avLst>
          </a:prstGeom>
          <a:solidFill>
            <a:srgbClr val="16365C"/>
          </a:solidFill>
          <a:ln w="12700">
            <a:solidFill>
              <a:srgbClr val="16365C"/>
            </a:solidFill>
            <a:prstDash val="solid"/>
          </a:ln>
        </p:spPr>
        <p:txBody>
          <a:bodyPr/>
          <a:lstStyle/>
          <a:p>
            <a:endParaRPr lang="en-US"/>
          </a:p>
        </p:txBody>
      </p:sp>
      <p:sp>
        <p:nvSpPr>
          <p:cNvPr id="24" name="Text 22"/>
          <p:cNvSpPr/>
          <p:nvPr/>
        </p:nvSpPr>
        <p:spPr>
          <a:xfrm>
            <a:off x="2971800" y="3355848"/>
            <a:ext cx="6236208" cy="164592"/>
          </a:xfrm>
          <a:prstGeom prst="rect">
            <a:avLst/>
          </a:prstGeom>
          <a:noFill/>
          <a:ln/>
        </p:spPr>
        <p:txBody>
          <a:bodyPr wrap="square" lIns="0" tIns="0" rIns="0" bIns="0" rtlCol="0" anchor="ctr">
            <a:normAutofit fontScale="77500" lnSpcReduction="20000"/>
          </a:bodyPr>
          <a:lstStyle/>
          <a:p>
            <a:pPr marL="0" indent="0">
              <a:buNone/>
            </a:pPr>
            <a:r>
              <a:rPr lang="en-US" sz="950" b="1">
                <a:solidFill>
                  <a:srgbClr val="FFFFFF"/>
                </a:solidFill>
              </a:rPr>
              <a:t>Architecture pack output: show CRMA as a governed analytics layer, with confirmed sources, certified datasets and dashboard consumers.</a:t>
            </a:r>
            <a:endParaRPr lang="en-US" sz="950"/>
          </a:p>
        </p:txBody>
      </p:sp>
      <p:sp>
        <p:nvSpPr>
          <p:cNvPr id="25" name="Shape 23"/>
          <p:cNvSpPr/>
          <p:nvPr/>
        </p:nvSpPr>
        <p:spPr>
          <a:xfrm>
            <a:off x="749808" y="5742432"/>
            <a:ext cx="10698480" cy="438912"/>
          </a:xfrm>
          <a:prstGeom prst="roundRect">
            <a:avLst>
              <a:gd name="adj" fmla="val 14583"/>
            </a:avLst>
          </a:prstGeom>
          <a:solidFill>
            <a:srgbClr val="FFF2CC"/>
          </a:solidFill>
          <a:ln w="12700">
            <a:solidFill>
              <a:srgbClr val="F4B183"/>
            </a:solidFill>
            <a:prstDash val="solid"/>
          </a:ln>
        </p:spPr>
        <p:txBody>
          <a:bodyPr/>
          <a:lstStyle/>
          <a:p>
            <a:endParaRPr lang="en-US"/>
          </a:p>
        </p:txBody>
      </p:sp>
      <p:sp>
        <p:nvSpPr>
          <p:cNvPr id="26" name="Text 24"/>
          <p:cNvSpPr/>
          <p:nvPr/>
        </p:nvSpPr>
        <p:spPr>
          <a:xfrm>
            <a:off x="859536" y="5815584"/>
            <a:ext cx="10479024" cy="292608"/>
          </a:xfrm>
          <a:prstGeom prst="rect">
            <a:avLst/>
          </a:prstGeom>
          <a:noFill/>
          <a:ln/>
        </p:spPr>
        <p:txBody>
          <a:bodyPr wrap="square" lIns="127" tIns="127" rIns="127" bIns="127" rtlCol="0" anchor="ctr">
            <a:normAutofit/>
          </a:bodyPr>
          <a:lstStyle/>
          <a:p>
            <a:pPr marL="0" indent="0">
              <a:buNone/>
            </a:pPr>
            <a:r>
              <a:rPr lang="en-US" sz="950">
                <a:solidFill>
                  <a:srgbClr val="7F6000"/>
                </a:solidFill>
              </a:rPr>
              <a:t>Use “TBC / validate with current implementation” for any unknown CRMA feeds, dashboard ownership, security model or operational write-back.</a:t>
            </a:r>
            <a:endParaRPr lang="en-US" sz="9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E3962-AEEE-EA04-7628-C208C2BF6CB4}"/>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704524CE-771A-3923-348E-745028EE5C28}"/>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351AA808-3C1D-21A2-9899-8DC63D0F093C}"/>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B4D7CDA4-746C-EB11-B74C-8CF78143C2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E55B925D-DF62-2A6C-98E5-670674306210}"/>
              </a:ext>
            </a:extLst>
          </p:cNvPr>
          <p:cNvSpPr>
            <a:spLocks noGrp="1"/>
          </p:cNvSpPr>
          <p:nvPr>
            <p:ph type="body" sz="quarter" idx="12"/>
          </p:nvPr>
        </p:nvSpPr>
        <p:spPr>
          <a:xfrm>
            <a:off x="1289860" y="3031327"/>
            <a:ext cx="6581295" cy="812530"/>
          </a:xfrm>
        </p:spPr>
        <p:txBody>
          <a:bodyPr anchor="ctr"/>
          <a:lstStyle/>
          <a:p>
            <a:r>
              <a:rPr lang="en-US"/>
              <a:t>Data 360</a:t>
            </a:r>
          </a:p>
        </p:txBody>
      </p:sp>
    </p:spTree>
    <p:extLst>
      <p:ext uri="{BB962C8B-B14F-4D97-AF65-F5344CB8AC3E}">
        <p14:creationId xmlns:p14="http://schemas.microsoft.com/office/powerpoint/2010/main" val="1269987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D4D8-208F-9D3F-C396-D98035BA8CD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105CBD6B-F8D0-332F-E4F9-E66447BB94B8}"/>
              </a:ext>
            </a:extLst>
          </p:cNvPr>
          <p:cNvSpPr>
            <a:spLocks noGrp="1"/>
          </p:cNvSpPr>
          <p:nvPr>
            <p:ph type="title"/>
          </p:nvPr>
        </p:nvSpPr>
        <p:spPr>
          <a:xfrm>
            <a:off x="881633" y="444611"/>
            <a:ext cx="10204450" cy="533400"/>
          </a:xfrm>
        </p:spPr>
        <p:txBody>
          <a:bodyPr/>
          <a:lstStyle/>
          <a:p>
            <a:r>
              <a:rPr lang="en-GB"/>
              <a:t>Architecture</a:t>
            </a:r>
          </a:p>
        </p:txBody>
      </p:sp>
      <p:sp>
        <p:nvSpPr>
          <p:cNvPr id="4" name="TextBox 3">
            <a:extLst>
              <a:ext uri="{FF2B5EF4-FFF2-40B4-BE49-F238E27FC236}">
                <a16:creationId xmlns:a16="http://schemas.microsoft.com/office/drawing/2014/main" id="{C23A3375-27F9-E02A-30A8-2E87C5D5B3AA}"/>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pic>
        <p:nvPicPr>
          <p:cNvPr id="3" name="Picture 2">
            <a:extLst>
              <a:ext uri="{FF2B5EF4-FFF2-40B4-BE49-F238E27FC236}">
                <a16:creationId xmlns:a16="http://schemas.microsoft.com/office/drawing/2014/main" id="{1F5BD129-6518-A8FD-E714-9B034BE58CD4}"/>
              </a:ext>
            </a:extLst>
          </p:cNvPr>
          <p:cNvPicPr>
            <a:picLocks noChangeAspect="1"/>
          </p:cNvPicPr>
          <p:nvPr/>
        </p:nvPicPr>
        <p:blipFill>
          <a:blip r:embed="rId3"/>
          <a:stretch>
            <a:fillRect/>
          </a:stretch>
        </p:blipFill>
        <p:spPr>
          <a:xfrm>
            <a:off x="5082496" y="444611"/>
            <a:ext cx="6695654" cy="5599228"/>
          </a:xfrm>
          <a:prstGeom prst="rect">
            <a:avLst/>
          </a:prstGeom>
        </p:spPr>
      </p:pic>
      <p:sp>
        <p:nvSpPr>
          <p:cNvPr id="8" name="TextBox 7">
            <a:extLst>
              <a:ext uri="{FF2B5EF4-FFF2-40B4-BE49-F238E27FC236}">
                <a16:creationId xmlns:a16="http://schemas.microsoft.com/office/drawing/2014/main" id="{D7B042FA-D341-8D41-34B2-D1AB451681A8}"/>
              </a:ext>
            </a:extLst>
          </p:cNvPr>
          <p:cNvSpPr txBox="1"/>
          <p:nvPr/>
        </p:nvSpPr>
        <p:spPr>
          <a:xfrm>
            <a:off x="716527" y="1512487"/>
            <a:ext cx="3560619" cy="2308324"/>
          </a:xfrm>
          <a:prstGeom prst="rect">
            <a:avLst/>
          </a:prstGeom>
          <a:noFill/>
        </p:spPr>
        <p:txBody>
          <a:bodyPr wrap="square">
            <a:spAutoFit/>
          </a:bodyPr>
          <a:lstStyle/>
          <a:p>
            <a:pPr marL="285750" indent="-285750">
              <a:buFont typeface="Arial" panose="020B0604020202020204" pitchFamily="34" charset="0"/>
              <a:buChar char="•"/>
            </a:pPr>
            <a:r>
              <a:rPr lang="en-US" sz="1200"/>
              <a:t>Marketing Cloud Engagement data is ingested through the native MCE Connector.</a:t>
            </a:r>
          </a:p>
          <a:p>
            <a:pPr marL="285750" indent="-285750">
              <a:buFont typeface="Arial" panose="020B0604020202020204" pitchFamily="34" charset="0"/>
              <a:buChar char="•"/>
            </a:pPr>
            <a:r>
              <a:rPr lang="en-US" sz="1200"/>
              <a:t>Email Engagement, Einstein Email Engagement Scores, and Engagement Topics are incorporated into the Data Cloud model.</a:t>
            </a:r>
          </a:p>
          <a:p>
            <a:pPr marL="285750" indent="-285750">
              <a:buFont typeface="Arial" panose="020B0604020202020204" pitchFamily="34" charset="0"/>
              <a:buChar char="•"/>
            </a:pPr>
            <a:r>
              <a:rPr lang="en-US" sz="1200"/>
              <a:t>Subscriber Key is used as the primary linkage between Marketing Cloud Engagement records and Data Cloud Individuals.</a:t>
            </a:r>
          </a:p>
          <a:p>
            <a:pPr marL="285750" indent="-285750">
              <a:buFont typeface="Arial" panose="020B0604020202020204" pitchFamily="34" charset="0"/>
              <a:buChar char="•"/>
            </a:pPr>
            <a:r>
              <a:rPr lang="en-US" sz="1200"/>
              <a:t>Engagement behavior is connected to CRM, campaign, account, and contact data to support unified audience activation and analytics.</a:t>
            </a:r>
          </a:p>
        </p:txBody>
      </p:sp>
    </p:spTree>
    <p:extLst>
      <p:ext uri="{BB962C8B-B14F-4D97-AF65-F5344CB8AC3E}">
        <p14:creationId xmlns:p14="http://schemas.microsoft.com/office/powerpoint/2010/main" val="1339201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8471A-C1F0-1243-D292-D5C60BF3383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7B443FC1-C811-6533-94DC-386A7D50738A}"/>
              </a:ext>
            </a:extLst>
          </p:cNvPr>
          <p:cNvSpPr>
            <a:spLocks noGrp="1"/>
          </p:cNvSpPr>
          <p:nvPr>
            <p:ph type="title"/>
          </p:nvPr>
        </p:nvSpPr>
        <p:spPr>
          <a:xfrm>
            <a:off x="881633" y="444611"/>
            <a:ext cx="10204450" cy="533400"/>
          </a:xfrm>
        </p:spPr>
        <p:txBody>
          <a:bodyPr/>
          <a:lstStyle/>
          <a:p>
            <a:r>
              <a:rPr lang="en-GB"/>
              <a:t>Architecture</a:t>
            </a:r>
          </a:p>
        </p:txBody>
      </p:sp>
      <p:sp>
        <p:nvSpPr>
          <p:cNvPr id="4" name="TextBox 3">
            <a:extLst>
              <a:ext uri="{FF2B5EF4-FFF2-40B4-BE49-F238E27FC236}">
                <a16:creationId xmlns:a16="http://schemas.microsoft.com/office/drawing/2014/main" id="{0B7BF2F3-EF65-BD4D-30E6-4E02ED4F3ED0}"/>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pic>
        <p:nvPicPr>
          <p:cNvPr id="3" name="Picture 2">
            <a:extLst>
              <a:ext uri="{FF2B5EF4-FFF2-40B4-BE49-F238E27FC236}">
                <a16:creationId xmlns:a16="http://schemas.microsoft.com/office/drawing/2014/main" id="{9E105301-19B8-185C-EF9A-C42D5FA760DD}"/>
              </a:ext>
            </a:extLst>
          </p:cNvPr>
          <p:cNvPicPr>
            <a:picLocks noChangeAspect="1"/>
          </p:cNvPicPr>
          <p:nvPr/>
        </p:nvPicPr>
        <p:blipFill>
          <a:blip r:embed="rId3"/>
          <a:stretch>
            <a:fillRect/>
          </a:stretch>
        </p:blipFill>
        <p:spPr>
          <a:xfrm>
            <a:off x="5082496" y="444611"/>
            <a:ext cx="6695654" cy="5599228"/>
          </a:xfrm>
          <a:prstGeom prst="rect">
            <a:avLst/>
          </a:prstGeom>
        </p:spPr>
      </p:pic>
      <p:sp>
        <p:nvSpPr>
          <p:cNvPr id="8" name="TextBox 7">
            <a:extLst>
              <a:ext uri="{FF2B5EF4-FFF2-40B4-BE49-F238E27FC236}">
                <a16:creationId xmlns:a16="http://schemas.microsoft.com/office/drawing/2014/main" id="{62AE7CAA-EAF6-75D7-7282-AE99F5086F71}"/>
              </a:ext>
            </a:extLst>
          </p:cNvPr>
          <p:cNvSpPr txBox="1"/>
          <p:nvPr/>
        </p:nvSpPr>
        <p:spPr>
          <a:xfrm>
            <a:off x="716527" y="1512487"/>
            <a:ext cx="3560619" cy="2308324"/>
          </a:xfrm>
          <a:prstGeom prst="rect">
            <a:avLst/>
          </a:prstGeom>
          <a:noFill/>
        </p:spPr>
        <p:txBody>
          <a:bodyPr wrap="square">
            <a:spAutoFit/>
          </a:bodyPr>
          <a:lstStyle/>
          <a:p>
            <a:pPr marL="285750" indent="-285750">
              <a:buFont typeface="Arial" panose="020B0604020202020204" pitchFamily="34" charset="0"/>
              <a:buChar char="•"/>
            </a:pPr>
            <a:r>
              <a:rPr lang="en-US" sz="1200"/>
              <a:t>Marketing Cloud Engagement data is ingested through the native MCE Connector.</a:t>
            </a:r>
          </a:p>
          <a:p>
            <a:pPr marL="285750" indent="-285750">
              <a:buFont typeface="Arial" panose="020B0604020202020204" pitchFamily="34" charset="0"/>
              <a:buChar char="•"/>
            </a:pPr>
            <a:r>
              <a:rPr lang="en-US" sz="1200"/>
              <a:t>Email Engagement, Einstein Email Engagement Scores, and Engagement Topics are incorporated into the Data Cloud model.</a:t>
            </a:r>
          </a:p>
          <a:p>
            <a:pPr marL="285750" indent="-285750">
              <a:buFont typeface="Arial" panose="020B0604020202020204" pitchFamily="34" charset="0"/>
              <a:buChar char="•"/>
            </a:pPr>
            <a:r>
              <a:rPr lang="en-US" sz="1200"/>
              <a:t>Subscriber Key is used as the primary linkage between Marketing Cloud Engagement records and Data Cloud Individuals.</a:t>
            </a:r>
          </a:p>
          <a:p>
            <a:pPr marL="285750" indent="-285750">
              <a:buFont typeface="Arial" panose="020B0604020202020204" pitchFamily="34" charset="0"/>
              <a:buChar char="•"/>
            </a:pPr>
            <a:r>
              <a:rPr lang="en-US" sz="1200"/>
              <a:t>Engagement behavior is connected to CRM, campaign, account, and contact data to support unified audience activation and analytics.</a:t>
            </a:r>
          </a:p>
        </p:txBody>
      </p:sp>
    </p:spTree>
    <p:extLst>
      <p:ext uri="{BB962C8B-B14F-4D97-AF65-F5344CB8AC3E}">
        <p14:creationId xmlns:p14="http://schemas.microsoft.com/office/powerpoint/2010/main" val="18084856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732520" y="146304"/>
            <a:ext cx="3017520" cy="228600"/>
          </a:xfrm>
          <a:prstGeom prst="rect">
            <a:avLst/>
          </a:prstGeom>
          <a:noFill/>
          <a:ln/>
        </p:spPr>
        <p:txBody>
          <a:bodyPr wrap="square" lIns="0" tIns="0" rIns="0" bIns="0" rtlCol="0" anchor="ctr">
            <a:normAutofit/>
          </a:bodyPr>
          <a:lstStyle/>
          <a:p>
            <a:pPr marL="0" indent="0" algn="r">
              <a:buNone/>
            </a:pPr>
            <a:r>
              <a:rPr lang="en-US" sz="950">
                <a:solidFill>
                  <a:srgbClr val="E8F1FA"/>
                </a:solidFill>
              </a:rPr>
              <a:t>Connector → Segment → Activation → Shared DEs</a:t>
            </a:r>
            <a:endParaRPr lang="en-US" sz="950"/>
          </a:p>
        </p:txBody>
      </p:sp>
      <p:sp>
        <p:nvSpPr>
          <p:cNvPr id="5" name="Text 3"/>
          <p:cNvSpPr/>
          <p:nvPr/>
        </p:nvSpPr>
        <p:spPr>
          <a:xfrm>
            <a:off x="411480" y="6547104"/>
            <a:ext cx="4206240" cy="182880"/>
          </a:xfrm>
          <a:prstGeom prst="rect">
            <a:avLst/>
          </a:prstGeom>
          <a:noFill/>
          <a:ln/>
        </p:spPr>
        <p:txBody>
          <a:bodyPr wrap="square" lIns="0" tIns="0" rIns="0" bIns="0" rtlCol="0" anchor="ctr"/>
          <a:lstStyle/>
          <a:p>
            <a:pPr marL="0" indent="0">
              <a:buNone/>
            </a:pPr>
            <a:r>
              <a:rPr lang="en-US" sz="750">
                <a:solidFill>
                  <a:srgbClr val="7F7F7F"/>
                </a:solidFill>
              </a:rPr>
              <a:t>Data 360 integration example • Slide 1</a:t>
            </a:r>
            <a:endParaRPr lang="en-US" sz="750"/>
          </a:p>
        </p:txBody>
      </p:sp>
      <p:sp>
        <p:nvSpPr>
          <p:cNvPr id="6" name="Text 4"/>
          <p:cNvSpPr/>
          <p:nvPr/>
        </p:nvSpPr>
        <p:spPr>
          <a:xfrm>
            <a:off x="502920" y="786384"/>
            <a:ext cx="10789920" cy="475488"/>
          </a:xfrm>
          <a:prstGeom prst="rect">
            <a:avLst/>
          </a:prstGeom>
          <a:noFill/>
          <a:ln/>
        </p:spPr>
        <p:txBody>
          <a:bodyPr wrap="square" lIns="0" tIns="0" rIns="0" bIns="0" rtlCol="0" anchor="ctr">
            <a:normAutofit/>
          </a:bodyPr>
          <a:lstStyle/>
          <a:p>
            <a:pPr marL="0" indent="0">
              <a:buNone/>
            </a:pPr>
            <a:r>
              <a:rPr lang="en-US" sz="1520" b="1">
                <a:solidFill>
                  <a:srgbClr val="16365C"/>
                </a:solidFill>
              </a:rPr>
              <a:t>Data 360 acts as the segmentation and activation layer: data is connected into Data 360, segments are created there, then activated into SFMC Shared Data Extensions for campaign execution.</a:t>
            </a:r>
            <a:endParaRPr lang="en-US" sz="1520"/>
          </a:p>
        </p:txBody>
      </p:sp>
      <p:sp>
        <p:nvSpPr>
          <p:cNvPr id="7" name="Shape 5"/>
          <p:cNvSpPr/>
          <p:nvPr/>
        </p:nvSpPr>
        <p:spPr>
          <a:xfrm>
            <a:off x="2377440" y="2121408"/>
            <a:ext cx="685800" cy="0"/>
          </a:xfrm>
          <a:prstGeom prst="line">
            <a:avLst/>
          </a:prstGeom>
          <a:noFill/>
          <a:ln w="22860">
            <a:solidFill>
              <a:srgbClr val="A6A6A6"/>
            </a:solidFill>
            <a:prstDash val="solid"/>
            <a:headEnd type="none"/>
            <a:tailEnd type="triangle"/>
          </a:ln>
        </p:spPr>
        <p:txBody>
          <a:bodyPr/>
          <a:lstStyle/>
          <a:p>
            <a:endParaRPr lang="en-US"/>
          </a:p>
        </p:txBody>
      </p:sp>
      <p:sp>
        <p:nvSpPr>
          <p:cNvPr id="8" name="Shape 6"/>
          <p:cNvSpPr/>
          <p:nvPr/>
        </p:nvSpPr>
        <p:spPr>
          <a:xfrm>
            <a:off x="4901184" y="2121408"/>
            <a:ext cx="713232" cy="0"/>
          </a:xfrm>
          <a:prstGeom prst="line">
            <a:avLst/>
          </a:prstGeom>
          <a:noFill/>
          <a:ln w="22860">
            <a:solidFill>
              <a:srgbClr val="A6A6A6"/>
            </a:solidFill>
            <a:prstDash val="solid"/>
            <a:headEnd type="none"/>
            <a:tailEnd type="triangle"/>
          </a:ln>
        </p:spPr>
        <p:txBody>
          <a:bodyPr/>
          <a:lstStyle/>
          <a:p>
            <a:endParaRPr lang="en-US"/>
          </a:p>
        </p:txBody>
      </p:sp>
      <p:sp>
        <p:nvSpPr>
          <p:cNvPr id="9" name="Shape 7"/>
          <p:cNvSpPr/>
          <p:nvPr/>
        </p:nvSpPr>
        <p:spPr>
          <a:xfrm>
            <a:off x="7406640" y="2121408"/>
            <a:ext cx="731520" cy="0"/>
          </a:xfrm>
          <a:prstGeom prst="line">
            <a:avLst/>
          </a:prstGeom>
          <a:noFill/>
          <a:ln w="22860">
            <a:solidFill>
              <a:srgbClr val="A6A6A6"/>
            </a:solidFill>
            <a:prstDash val="solid"/>
            <a:headEnd type="none"/>
            <a:tailEnd type="triangle"/>
          </a:ln>
        </p:spPr>
        <p:txBody>
          <a:bodyPr/>
          <a:lstStyle/>
          <a:p>
            <a:endParaRPr lang="en-US"/>
          </a:p>
        </p:txBody>
      </p:sp>
      <p:sp>
        <p:nvSpPr>
          <p:cNvPr id="10" name="Shape 8"/>
          <p:cNvSpPr/>
          <p:nvPr/>
        </p:nvSpPr>
        <p:spPr>
          <a:xfrm>
            <a:off x="9948672" y="2121408"/>
            <a:ext cx="658368" cy="0"/>
          </a:xfrm>
          <a:prstGeom prst="line">
            <a:avLst/>
          </a:prstGeom>
          <a:noFill/>
          <a:ln w="22860">
            <a:solidFill>
              <a:srgbClr val="A6A6A6"/>
            </a:solidFill>
            <a:prstDash val="solid"/>
            <a:headEnd type="none"/>
            <a:tailEnd type="triangle"/>
          </a:ln>
        </p:spPr>
        <p:txBody>
          <a:bodyPr/>
          <a:lstStyle/>
          <a:p>
            <a:endParaRPr lang="en-US"/>
          </a:p>
        </p:txBody>
      </p:sp>
      <p:sp>
        <p:nvSpPr>
          <p:cNvPr id="11" name="Shape 9"/>
          <p:cNvSpPr/>
          <p:nvPr/>
        </p:nvSpPr>
        <p:spPr>
          <a:xfrm>
            <a:off x="502920" y="1463040"/>
            <a:ext cx="1920240" cy="274320"/>
          </a:xfrm>
          <a:prstGeom prst="rect">
            <a:avLst/>
          </a:prstGeom>
          <a:solidFill>
            <a:srgbClr val="2F75B5"/>
          </a:solidFill>
          <a:ln w="12700">
            <a:solidFill>
              <a:srgbClr val="2F75B5"/>
            </a:solidFill>
            <a:prstDash val="solid"/>
          </a:ln>
        </p:spPr>
        <p:txBody>
          <a:bodyPr/>
          <a:lstStyle/>
          <a:p>
            <a:endParaRPr lang="en-US"/>
          </a:p>
        </p:txBody>
      </p:sp>
      <p:sp>
        <p:nvSpPr>
          <p:cNvPr id="12" name="Text 10"/>
          <p:cNvSpPr/>
          <p:nvPr/>
        </p:nvSpPr>
        <p:spPr>
          <a:xfrm>
            <a:off x="576072" y="1527048"/>
            <a:ext cx="177393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SOURCE DATA</a:t>
            </a:r>
            <a:endParaRPr lang="en-US" sz="850"/>
          </a:p>
        </p:txBody>
      </p:sp>
      <p:sp>
        <p:nvSpPr>
          <p:cNvPr id="13" name="Shape 11"/>
          <p:cNvSpPr/>
          <p:nvPr/>
        </p:nvSpPr>
        <p:spPr>
          <a:xfrm>
            <a:off x="502920" y="1783080"/>
            <a:ext cx="1874520" cy="1005840"/>
          </a:xfrm>
          <a:prstGeom prst="roundRect">
            <a:avLst>
              <a:gd name="adj" fmla="val 9091"/>
            </a:avLst>
          </a:prstGeom>
          <a:solidFill>
            <a:srgbClr val="FFFFFF"/>
          </a:solidFill>
          <a:ln w="15240">
            <a:solidFill>
              <a:srgbClr val="2F75B5"/>
            </a:solidFill>
            <a:prstDash val="solid"/>
          </a:ln>
        </p:spPr>
        <p:txBody>
          <a:bodyPr/>
          <a:lstStyle/>
          <a:p>
            <a:endParaRPr lang="en-US"/>
          </a:p>
        </p:txBody>
      </p:sp>
      <p:sp>
        <p:nvSpPr>
          <p:cNvPr id="14" name="Text 12"/>
          <p:cNvSpPr/>
          <p:nvPr/>
        </p:nvSpPr>
        <p:spPr>
          <a:xfrm>
            <a:off x="649224" y="1892808"/>
            <a:ext cx="1581912" cy="265176"/>
          </a:xfrm>
          <a:prstGeom prst="rect">
            <a:avLst/>
          </a:prstGeom>
          <a:noFill/>
          <a:ln/>
        </p:spPr>
        <p:txBody>
          <a:bodyPr wrap="square" lIns="0" tIns="0" rIns="0" bIns="0" rtlCol="0" anchor="ctr">
            <a:normAutofit fontScale="85000" lnSpcReduction="20000"/>
          </a:bodyPr>
          <a:lstStyle/>
          <a:p>
            <a:pPr marL="0" indent="0">
              <a:buNone/>
            </a:pPr>
            <a:r>
              <a:rPr lang="en-US" sz="1220" b="1">
                <a:solidFill>
                  <a:srgbClr val="16365C"/>
                </a:solidFill>
              </a:rPr>
              <a:t>Salesforce &amp; other sources</a:t>
            </a:r>
            <a:endParaRPr lang="en-US" sz="1220"/>
          </a:p>
        </p:txBody>
      </p:sp>
      <p:sp>
        <p:nvSpPr>
          <p:cNvPr id="15" name="Text 13"/>
          <p:cNvSpPr/>
          <p:nvPr/>
        </p:nvSpPr>
        <p:spPr>
          <a:xfrm>
            <a:off x="649224" y="2286000"/>
            <a:ext cx="1581912" cy="42062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Sales Cloud data</a:t>
            </a:r>
            <a:endParaRPr lang="en-US" sz="890"/>
          </a:p>
          <a:p>
            <a:pPr marL="0" indent="0">
              <a:buNone/>
            </a:pPr>
            <a:r>
              <a:rPr lang="en-US" sz="890">
                <a:solidFill>
                  <a:srgbClr val="262626"/>
                </a:solidFill>
              </a:rPr>
              <a:t>SFMC engagement data</a:t>
            </a:r>
            <a:endParaRPr lang="en-US" sz="890"/>
          </a:p>
          <a:p>
            <a:pPr marL="0" indent="0">
              <a:buNone/>
            </a:pPr>
            <a:r>
              <a:rPr lang="en-US" sz="890">
                <a:solidFill>
                  <a:srgbClr val="262626"/>
                </a:solidFill>
              </a:rPr>
              <a:t>External feeds where confirmed</a:t>
            </a:r>
            <a:endParaRPr lang="en-US" sz="890"/>
          </a:p>
        </p:txBody>
      </p:sp>
      <p:sp>
        <p:nvSpPr>
          <p:cNvPr id="16" name="Shape 14"/>
          <p:cNvSpPr/>
          <p:nvPr/>
        </p:nvSpPr>
        <p:spPr>
          <a:xfrm>
            <a:off x="3063240" y="1463040"/>
            <a:ext cx="1828800" cy="274320"/>
          </a:xfrm>
          <a:prstGeom prst="rect">
            <a:avLst/>
          </a:prstGeom>
          <a:solidFill>
            <a:srgbClr val="70AD47"/>
          </a:solidFill>
          <a:ln w="12700">
            <a:solidFill>
              <a:srgbClr val="70AD47"/>
            </a:solidFill>
            <a:prstDash val="solid"/>
          </a:ln>
        </p:spPr>
        <p:txBody>
          <a:bodyPr/>
          <a:lstStyle/>
          <a:p>
            <a:endParaRPr lang="en-US"/>
          </a:p>
        </p:txBody>
      </p:sp>
      <p:sp>
        <p:nvSpPr>
          <p:cNvPr id="17" name="Text 15"/>
          <p:cNvSpPr/>
          <p:nvPr/>
        </p:nvSpPr>
        <p:spPr>
          <a:xfrm>
            <a:off x="3136392" y="1527048"/>
            <a:ext cx="168249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CONNECTOR / INGESTION</a:t>
            </a:r>
            <a:endParaRPr lang="en-US" sz="850"/>
          </a:p>
        </p:txBody>
      </p:sp>
      <p:sp>
        <p:nvSpPr>
          <p:cNvPr id="18" name="Shape 16"/>
          <p:cNvSpPr/>
          <p:nvPr/>
        </p:nvSpPr>
        <p:spPr>
          <a:xfrm>
            <a:off x="3063240" y="1783080"/>
            <a:ext cx="1828800" cy="1005840"/>
          </a:xfrm>
          <a:prstGeom prst="roundRect">
            <a:avLst>
              <a:gd name="adj" fmla="val 9091"/>
            </a:avLst>
          </a:prstGeom>
          <a:solidFill>
            <a:srgbClr val="EAF4E5"/>
          </a:solidFill>
          <a:ln w="15240">
            <a:solidFill>
              <a:srgbClr val="70AD47"/>
            </a:solidFill>
            <a:prstDash val="solid"/>
          </a:ln>
        </p:spPr>
        <p:txBody>
          <a:bodyPr/>
          <a:lstStyle/>
          <a:p>
            <a:endParaRPr lang="en-US"/>
          </a:p>
        </p:txBody>
      </p:sp>
      <p:sp>
        <p:nvSpPr>
          <p:cNvPr id="19" name="Text 17"/>
          <p:cNvSpPr/>
          <p:nvPr/>
        </p:nvSpPr>
        <p:spPr>
          <a:xfrm>
            <a:off x="3209544" y="1892808"/>
            <a:ext cx="1536192" cy="265176"/>
          </a:xfrm>
          <a:prstGeom prst="rect">
            <a:avLst/>
          </a:prstGeom>
          <a:noFill/>
          <a:ln/>
        </p:spPr>
        <p:txBody>
          <a:bodyPr wrap="square" lIns="0" tIns="0" rIns="0" bIns="0" rtlCol="0" anchor="ctr">
            <a:normAutofit/>
          </a:bodyPr>
          <a:lstStyle/>
          <a:p>
            <a:pPr marL="0" indent="0">
              <a:buNone/>
            </a:pPr>
            <a:r>
              <a:rPr lang="en-US" sz="1220" b="1">
                <a:solidFill>
                  <a:srgbClr val="4F7F32"/>
                </a:solidFill>
              </a:rPr>
              <a:t>Data 360 connectors</a:t>
            </a:r>
            <a:endParaRPr lang="en-US" sz="1220"/>
          </a:p>
        </p:txBody>
      </p:sp>
      <p:sp>
        <p:nvSpPr>
          <p:cNvPr id="20" name="Text 18"/>
          <p:cNvSpPr/>
          <p:nvPr/>
        </p:nvSpPr>
        <p:spPr>
          <a:xfrm>
            <a:off x="3209544" y="2286000"/>
            <a:ext cx="1536192" cy="42062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Connected sources create/update data streams</a:t>
            </a:r>
            <a:endParaRPr lang="en-US" sz="890"/>
          </a:p>
          <a:p>
            <a:pPr marL="0" indent="0">
              <a:buNone/>
            </a:pPr>
            <a:r>
              <a:rPr lang="en-US" sz="890">
                <a:solidFill>
                  <a:srgbClr val="262626"/>
                </a:solidFill>
              </a:rPr>
              <a:t>Refresh cadence to be validated</a:t>
            </a:r>
            <a:endParaRPr lang="en-US" sz="890"/>
          </a:p>
        </p:txBody>
      </p:sp>
      <p:sp>
        <p:nvSpPr>
          <p:cNvPr id="21" name="Shape 19"/>
          <p:cNvSpPr/>
          <p:nvPr/>
        </p:nvSpPr>
        <p:spPr>
          <a:xfrm>
            <a:off x="5623560" y="1463040"/>
            <a:ext cx="1783080" cy="274320"/>
          </a:xfrm>
          <a:prstGeom prst="rect">
            <a:avLst/>
          </a:prstGeom>
          <a:solidFill>
            <a:srgbClr val="8064A2"/>
          </a:solidFill>
          <a:ln w="12700">
            <a:solidFill>
              <a:srgbClr val="8064A2"/>
            </a:solidFill>
            <a:prstDash val="solid"/>
          </a:ln>
        </p:spPr>
        <p:txBody>
          <a:bodyPr/>
          <a:lstStyle/>
          <a:p>
            <a:endParaRPr lang="en-US"/>
          </a:p>
        </p:txBody>
      </p:sp>
      <p:sp>
        <p:nvSpPr>
          <p:cNvPr id="22" name="Text 20"/>
          <p:cNvSpPr/>
          <p:nvPr/>
        </p:nvSpPr>
        <p:spPr>
          <a:xfrm>
            <a:off x="5696712" y="1527048"/>
            <a:ext cx="163677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DATA 360</a:t>
            </a:r>
            <a:endParaRPr lang="en-US" sz="850"/>
          </a:p>
        </p:txBody>
      </p:sp>
      <p:sp>
        <p:nvSpPr>
          <p:cNvPr id="23" name="Shape 21"/>
          <p:cNvSpPr/>
          <p:nvPr/>
        </p:nvSpPr>
        <p:spPr>
          <a:xfrm>
            <a:off x="5623560" y="1783080"/>
            <a:ext cx="1783080" cy="1005840"/>
          </a:xfrm>
          <a:prstGeom prst="roundRect">
            <a:avLst>
              <a:gd name="adj" fmla="val 9091"/>
            </a:avLst>
          </a:prstGeom>
          <a:solidFill>
            <a:srgbClr val="F3EFF8"/>
          </a:solidFill>
          <a:ln w="15240">
            <a:solidFill>
              <a:srgbClr val="8064A2"/>
            </a:solidFill>
            <a:prstDash val="solid"/>
          </a:ln>
        </p:spPr>
        <p:txBody>
          <a:bodyPr/>
          <a:lstStyle/>
          <a:p>
            <a:endParaRPr lang="en-US"/>
          </a:p>
        </p:txBody>
      </p:sp>
      <p:sp>
        <p:nvSpPr>
          <p:cNvPr id="24" name="Text 22"/>
          <p:cNvSpPr/>
          <p:nvPr/>
        </p:nvSpPr>
        <p:spPr>
          <a:xfrm>
            <a:off x="5769864" y="1892808"/>
            <a:ext cx="1490472" cy="265176"/>
          </a:xfrm>
          <a:prstGeom prst="rect">
            <a:avLst/>
          </a:prstGeom>
          <a:noFill/>
          <a:ln/>
        </p:spPr>
        <p:txBody>
          <a:bodyPr wrap="square" lIns="0" tIns="0" rIns="0" bIns="0" rtlCol="0" anchor="ctr">
            <a:normAutofit/>
          </a:bodyPr>
          <a:lstStyle/>
          <a:p>
            <a:pPr marL="0" indent="0">
              <a:buNone/>
            </a:pPr>
            <a:r>
              <a:rPr lang="en-US" sz="1220" b="1">
                <a:solidFill>
                  <a:srgbClr val="8064A2"/>
                </a:solidFill>
              </a:rPr>
              <a:t>Model &amp; segment</a:t>
            </a:r>
            <a:endParaRPr lang="en-US" sz="1220"/>
          </a:p>
        </p:txBody>
      </p:sp>
      <p:sp>
        <p:nvSpPr>
          <p:cNvPr id="25" name="Text 23"/>
          <p:cNvSpPr/>
          <p:nvPr/>
        </p:nvSpPr>
        <p:spPr>
          <a:xfrm>
            <a:off x="5769864" y="2286000"/>
            <a:ext cx="1490472" cy="42062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Data model</a:t>
            </a:r>
            <a:endParaRPr lang="en-US" sz="890"/>
          </a:p>
          <a:p>
            <a:pPr marL="0" indent="0">
              <a:buNone/>
            </a:pPr>
            <a:r>
              <a:rPr lang="en-US" sz="890">
                <a:solidFill>
                  <a:srgbClr val="262626"/>
                </a:solidFill>
              </a:rPr>
              <a:t>Identity/unification where used</a:t>
            </a:r>
            <a:endParaRPr lang="en-US" sz="890"/>
          </a:p>
          <a:p>
            <a:pPr marL="0" indent="0">
              <a:buNone/>
            </a:pPr>
            <a:r>
              <a:rPr lang="en-US" sz="890">
                <a:solidFill>
                  <a:srgbClr val="262626"/>
                </a:solidFill>
              </a:rPr>
              <a:t>Segment rules created in D360</a:t>
            </a:r>
            <a:endParaRPr lang="en-US" sz="890"/>
          </a:p>
        </p:txBody>
      </p:sp>
      <p:sp>
        <p:nvSpPr>
          <p:cNvPr id="26" name="Shape 24"/>
          <p:cNvSpPr/>
          <p:nvPr/>
        </p:nvSpPr>
        <p:spPr>
          <a:xfrm>
            <a:off x="8138160" y="1463040"/>
            <a:ext cx="1783080" cy="274320"/>
          </a:xfrm>
          <a:prstGeom prst="rect">
            <a:avLst/>
          </a:prstGeom>
          <a:solidFill>
            <a:srgbClr val="ED7D31"/>
          </a:solidFill>
          <a:ln w="12700">
            <a:solidFill>
              <a:srgbClr val="ED7D31"/>
            </a:solidFill>
            <a:prstDash val="solid"/>
          </a:ln>
        </p:spPr>
        <p:txBody>
          <a:bodyPr/>
          <a:lstStyle/>
          <a:p>
            <a:endParaRPr lang="en-US"/>
          </a:p>
        </p:txBody>
      </p:sp>
      <p:sp>
        <p:nvSpPr>
          <p:cNvPr id="27" name="Text 25"/>
          <p:cNvSpPr/>
          <p:nvPr/>
        </p:nvSpPr>
        <p:spPr>
          <a:xfrm>
            <a:off x="8211312" y="1527048"/>
            <a:ext cx="163677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ACTIVATION</a:t>
            </a:r>
            <a:endParaRPr lang="en-US" sz="850"/>
          </a:p>
        </p:txBody>
      </p:sp>
      <p:sp>
        <p:nvSpPr>
          <p:cNvPr id="28" name="Shape 26"/>
          <p:cNvSpPr/>
          <p:nvPr/>
        </p:nvSpPr>
        <p:spPr>
          <a:xfrm>
            <a:off x="8138160" y="1783080"/>
            <a:ext cx="1783080" cy="1005840"/>
          </a:xfrm>
          <a:prstGeom prst="roundRect">
            <a:avLst>
              <a:gd name="adj" fmla="val 9091"/>
            </a:avLst>
          </a:prstGeom>
          <a:solidFill>
            <a:srgbClr val="FFF1E8"/>
          </a:solidFill>
          <a:ln w="15240">
            <a:solidFill>
              <a:srgbClr val="ED7D31"/>
            </a:solidFill>
            <a:prstDash val="solid"/>
          </a:ln>
        </p:spPr>
        <p:txBody>
          <a:bodyPr/>
          <a:lstStyle/>
          <a:p>
            <a:endParaRPr lang="en-US"/>
          </a:p>
        </p:txBody>
      </p:sp>
      <p:sp>
        <p:nvSpPr>
          <p:cNvPr id="29" name="Text 27"/>
          <p:cNvSpPr/>
          <p:nvPr/>
        </p:nvSpPr>
        <p:spPr>
          <a:xfrm>
            <a:off x="8284464" y="1892808"/>
            <a:ext cx="1490472" cy="265176"/>
          </a:xfrm>
          <a:prstGeom prst="rect">
            <a:avLst/>
          </a:prstGeom>
          <a:noFill/>
          <a:ln/>
        </p:spPr>
        <p:txBody>
          <a:bodyPr wrap="square" lIns="0" tIns="0" rIns="0" bIns="0" rtlCol="0" anchor="ctr">
            <a:normAutofit/>
          </a:bodyPr>
          <a:lstStyle/>
          <a:p>
            <a:pPr marL="0" indent="0">
              <a:buNone/>
            </a:pPr>
            <a:r>
              <a:rPr lang="en-US" sz="1220" b="1">
                <a:solidFill>
                  <a:srgbClr val="ED7D31"/>
                </a:solidFill>
              </a:rPr>
              <a:t>SFMC activation</a:t>
            </a:r>
            <a:endParaRPr lang="en-US" sz="1220"/>
          </a:p>
        </p:txBody>
      </p:sp>
      <p:sp>
        <p:nvSpPr>
          <p:cNvPr id="30" name="Text 28"/>
          <p:cNvSpPr/>
          <p:nvPr/>
        </p:nvSpPr>
        <p:spPr>
          <a:xfrm>
            <a:off x="8284464" y="2286000"/>
            <a:ext cx="1490472" cy="420624"/>
          </a:xfrm>
          <a:prstGeom prst="rect">
            <a:avLst/>
          </a:prstGeom>
          <a:noFill/>
          <a:ln/>
        </p:spPr>
        <p:txBody>
          <a:bodyPr wrap="square" lIns="0" tIns="0" rIns="0" bIns="0" rtlCol="0" anchor="ctr">
            <a:normAutofit fontScale="92500" lnSpcReduction="20000"/>
          </a:bodyPr>
          <a:lstStyle/>
          <a:p>
            <a:pPr marL="0" indent="0">
              <a:buNone/>
            </a:pPr>
            <a:r>
              <a:rPr lang="en-US" sz="890">
                <a:solidFill>
                  <a:srgbClr val="262626"/>
                </a:solidFill>
              </a:rPr>
              <a:t>Activation target: MC Engagement</a:t>
            </a:r>
            <a:endParaRPr lang="en-US" sz="890"/>
          </a:p>
          <a:p>
            <a:pPr marL="0" indent="0">
              <a:buNone/>
            </a:pPr>
            <a:r>
              <a:rPr lang="en-US" sz="890">
                <a:solidFill>
                  <a:srgbClr val="262626"/>
                </a:solidFill>
              </a:rPr>
              <a:t>Fields mapped for send use</a:t>
            </a:r>
            <a:endParaRPr lang="en-US" sz="890"/>
          </a:p>
          <a:p>
            <a:pPr marL="0" indent="0">
              <a:buNone/>
            </a:pPr>
            <a:r>
              <a:rPr lang="en-US" sz="890">
                <a:solidFill>
                  <a:srgbClr val="262626"/>
                </a:solidFill>
              </a:rPr>
              <a:t>Schedule controlled in D360</a:t>
            </a:r>
            <a:endParaRPr lang="en-US" sz="890"/>
          </a:p>
        </p:txBody>
      </p:sp>
      <p:sp>
        <p:nvSpPr>
          <p:cNvPr id="31" name="Shape 29"/>
          <p:cNvSpPr/>
          <p:nvPr/>
        </p:nvSpPr>
        <p:spPr>
          <a:xfrm>
            <a:off x="10607040" y="1463040"/>
            <a:ext cx="1097280" cy="274320"/>
          </a:xfrm>
          <a:prstGeom prst="rect">
            <a:avLst/>
          </a:prstGeom>
          <a:solidFill>
            <a:srgbClr val="16365C"/>
          </a:solidFill>
          <a:ln w="12700">
            <a:solidFill>
              <a:srgbClr val="16365C"/>
            </a:solidFill>
            <a:prstDash val="solid"/>
          </a:ln>
        </p:spPr>
        <p:txBody>
          <a:bodyPr/>
          <a:lstStyle/>
          <a:p>
            <a:endParaRPr lang="en-US"/>
          </a:p>
        </p:txBody>
      </p:sp>
      <p:sp>
        <p:nvSpPr>
          <p:cNvPr id="32" name="Text 30"/>
          <p:cNvSpPr/>
          <p:nvPr/>
        </p:nvSpPr>
        <p:spPr>
          <a:xfrm>
            <a:off x="10680192" y="1527048"/>
            <a:ext cx="950976" cy="137160"/>
          </a:xfrm>
          <a:prstGeom prst="rect">
            <a:avLst/>
          </a:prstGeom>
          <a:noFill/>
          <a:ln/>
        </p:spPr>
        <p:txBody>
          <a:bodyPr wrap="square" lIns="0" tIns="0" rIns="0" bIns="0" rtlCol="0" anchor="ctr">
            <a:normAutofit fontScale="92500"/>
          </a:bodyPr>
          <a:lstStyle/>
          <a:p>
            <a:pPr marL="0" indent="0">
              <a:buNone/>
            </a:pPr>
            <a:r>
              <a:rPr lang="en-US" sz="850" b="1">
                <a:solidFill>
                  <a:srgbClr val="FFFFFF"/>
                </a:solidFill>
              </a:rPr>
              <a:t>SFMC EXECUTION</a:t>
            </a:r>
            <a:endParaRPr lang="en-US" sz="850"/>
          </a:p>
        </p:txBody>
      </p:sp>
      <p:sp>
        <p:nvSpPr>
          <p:cNvPr id="33" name="Shape 31"/>
          <p:cNvSpPr/>
          <p:nvPr/>
        </p:nvSpPr>
        <p:spPr>
          <a:xfrm>
            <a:off x="10607040" y="1783080"/>
            <a:ext cx="1097280" cy="1005840"/>
          </a:xfrm>
          <a:prstGeom prst="roundRect">
            <a:avLst>
              <a:gd name="adj" fmla="val 9091"/>
            </a:avLst>
          </a:prstGeom>
          <a:solidFill>
            <a:srgbClr val="FFFFFF"/>
          </a:solidFill>
          <a:ln w="15240">
            <a:solidFill>
              <a:srgbClr val="16365C"/>
            </a:solidFill>
            <a:prstDash val="solid"/>
          </a:ln>
        </p:spPr>
        <p:txBody>
          <a:bodyPr/>
          <a:lstStyle/>
          <a:p>
            <a:endParaRPr lang="en-US"/>
          </a:p>
        </p:txBody>
      </p:sp>
      <p:sp>
        <p:nvSpPr>
          <p:cNvPr id="34" name="Text 32"/>
          <p:cNvSpPr/>
          <p:nvPr/>
        </p:nvSpPr>
        <p:spPr>
          <a:xfrm>
            <a:off x="10753344" y="1892808"/>
            <a:ext cx="804672" cy="265176"/>
          </a:xfrm>
          <a:prstGeom prst="rect">
            <a:avLst/>
          </a:prstGeom>
          <a:noFill/>
          <a:ln/>
        </p:spPr>
        <p:txBody>
          <a:bodyPr wrap="square" lIns="0" tIns="0" rIns="0" bIns="0" rtlCol="0" anchor="ctr">
            <a:normAutofit fontScale="92500"/>
          </a:bodyPr>
          <a:lstStyle/>
          <a:p>
            <a:pPr marL="0" indent="0">
              <a:buNone/>
            </a:pPr>
            <a:r>
              <a:rPr lang="en-US" sz="1220" b="1">
                <a:solidFill>
                  <a:srgbClr val="16365C"/>
                </a:solidFill>
              </a:rPr>
              <a:t>Shared DEs</a:t>
            </a:r>
            <a:endParaRPr lang="en-US" sz="1220"/>
          </a:p>
        </p:txBody>
      </p:sp>
      <p:sp>
        <p:nvSpPr>
          <p:cNvPr id="35" name="Text 33"/>
          <p:cNvSpPr/>
          <p:nvPr/>
        </p:nvSpPr>
        <p:spPr>
          <a:xfrm>
            <a:off x="10753344" y="2286000"/>
            <a:ext cx="804672" cy="420624"/>
          </a:xfrm>
          <a:prstGeom prst="rect">
            <a:avLst/>
          </a:prstGeom>
          <a:noFill/>
          <a:ln/>
        </p:spPr>
        <p:txBody>
          <a:bodyPr wrap="square" lIns="0" tIns="0" rIns="0" bIns="0" rtlCol="0" anchor="ctr">
            <a:normAutofit fontScale="70000" lnSpcReduction="20000"/>
          </a:bodyPr>
          <a:lstStyle/>
          <a:p>
            <a:pPr marL="0" indent="0">
              <a:buNone/>
            </a:pPr>
            <a:r>
              <a:rPr lang="en-US" sz="890">
                <a:solidFill>
                  <a:srgbClr val="262626"/>
                </a:solidFill>
              </a:rPr>
              <a:t>Shared audience DEs</a:t>
            </a:r>
            <a:endParaRPr lang="en-US" sz="890"/>
          </a:p>
          <a:p>
            <a:pPr marL="0" indent="0">
              <a:buNone/>
            </a:pPr>
            <a:r>
              <a:rPr lang="en-US" sz="890">
                <a:solidFill>
                  <a:srgbClr val="262626"/>
                </a:solidFill>
              </a:rPr>
              <a:t>Consumed by child BUs</a:t>
            </a:r>
            <a:endParaRPr lang="en-US" sz="890"/>
          </a:p>
          <a:p>
            <a:pPr marL="0" indent="0">
              <a:buNone/>
            </a:pPr>
            <a:r>
              <a:rPr lang="en-US" sz="890">
                <a:solidFill>
                  <a:srgbClr val="262626"/>
                </a:solidFill>
              </a:rPr>
              <a:t>Journeys / sends</a:t>
            </a:r>
            <a:endParaRPr lang="en-US" sz="890"/>
          </a:p>
        </p:txBody>
      </p:sp>
      <p:sp>
        <p:nvSpPr>
          <p:cNvPr id="36" name="Shape 34"/>
          <p:cNvSpPr/>
          <p:nvPr/>
        </p:nvSpPr>
        <p:spPr>
          <a:xfrm>
            <a:off x="640080" y="3794760"/>
            <a:ext cx="10972800" cy="1234440"/>
          </a:xfrm>
          <a:prstGeom prst="roundRect">
            <a:avLst>
              <a:gd name="adj" fmla="val 8889"/>
            </a:avLst>
          </a:prstGeom>
          <a:solidFill>
            <a:srgbClr val="FFFFFF"/>
          </a:solidFill>
          <a:ln w="12700">
            <a:solidFill>
              <a:srgbClr val="5B9BD5"/>
            </a:solidFill>
            <a:prstDash val="solid"/>
          </a:ln>
        </p:spPr>
        <p:txBody>
          <a:bodyPr/>
          <a:lstStyle/>
          <a:p>
            <a:endParaRPr lang="en-US"/>
          </a:p>
        </p:txBody>
      </p:sp>
      <p:sp>
        <p:nvSpPr>
          <p:cNvPr id="37" name="Text 35"/>
          <p:cNvSpPr/>
          <p:nvPr/>
        </p:nvSpPr>
        <p:spPr>
          <a:xfrm>
            <a:off x="868680" y="4005072"/>
            <a:ext cx="3291840" cy="228600"/>
          </a:xfrm>
          <a:prstGeom prst="rect">
            <a:avLst/>
          </a:prstGeom>
          <a:noFill/>
          <a:ln/>
        </p:spPr>
        <p:txBody>
          <a:bodyPr wrap="square" lIns="0" tIns="0" rIns="0" bIns="0" rtlCol="0" anchor="ctr"/>
          <a:lstStyle/>
          <a:p>
            <a:pPr marL="0" indent="0">
              <a:buNone/>
            </a:pPr>
            <a:r>
              <a:rPr lang="en-US" sz="1280" b="1">
                <a:solidFill>
                  <a:srgbClr val="16365C"/>
                </a:solidFill>
              </a:rPr>
              <a:t>What this topic should make clear</a:t>
            </a:r>
            <a:endParaRPr lang="en-US" sz="1280"/>
          </a:p>
        </p:txBody>
      </p:sp>
      <p:sp>
        <p:nvSpPr>
          <p:cNvPr id="38" name="Text 36"/>
          <p:cNvSpPr/>
          <p:nvPr/>
        </p:nvSpPr>
        <p:spPr>
          <a:xfrm>
            <a:off x="868680" y="4407408"/>
            <a:ext cx="10424160" cy="502920"/>
          </a:xfrm>
          <a:prstGeom prst="rect">
            <a:avLst/>
          </a:prstGeom>
          <a:noFill/>
          <a:ln/>
        </p:spPr>
        <p:txBody>
          <a:bodyPr wrap="square" lIns="0" tIns="0" rIns="0" bIns="0" rtlCol="0" anchor="ctr">
            <a:normAutofit fontScale="92500" lnSpcReduction="10000"/>
          </a:bodyPr>
          <a:lstStyle/>
          <a:p>
            <a:pPr marL="0" indent="0">
              <a:buNone/>
            </a:pPr>
            <a:r>
              <a:rPr lang="en-US" sz="930">
                <a:solidFill>
                  <a:srgbClr val="262626"/>
                </a:solidFill>
              </a:rPr>
              <a:t>• Data 360 is the segmentation decision point, not the send engine</a:t>
            </a:r>
            <a:endParaRPr lang="en-US" sz="930"/>
          </a:p>
          <a:p>
            <a:pPr marL="0" indent="0">
              <a:buNone/>
            </a:pPr>
            <a:r>
              <a:rPr lang="en-US" sz="930">
                <a:solidFill>
                  <a:srgbClr val="262626"/>
                </a:solidFill>
              </a:rPr>
              <a:t>• Activation creates or updates Shared Data Extensions in SFMC</a:t>
            </a:r>
            <a:endParaRPr lang="en-US" sz="930"/>
          </a:p>
          <a:p>
            <a:pPr marL="0" indent="0">
              <a:buNone/>
            </a:pPr>
            <a:r>
              <a:rPr lang="en-US" sz="930">
                <a:solidFill>
                  <a:srgbClr val="262626"/>
                </a:solidFill>
              </a:rPr>
              <a:t>• SFMC Business Units consume the activated Shared DEs for journeys and sends</a:t>
            </a:r>
            <a:endParaRPr lang="en-US" sz="930"/>
          </a:p>
          <a:p>
            <a:pPr marL="0" indent="0">
              <a:buNone/>
            </a:pPr>
            <a:r>
              <a:rPr lang="en-US" sz="930">
                <a:solidFill>
                  <a:srgbClr val="262626"/>
                </a:solidFill>
              </a:rPr>
              <a:t>• Consent / preference rules should be handled by the separate consent architecture section</a:t>
            </a:r>
            <a:endParaRPr lang="en-US" sz="930"/>
          </a:p>
        </p:txBody>
      </p:sp>
      <p:sp>
        <p:nvSpPr>
          <p:cNvPr id="39" name="Shape 37"/>
          <p:cNvSpPr/>
          <p:nvPr/>
        </p:nvSpPr>
        <p:spPr>
          <a:xfrm>
            <a:off x="731520" y="5596128"/>
            <a:ext cx="10698480" cy="457200"/>
          </a:xfrm>
          <a:prstGeom prst="roundRect">
            <a:avLst>
              <a:gd name="adj" fmla="val 14000"/>
            </a:avLst>
          </a:prstGeom>
          <a:solidFill>
            <a:srgbClr val="FFF2CC"/>
          </a:solidFill>
          <a:ln w="12700">
            <a:solidFill>
              <a:srgbClr val="F4B183"/>
            </a:solidFill>
            <a:prstDash val="solid"/>
          </a:ln>
        </p:spPr>
        <p:txBody>
          <a:bodyPr/>
          <a:lstStyle/>
          <a:p>
            <a:endParaRPr lang="en-US"/>
          </a:p>
        </p:txBody>
      </p:sp>
      <p:sp>
        <p:nvSpPr>
          <p:cNvPr id="40" name="Text 38"/>
          <p:cNvSpPr/>
          <p:nvPr/>
        </p:nvSpPr>
        <p:spPr>
          <a:xfrm>
            <a:off x="841248" y="5669280"/>
            <a:ext cx="10479024" cy="310896"/>
          </a:xfrm>
          <a:prstGeom prst="rect">
            <a:avLst/>
          </a:prstGeom>
          <a:noFill/>
          <a:ln/>
        </p:spPr>
        <p:txBody>
          <a:bodyPr wrap="square" lIns="127" tIns="127" rIns="127" bIns="127" rtlCol="0" anchor="ctr">
            <a:normAutofit/>
          </a:bodyPr>
          <a:lstStyle/>
          <a:p>
            <a:pPr marL="0" indent="0">
              <a:buNone/>
            </a:pPr>
            <a:r>
              <a:rPr lang="en-US" sz="930">
                <a:solidFill>
                  <a:srgbClr val="7F6000"/>
                </a:solidFill>
              </a:rPr>
              <a:t>Use this as an architecture-level view. Replace source systems, objects, DE names and refresh cadences with the confirmed implementation details.</a:t>
            </a:r>
            <a:endParaRPr lang="en-US" sz="93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65C"/>
          </a:solidFill>
          <a:ln w="12700">
            <a:solidFill>
              <a:srgbClr val="16365C"/>
            </a:solidFill>
            <a:prstDash val="solid"/>
          </a:ln>
        </p:spPr>
        <p:txBody>
          <a:bodyPr/>
          <a:lstStyle/>
          <a:p>
            <a:endParaRPr lang="en-US"/>
          </a:p>
        </p:txBody>
      </p:sp>
      <p:sp>
        <p:nvSpPr>
          <p:cNvPr id="3" name="Text 1"/>
          <p:cNvSpPr/>
          <p:nvPr/>
        </p:nvSpPr>
        <p:spPr>
          <a:xfrm>
            <a:off x="411480" y="100584"/>
            <a:ext cx="8046720" cy="292608"/>
          </a:xfrm>
          <a:prstGeom prst="rect">
            <a:avLst/>
          </a:prstGeom>
          <a:noFill/>
          <a:ln/>
        </p:spPr>
        <p:txBody>
          <a:bodyPr wrap="square" lIns="0" tIns="0" rIns="0" bIns="0" rtlCol="0" anchor="ctr">
            <a:normAutofit/>
          </a:bodyPr>
          <a:lstStyle/>
          <a:p>
            <a:pPr marL="0" indent="0">
              <a:buNone/>
            </a:pPr>
            <a:r>
              <a:rPr lang="en-US" sz="1900" b="1">
                <a:solidFill>
                  <a:srgbClr val="FFFFFF"/>
                </a:solidFill>
                <a:latin typeface="Aptos Display" pitchFamily="34" charset="0"/>
                <a:ea typeface="Aptos Display" pitchFamily="34" charset="-122"/>
                <a:cs typeface="Aptos Display" pitchFamily="34" charset="-120"/>
              </a:rPr>
              <a:t>Data 360 connector and data readiness pattern</a:t>
            </a:r>
            <a:endParaRPr lang="en-US" sz="1900"/>
          </a:p>
        </p:txBody>
      </p:sp>
      <p:sp>
        <p:nvSpPr>
          <p:cNvPr id="4" name="Text 2"/>
          <p:cNvSpPr/>
          <p:nvPr/>
        </p:nvSpPr>
        <p:spPr>
          <a:xfrm>
            <a:off x="8732520" y="146304"/>
            <a:ext cx="3017520" cy="228600"/>
          </a:xfrm>
          <a:prstGeom prst="rect">
            <a:avLst/>
          </a:prstGeom>
          <a:noFill/>
          <a:ln/>
        </p:spPr>
        <p:txBody>
          <a:bodyPr wrap="square" lIns="0" tIns="0" rIns="0" bIns="0" rtlCol="0" anchor="ctr">
            <a:normAutofit/>
          </a:bodyPr>
          <a:lstStyle/>
          <a:p>
            <a:pPr marL="0" indent="0" algn="r">
              <a:buNone/>
            </a:pPr>
            <a:r>
              <a:rPr lang="en-US" sz="950">
                <a:solidFill>
                  <a:srgbClr val="E8F1FA"/>
                </a:solidFill>
              </a:rPr>
              <a:t>How data becomes segmentable</a:t>
            </a:r>
            <a:endParaRPr lang="en-US" sz="950"/>
          </a:p>
        </p:txBody>
      </p:sp>
      <p:sp>
        <p:nvSpPr>
          <p:cNvPr id="5" name="Text 3"/>
          <p:cNvSpPr/>
          <p:nvPr/>
        </p:nvSpPr>
        <p:spPr>
          <a:xfrm>
            <a:off x="411480" y="6547104"/>
            <a:ext cx="4206240" cy="182880"/>
          </a:xfrm>
          <a:prstGeom prst="rect">
            <a:avLst/>
          </a:prstGeom>
          <a:noFill/>
          <a:ln/>
        </p:spPr>
        <p:txBody>
          <a:bodyPr wrap="square" lIns="0" tIns="0" rIns="0" bIns="0" rtlCol="0" anchor="ctr"/>
          <a:lstStyle/>
          <a:p>
            <a:pPr marL="0" indent="0">
              <a:buNone/>
            </a:pPr>
            <a:r>
              <a:rPr lang="en-US" sz="750">
                <a:solidFill>
                  <a:srgbClr val="7F7F7F"/>
                </a:solidFill>
              </a:rPr>
              <a:t>Data 360 integration example • Slide 2</a:t>
            </a:r>
            <a:endParaRPr lang="en-US" sz="750"/>
          </a:p>
        </p:txBody>
      </p:sp>
      <p:sp>
        <p:nvSpPr>
          <p:cNvPr id="6" name="Text 4"/>
          <p:cNvSpPr/>
          <p:nvPr/>
        </p:nvSpPr>
        <p:spPr>
          <a:xfrm>
            <a:off x="502920" y="786384"/>
            <a:ext cx="10698480" cy="347472"/>
          </a:xfrm>
          <a:prstGeom prst="rect">
            <a:avLst/>
          </a:prstGeom>
          <a:noFill/>
          <a:ln/>
        </p:spPr>
        <p:txBody>
          <a:bodyPr wrap="square" lIns="0" tIns="0" rIns="0" bIns="0" rtlCol="0" anchor="ctr">
            <a:normAutofit fontScale="92500" lnSpcReduction="20000"/>
          </a:bodyPr>
          <a:lstStyle/>
          <a:p>
            <a:pPr marL="0" indent="0">
              <a:buNone/>
            </a:pPr>
            <a:r>
              <a:rPr lang="en-US" sz="1500" b="1">
                <a:solidFill>
                  <a:srgbClr val="16365C"/>
                </a:solidFill>
              </a:rPr>
              <a:t>Represent the connector as the controlled path that makes source data available in Data 360 for modelling, identity and segmentation.</a:t>
            </a:r>
            <a:endParaRPr lang="en-US" sz="1500"/>
          </a:p>
        </p:txBody>
      </p:sp>
      <p:sp>
        <p:nvSpPr>
          <p:cNvPr id="7" name="Shape 5"/>
          <p:cNvSpPr/>
          <p:nvPr/>
        </p:nvSpPr>
        <p:spPr>
          <a:xfrm>
            <a:off x="2487168" y="2112264"/>
            <a:ext cx="219456" cy="0"/>
          </a:xfrm>
          <a:prstGeom prst="line">
            <a:avLst/>
          </a:prstGeom>
          <a:noFill/>
          <a:ln w="19050">
            <a:solidFill>
              <a:srgbClr val="A6A6A6"/>
            </a:solidFill>
            <a:prstDash val="solid"/>
            <a:headEnd type="none"/>
            <a:tailEnd type="triangle"/>
          </a:ln>
        </p:spPr>
        <p:txBody>
          <a:bodyPr/>
          <a:lstStyle/>
          <a:p>
            <a:endParaRPr lang="en-US"/>
          </a:p>
        </p:txBody>
      </p:sp>
      <p:sp>
        <p:nvSpPr>
          <p:cNvPr id="8" name="Shape 6"/>
          <p:cNvSpPr/>
          <p:nvPr/>
        </p:nvSpPr>
        <p:spPr>
          <a:xfrm>
            <a:off x="4800600" y="2112264"/>
            <a:ext cx="219456" cy="0"/>
          </a:xfrm>
          <a:prstGeom prst="line">
            <a:avLst/>
          </a:prstGeom>
          <a:noFill/>
          <a:ln w="19050">
            <a:solidFill>
              <a:srgbClr val="A6A6A6"/>
            </a:solidFill>
            <a:prstDash val="solid"/>
            <a:headEnd type="none"/>
            <a:tailEnd type="triangle"/>
          </a:ln>
        </p:spPr>
        <p:txBody>
          <a:bodyPr/>
          <a:lstStyle/>
          <a:p>
            <a:endParaRPr lang="en-US"/>
          </a:p>
        </p:txBody>
      </p:sp>
      <p:sp>
        <p:nvSpPr>
          <p:cNvPr id="9" name="Shape 7"/>
          <p:cNvSpPr/>
          <p:nvPr/>
        </p:nvSpPr>
        <p:spPr>
          <a:xfrm>
            <a:off x="7114032" y="2112264"/>
            <a:ext cx="219456" cy="0"/>
          </a:xfrm>
          <a:prstGeom prst="line">
            <a:avLst/>
          </a:prstGeom>
          <a:noFill/>
          <a:ln w="19050">
            <a:solidFill>
              <a:srgbClr val="A6A6A6"/>
            </a:solidFill>
            <a:prstDash val="solid"/>
            <a:headEnd type="none"/>
            <a:tailEnd type="triangle"/>
          </a:ln>
        </p:spPr>
        <p:txBody>
          <a:bodyPr/>
          <a:lstStyle/>
          <a:p>
            <a:endParaRPr lang="en-US"/>
          </a:p>
        </p:txBody>
      </p:sp>
      <p:sp>
        <p:nvSpPr>
          <p:cNvPr id="10" name="Shape 8"/>
          <p:cNvSpPr/>
          <p:nvPr/>
        </p:nvSpPr>
        <p:spPr>
          <a:xfrm>
            <a:off x="9427464" y="2112264"/>
            <a:ext cx="219456" cy="0"/>
          </a:xfrm>
          <a:prstGeom prst="line">
            <a:avLst/>
          </a:prstGeom>
          <a:noFill/>
          <a:ln w="19050">
            <a:solidFill>
              <a:srgbClr val="A6A6A6"/>
            </a:solidFill>
            <a:prstDash val="solid"/>
            <a:headEnd type="none"/>
            <a:tailEnd type="triangle"/>
          </a:ln>
        </p:spPr>
        <p:txBody>
          <a:bodyPr/>
          <a:lstStyle/>
          <a:p>
            <a:endParaRPr lang="en-US"/>
          </a:p>
        </p:txBody>
      </p:sp>
      <p:sp>
        <p:nvSpPr>
          <p:cNvPr id="11" name="Shape 9"/>
          <p:cNvSpPr/>
          <p:nvPr/>
        </p:nvSpPr>
        <p:spPr>
          <a:xfrm>
            <a:off x="502920" y="1554480"/>
            <a:ext cx="1938528" cy="1115568"/>
          </a:xfrm>
          <a:prstGeom prst="roundRect">
            <a:avLst>
              <a:gd name="adj" fmla="val 8197"/>
            </a:avLst>
          </a:prstGeom>
          <a:solidFill>
            <a:srgbClr val="FFFFFF"/>
          </a:solidFill>
          <a:ln w="15240">
            <a:solidFill>
              <a:srgbClr val="2F75B5"/>
            </a:solidFill>
            <a:prstDash val="solid"/>
          </a:ln>
        </p:spPr>
        <p:txBody>
          <a:bodyPr/>
          <a:lstStyle/>
          <a:p>
            <a:endParaRPr lang="en-US"/>
          </a:p>
        </p:txBody>
      </p:sp>
      <p:sp>
        <p:nvSpPr>
          <p:cNvPr id="12" name="Shape 10"/>
          <p:cNvSpPr/>
          <p:nvPr/>
        </p:nvSpPr>
        <p:spPr>
          <a:xfrm>
            <a:off x="612648" y="1673352"/>
            <a:ext cx="292608" cy="292608"/>
          </a:xfrm>
          <a:prstGeom prst="roundRect">
            <a:avLst>
              <a:gd name="adj" fmla="val 25000"/>
            </a:avLst>
          </a:prstGeom>
          <a:solidFill>
            <a:srgbClr val="2F75B5"/>
          </a:solidFill>
          <a:ln w="12700">
            <a:solidFill>
              <a:srgbClr val="2F75B5"/>
            </a:solidFill>
            <a:prstDash val="solid"/>
          </a:ln>
        </p:spPr>
        <p:txBody>
          <a:bodyPr/>
          <a:lstStyle/>
          <a:p>
            <a:endParaRPr lang="en-US"/>
          </a:p>
        </p:txBody>
      </p:sp>
      <p:sp>
        <p:nvSpPr>
          <p:cNvPr id="13" name="Text 11"/>
          <p:cNvSpPr/>
          <p:nvPr/>
        </p:nvSpPr>
        <p:spPr>
          <a:xfrm>
            <a:off x="685800" y="1728216"/>
            <a:ext cx="146304" cy="201168"/>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1</a:t>
            </a:r>
            <a:endParaRPr lang="en-US" sz="950"/>
          </a:p>
        </p:txBody>
      </p:sp>
      <p:sp>
        <p:nvSpPr>
          <p:cNvPr id="14" name="Text 12"/>
          <p:cNvSpPr/>
          <p:nvPr/>
        </p:nvSpPr>
        <p:spPr>
          <a:xfrm>
            <a:off x="1005840" y="1691640"/>
            <a:ext cx="1335024" cy="219456"/>
          </a:xfrm>
          <a:prstGeom prst="rect">
            <a:avLst/>
          </a:prstGeom>
          <a:noFill/>
          <a:ln/>
        </p:spPr>
        <p:txBody>
          <a:bodyPr wrap="square" lIns="0" tIns="0" rIns="0" bIns="0" rtlCol="0" anchor="ctr">
            <a:normAutofit/>
          </a:bodyPr>
          <a:lstStyle/>
          <a:p>
            <a:pPr marL="0" indent="0">
              <a:buNone/>
            </a:pPr>
            <a:r>
              <a:rPr lang="en-US" sz="1060" b="1">
                <a:solidFill>
                  <a:srgbClr val="16365C"/>
                </a:solidFill>
              </a:rPr>
              <a:t>Connected source</a:t>
            </a:r>
            <a:endParaRPr lang="en-US" sz="1060"/>
          </a:p>
        </p:txBody>
      </p:sp>
      <p:sp>
        <p:nvSpPr>
          <p:cNvPr id="15" name="Text 13"/>
          <p:cNvSpPr/>
          <p:nvPr/>
        </p:nvSpPr>
        <p:spPr>
          <a:xfrm>
            <a:off x="658368" y="2048256"/>
            <a:ext cx="1627632" cy="438912"/>
          </a:xfrm>
          <a:prstGeom prst="rect">
            <a:avLst/>
          </a:prstGeom>
          <a:noFill/>
          <a:ln/>
        </p:spPr>
        <p:txBody>
          <a:bodyPr wrap="square" lIns="0" tIns="0" rIns="0" bIns="0" rtlCol="0" anchor="ctr">
            <a:normAutofit/>
          </a:bodyPr>
          <a:lstStyle/>
          <a:p>
            <a:pPr marL="0" indent="0">
              <a:buNone/>
            </a:pPr>
            <a:r>
              <a:rPr lang="en-US" sz="800">
                <a:solidFill>
                  <a:srgbClr val="262626"/>
                </a:solidFill>
              </a:rPr>
              <a:t>Example: Sales Cloud, SFMC engagement bundle or approved external feed</a:t>
            </a:r>
            <a:endParaRPr lang="en-US" sz="800"/>
          </a:p>
        </p:txBody>
      </p:sp>
      <p:sp>
        <p:nvSpPr>
          <p:cNvPr id="16" name="Shape 14"/>
          <p:cNvSpPr/>
          <p:nvPr/>
        </p:nvSpPr>
        <p:spPr>
          <a:xfrm>
            <a:off x="2816352" y="1554480"/>
            <a:ext cx="1938528" cy="1115568"/>
          </a:xfrm>
          <a:prstGeom prst="roundRect">
            <a:avLst>
              <a:gd name="adj" fmla="val 8197"/>
            </a:avLst>
          </a:prstGeom>
          <a:solidFill>
            <a:srgbClr val="EAF4E5"/>
          </a:solidFill>
          <a:ln w="15240">
            <a:solidFill>
              <a:srgbClr val="70AD47"/>
            </a:solidFill>
            <a:prstDash val="solid"/>
          </a:ln>
        </p:spPr>
        <p:txBody>
          <a:bodyPr/>
          <a:lstStyle/>
          <a:p>
            <a:endParaRPr lang="en-US"/>
          </a:p>
        </p:txBody>
      </p:sp>
      <p:sp>
        <p:nvSpPr>
          <p:cNvPr id="17" name="Shape 15"/>
          <p:cNvSpPr/>
          <p:nvPr/>
        </p:nvSpPr>
        <p:spPr>
          <a:xfrm>
            <a:off x="2926080" y="1673352"/>
            <a:ext cx="292608" cy="292608"/>
          </a:xfrm>
          <a:prstGeom prst="roundRect">
            <a:avLst>
              <a:gd name="adj" fmla="val 25000"/>
            </a:avLst>
          </a:prstGeom>
          <a:solidFill>
            <a:srgbClr val="70AD47"/>
          </a:solidFill>
          <a:ln w="12700">
            <a:solidFill>
              <a:srgbClr val="70AD47"/>
            </a:solidFill>
            <a:prstDash val="solid"/>
          </a:ln>
        </p:spPr>
        <p:txBody>
          <a:bodyPr/>
          <a:lstStyle/>
          <a:p>
            <a:endParaRPr lang="en-US"/>
          </a:p>
        </p:txBody>
      </p:sp>
      <p:sp>
        <p:nvSpPr>
          <p:cNvPr id="18" name="Text 16"/>
          <p:cNvSpPr/>
          <p:nvPr/>
        </p:nvSpPr>
        <p:spPr>
          <a:xfrm>
            <a:off x="2999232" y="1728216"/>
            <a:ext cx="146304" cy="201168"/>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2</a:t>
            </a:r>
            <a:endParaRPr lang="en-US" sz="950"/>
          </a:p>
        </p:txBody>
      </p:sp>
      <p:sp>
        <p:nvSpPr>
          <p:cNvPr id="19" name="Text 17"/>
          <p:cNvSpPr/>
          <p:nvPr/>
        </p:nvSpPr>
        <p:spPr>
          <a:xfrm>
            <a:off x="3319272" y="1691640"/>
            <a:ext cx="1335024" cy="219456"/>
          </a:xfrm>
          <a:prstGeom prst="rect">
            <a:avLst/>
          </a:prstGeom>
          <a:noFill/>
          <a:ln/>
        </p:spPr>
        <p:txBody>
          <a:bodyPr wrap="square" lIns="0" tIns="0" rIns="0" bIns="0" rtlCol="0" anchor="ctr">
            <a:normAutofit/>
          </a:bodyPr>
          <a:lstStyle/>
          <a:p>
            <a:pPr marL="0" indent="0">
              <a:buNone/>
            </a:pPr>
            <a:r>
              <a:rPr lang="en-US" sz="1060" b="1">
                <a:solidFill>
                  <a:srgbClr val="16365C"/>
                </a:solidFill>
              </a:rPr>
              <a:t>Connector setup</a:t>
            </a:r>
            <a:endParaRPr lang="en-US" sz="1060"/>
          </a:p>
        </p:txBody>
      </p:sp>
      <p:sp>
        <p:nvSpPr>
          <p:cNvPr id="20" name="Text 18"/>
          <p:cNvSpPr/>
          <p:nvPr/>
        </p:nvSpPr>
        <p:spPr>
          <a:xfrm>
            <a:off x="2971800" y="2048256"/>
            <a:ext cx="1627632" cy="438912"/>
          </a:xfrm>
          <a:prstGeom prst="rect">
            <a:avLst/>
          </a:prstGeom>
          <a:noFill/>
          <a:ln/>
        </p:spPr>
        <p:txBody>
          <a:bodyPr wrap="square" lIns="0" tIns="0" rIns="0" bIns="0" rtlCol="0" anchor="ctr">
            <a:normAutofit/>
          </a:bodyPr>
          <a:lstStyle/>
          <a:p>
            <a:pPr marL="0" indent="0">
              <a:buNone/>
            </a:pPr>
            <a:r>
              <a:rPr lang="en-US" sz="800">
                <a:solidFill>
                  <a:srgbClr val="262626"/>
                </a:solidFill>
              </a:rPr>
              <a:t>Connection, auth, object selection and refresh schedule</a:t>
            </a:r>
            <a:endParaRPr lang="en-US" sz="800"/>
          </a:p>
        </p:txBody>
      </p:sp>
      <p:sp>
        <p:nvSpPr>
          <p:cNvPr id="21" name="Shape 19"/>
          <p:cNvSpPr/>
          <p:nvPr/>
        </p:nvSpPr>
        <p:spPr>
          <a:xfrm>
            <a:off x="5129784" y="1554480"/>
            <a:ext cx="1938528" cy="1115568"/>
          </a:xfrm>
          <a:prstGeom prst="roundRect">
            <a:avLst>
              <a:gd name="adj" fmla="val 8197"/>
            </a:avLst>
          </a:prstGeom>
          <a:solidFill>
            <a:srgbClr val="FFF1E8"/>
          </a:solidFill>
          <a:ln w="15240">
            <a:solidFill>
              <a:srgbClr val="ED7D31"/>
            </a:solidFill>
            <a:prstDash val="solid"/>
          </a:ln>
        </p:spPr>
        <p:txBody>
          <a:bodyPr/>
          <a:lstStyle/>
          <a:p>
            <a:endParaRPr lang="en-US"/>
          </a:p>
        </p:txBody>
      </p:sp>
      <p:sp>
        <p:nvSpPr>
          <p:cNvPr id="22" name="Shape 20"/>
          <p:cNvSpPr/>
          <p:nvPr/>
        </p:nvSpPr>
        <p:spPr>
          <a:xfrm>
            <a:off x="5239512" y="1673352"/>
            <a:ext cx="292608" cy="292608"/>
          </a:xfrm>
          <a:prstGeom prst="roundRect">
            <a:avLst>
              <a:gd name="adj" fmla="val 25000"/>
            </a:avLst>
          </a:prstGeom>
          <a:solidFill>
            <a:srgbClr val="ED7D31"/>
          </a:solidFill>
          <a:ln w="12700">
            <a:solidFill>
              <a:srgbClr val="ED7D31"/>
            </a:solidFill>
            <a:prstDash val="solid"/>
          </a:ln>
        </p:spPr>
        <p:txBody>
          <a:bodyPr/>
          <a:lstStyle/>
          <a:p>
            <a:endParaRPr lang="en-US"/>
          </a:p>
        </p:txBody>
      </p:sp>
      <p:sp>
        <p:nvSpPr>
          <p:cNvPr id="23" name="Text 21"/>
          <p:cNvSpPr/>
          <p:nvPr/>
        </p:nvSpPr>
        <p:spPr>
          <a:xfrm>
            <a:off x="5312664" y="1728216"/>
            <a:ext cx="146304" cy="201168"/>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3</a:t>
            </a:r>
            <a:endParaRPr lang="en-US" sz="950"/>
          </a:p>
        </p:txBody>
      </p:sp>
      <p:sp>
        <p:nvSpPr>
          <p:cNvPr id="24" name="Text 22"/>
          <p:cNvSpPr/>
          <p:nvPr/>
        </p:nvSpPr>
        <p:spPr>
          <a:xfrm>
            <a:off x="5632704" y="1691640"/>
            <a:ext cx="1335024" cy="219456"/>
          </a:xfrm>
          <a:prstGeom prst="rect">
            <a:avLst/>
          </a:prstGeom>
          <a:noFill/>
          <a:ln/>
        </p:spPr>
        <p:txBody>
          <a:bodyPr wrap="square" lIns="0" tIns="0" rIns="0" bIns="0" rtlCol="0" anchor="ctr">
            <a:normAutofit/>
          </a:bodyPr>
          <a:lstStyle/>
          <a:p>
            <a:pPr marL="0" indent="0">
              <a:buNone/>
            </a:pPr>
            <a:r>
              <a:rPr lang="en-US" sz="1060" b="1">
                <a:solidFill>
                  <a:srgbClr val="16365C"/>
                </a:solidFill>
              </a:rPr>
              <a:t>Data streams</a:t>
            </a:r>
            <a:endParaRPr lang="en-US" sz="1060"/>
          </a:p>
        </p:txBody>
      </p:sp>
      <p:sp>
        <p:nvSpPr>
          <p:cNvPr id="25" name="Text 23"/>
          <p:cNvSpPr/>
          <p:nvPr/>
        </p:nvSpPr>
        <p:spPr>
          <a:xfrm>
            <a:off x="5285232" y="2048256"/>
            <a:ext cx="1627632" cy="438912"/>
          </a:xfrm>
          <a:prstGeom prst="rect">
            <a:avLst/>
          </a:prstGeom>
          <a:noFill/>
          <a:ln/>
        </p:spPr>
        <p:txBody>
          <a:bodyPr wrap="square" lIns="0" tIns="0" rIns="0" bIns="0" rtlCol="0" anchor="ctr">
            <a:normAutofit/>
          </a:bodyPr>
          <a:lstStyle/>
          <a:p>
            <a:pPr marL="0" indent="0">
              <a:buNone/>
            </a:pPr>
            <a:r>
              <a:rPr lang="en-US" sz="800">
                <a:solidFill>
                  <a:srgbClr val="262626"/>
                </a:solidFill>
              </a:rPr>
              <a:t>Data lands in Data 360 and is kept refreshed by the connector</a:t>
            </a:r>
            <a:endParaRPr lang="en-US" sz="800"/>
          </a:p>
        </p:txBody>
      </p:sp>
      <p:sp>
        <p:nvSpPr>
          <p:cNvPr id="26" name="Shape 24"/>
          <p:cNvSpPr/>
          <p:nvPr/>
        </p:nvSpPr>
        <p:spPr>
          <a:xfrm>
            <a:off x="7443216" y="1554480"/>
            <a:ext cx="1938528" cy="1115568"/>
          </a:xfrm>
          <a:prstGeom prst="roundRect">
            <a:avLst>
              <a:gd name="adj" fmla="val 8197"/>
            </a:avLst>
          </a:prstGeom>
          <a:solidFill>
            <a:srgbClr val="F3EFF8"/>
          </a:solidFill>
          <a:ln w="15240">
            <a:solidFill>
              <a:srgbClr val="8064A2"/>
            </a:solidFill>
            <a:prstDash val="solid"/>
          </a:ln>
        </p:spPr>
        <p:txBody>
          <a:bodyPr/>
          <a:lstStyle/>
          <a:p>
            <a:endParaRPr lang="en-US"/>
          </a:p>
        </p:txBody>
      </p:sp>
      <p:sp>
        <p:nvSpPr>
          <p:cNvPr id="27" name="Shape 25"/>
          <p:cNvSpPr/>
          <p:nvPr/>
        </p:nvSpPr>
        <p:spPr>
          <a:xfrm>
            <a:off x="7552944" y="1673352"/>
            <a:ext cx="292608" cy="292608"/>
          </a:xfrm>
          <a:prstGeom prst="roundRect">
            <a:avLst>
              <a:gd name="adj" fmla="val 25000"/>
            </a:avLst>
          </a:prstGeom>
          <a:solidFill>
            <a:srgbClr val="8064A2"/>
          </a:solidFill>
          <a:ln w="12700">
            <a:solidFill>
              <a:srgbClr val="8064A2"/>
            </a:solidFill>
            <a:prstDash val="solid"/>
          </a:ln>
        </p:spPr>
        <p:txBody>
          <a:bodyPr/>
          <a:lstStyle/>
          <a:p>
            <a:endParaRPr lang="en-US"/>
          </a:p>
        </p:txBody>
      </p:sp>
      <p:sp>
        <p:nvSpPr>
          <p:cNvPr id="28" name="Text 26"/>
          <p:cNvSpPr/>
          <p:nvPr/>
        </p:nvSpPr>
        <p:spPr>
          <a:xfrm>
            <a:off x="7626096" y="1728216"/>
            <a:ext cx="146304" cy="201168"/>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4</a:t>
            </a:r>
            <a:endParaRPr lang="en-US" sz="950"/>
          </a:p>
        </p:txBody>
      </p:sp>
      <p:sp>
        <p:nvSpPr>
          <p:cNvPr id="29" name="Text 27"/>
          <p:cNvSpPr/>
          <p:nvPr/>
        </p:nvSpPr>
        <p:spPr>
          <a:xfrm>
            <a:off x="7946136" y="1691640"/>
            <a:ext cx="1335024" cy="219456"/>
          </a:xfrm>
          <a:prstGeom prst="rect">
            <a:avLst/>
          </a:prstGeom>
          <a:noFill/>
          <a:ln/>
        </p:spPr>
        <p:txBody>
          <a:bodyPr wrap="square" lIns="0" tIns="0" rIns="0" bIns="0" rtlCol="0" anchor="ctr">
            <a:normAutofit/>
          </a:bodyPr>
          <a:lstStyle/>
          <a:p>
            <a:pPr marL="0" indent="0">
              <a:buNone/>
            </a:pPr>
            <a:r>
              <a:rPr lang="en-US" sz="1060" b="1">
                <a:solidFill>
                  <a:srgbClr val="16365C"/>
                </a:solidFill>
              </a:rPr>
              <a:t>Data model</a:t>
            </a:r>
            <a:endParaRPr lang="en-US" sz="1060"/>
          </a:p>
        </p:txBody>
      </p:sp>
      <p:sp>
        <p:nvSpPr>
          <p:cNvPr id="30" name="Text 28"/>
          <p:cNvSpPr/>
          <p:nvPr/>
        </p:nvSpPr>
        <p:spPr>
          <a:xfrm>
            <a:off x="7598664" y="2048256"/>
            <a:ext cx="1627632" cy="438912"/>
          </a:xfrm>
          <a:prstGeom prst="rect">
            <a:avLst/>
          </a:prstGeom>
          <a:noFill/>
          <a:ln/>
        </p:spPr>
        <p:txBody>
          <a:bodyPr wrap="square" lIns="0" tIns="0" rIns="0" bIns="0" rtlCol="0" anchor="ctr">
            <a:normAutofit/>
          </a:bodyPr>
          <a:lstStyle/>
          <a:p>
            <a:pPr marL="0" indent="0">
              <a:buNone/>
            </a:pPr>
            <a:r>
              <a:rPr lang="en-US" sz="800">
                <a:solidFill>
                  <a:srgbClr val="262626"/>
                </a:solidFill>
              </a:rPr>
              <a:t>Map source fields to the customer data model / DMO layer</a:t>
            </a:r>
            <a:endParaRPr lang="en-US" sz="800"/>
          </a:p>
        </p:txBody>
      </p:sp>
      <p:sp>
        <p:nvSpPr>
          <p:cNvPr id="31" name="Shape 29"/>
          <p:cNvSpPr/>
          <p:nvPr/>
        </p:nvSpPr>
        <p:spPr>
          <a:xfrm>
            <a:off x="9756648" y="1554480"/>
            <a:ext cx="1938528" cy="1115568"/>
          </a:xfrm>
          <a:prstGeom prst="roundRect">
            <a:avLst>
              <a:gd name="adj" fmla="val 8197"/>
            </a:avLst>
          </a:prstGeom>
          <a:solidFill>
            <a:srgbClr val="FFFFFF"/>
          </a:solidFill>
          <a:ln w="15240">
            <a:solidFill>
              <a:srgbClr val="16365C"/>
            </a:solidFill>
            <a:prstDash val="solid"/>
          </a:ln>
        </p:spPr>
        <p:txBody>
          <a:bodyPr/>
          <a:lstStyle/>
          <a:p>
            <a:endParaRPr lang="en-US"/>
          </a:p>
        </p:txBody>
      </p:sp>
      <p:sp>
        <p:nvSpPr>
          <p:cNvPr id="32" name="Shape 30"/>
          <p:cNvSpPr/>
          <p:nvPr/>
        </p:nvSpPr>
        <p:spPr>
          <a:xfrm>
            <a:off x="9866376" y="1673352"/>
            <a:ext cx="292608" cy="292608"/>
          </a:xfrm>
          <a:prstGeom prst="roundRect">
            <a:avLst>
              <a:gd name="adj" fmla="val 25000"/>
            </a:avLst>
          </a:prstGeom>
          <a:solidFill>
            <a:srgbClr val="16365C"/>
          </a:solidFill>
          <a:ln w="12700">
            <a:solidFill>
              <a:srgbClr val="16365C"/>
            </a:solidFill>
            <a:prstDash val="solid"/>
          </a:ln>
        </p:spPr>
        <p:txBody>
          <a:bodyPr/>
          <a:lstStyle/>
          <a:p>
            <a:endParaRPr lang="en-US"/>
          </a:p>
        </p:txBody>
      </p:sp>
      <p:sp>
        <p:nvSpPr>
          <p:cNvPr id="33" name="Text 31"/>
          <p:cNvSpPr/>
          <p:nvPr/>
        </p:nvSpPr>
        <p:spPr>
          <a:xfrm>
            <a:off x="9939528" y="1728216"/>
            <a:ext cx="146304" cy="201168"/>
          </a:xfrm>
          <a:prstGeom prst="rect">
            <a:avLst/>
          </a:prstGeom>
          <a:noFill/>
          <a:ln/>
        </p:spPr>
        <p:txBody>
          <a:bodyPr wrap="square" lIns="254" tIns="254" rIns="254" bIns="254" rtlCol="0" anchor="ctr">
            <a:normAutofit/>
          </a:bodyPr>
          <a:lstStyle/>
          <a:p>
            <a:pPr marL="0" indent="0" algn="ctr">
              <a:buNone/>
            </a:pPr>
            <a:r>
              <a:rPr lang="en-US" sz="950" b="1">
                <a:solidFill>
                  <a:srgbClr val="FFFFFF"/>
                </a:solidFill>
              </a:rPr>
              <a:t>5</a:t>
            </a:r>
            <a:endParaRPr lang="en-US" sz="950"/>
          </a:p>
        </p:txBody>
      </p:sp>
      <p:sp>
        <p:nvSpPr>
          <p:cNvPr id="34" name="Text 32"/>
          <p:cNvSpPr/>
          <p:nvPr/>
        </p:nvSpPr>
        <p:spPr>
          <a:xfrm>
            <a:off x="10259568" y="1691640"/>
            <a:ext cx="1335024" cy="219456"/>
          </a:xfrm>
          <a:prstGeom prst="rect">
            <a:avLst/>
          </a:prstGeom>
          <a:noFill/>
          <a:ln/>
        </p:spPr>
        <p:txBody>
          <a:bodyPr wrap="square" lIns="0" tIns="0" rIns="0" bIns="0" rtlCol="0" anchor="ctr">
            <a:normAutofit/>
          </a:bodyPr>
          <a:lstStyle/>
          <a:p>
            <a:pPr marL="0" indent="0">
              <a:buNone/>
            </a:pPr>
            <a:r>
              <a:rPr lang="en-US" sz="1060" b="1">
                <a:solidFill>
                  <a:srgbClr val="16365C"/>
                </a:solidFill>
              </a:rPr>
              <a:t>Ready to segment</a:t>
            </a:r>
            <a:endParaRPr lang="en-US" sz="1060"/>
          </a:p>
        </p:txBody>
      </p:sp>
      <p:sp>
        <p:nvSpPr>
          <p:cNvPr id="35" name="Text 33"/>
          <p:cNvSpPr/>
          <p:nvPr/>
        </p:nvSpPr>
        <p:spPr>
          <a:xfrm>
            <a:off x="9912096" y="2048256"/>
            <a:ext cx="1627632" cy="438912"/>
          </a:xfrm>
          <a:prstGeom prst="rect">
            <a:avLst/>
          </a:prstGeom>
          <a:noFill/>
          <a:ln/>
        </p:spPr>
        <p:txBody>
          <a:bodyPr wrap="square" lIns="0" tIns="0" rIns="0" bIns="0" rtlCol="0" anchor="ctr">
            <a:normAutofit/>
          </a:bodyPr>
          <a:lstStyle/>
          <a:p>
            <a:pPr marL="0" indent="0">
              <a:buNone/>
            </a:pPr>
            <a:r>
              <a:rPr lang="en-US" sz="800">
                <a:solidFill>
                  <a:srgbClr val="262626"/>
                </a:solidFill>
              </a:rPr>
              <a:t>Profiles, attributes and relationships available to segment rules</a:t>
            </a:r>
            <a:endParaRPr lang="en-US" sz="800"/>
          </a:p>
        </p:txBody>
      </p:sp>
      <p:sp>
        <p:nvSpPr>
          <p:cNvPr id="36" name="Shape 34"/>
          <p:cNvSpPr/>
          <p:nvPr/>
        </p:nvSpPr>
        <p:spPr>
          <a:xfrm>
            <a:off x="685800" y="3246120"/>
            <a:ext cx="3429000" cy="1508760"/>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37" name="Text 35"/>
          <p:cNvSpPr/>
          <p:nvPr/>
        </p:nvSpPr>
        <p:spPr>
          <a:xfrm>
            <a:off x="868680" y="3456432"/>
            <a:ext cx="2971800" cy="228600"/>
          </a:xfrm>
          <a:prstGeom prst="rect">
            <a:avLst/>
          </a:prstGeom>
          <a:noFill/>
          <a:ln/>
        </p:spPr>
        <p:txBody>
          <a:bodyPr wrap="square" lIns="0" tIns="0" rIns="0" bIns="0" rtlCol="0" anchor="ctr"/>
          <a:lstStyle/>
          <a:p>
            <a:pPr marL="0" indent="0">
              <a:buNone/>
            </a:pPr>
            <a:r>
              <a:rPr lang="en-US" sz="1240" b="1">
                <a:solidFill>
                  <a:srgbClr val="16365C"/>
                </a:solidFill>
              </a:rPr>
              <a:t>Represent at high level</a:t>
            </a:r>
            <a:endParaRPr lang="en-US" sz="1240"/>
          </a:p>
        </p:txBody>
      </p:sp>
      <p:sp>
        <p:nvSpPr>
          <p:cNvPr id="38" name="Text 36"/>
          <p:cNvSpPr/>
          <p:nvPr/>
        </p:nvSpPr>
        <p:spPr>
          <a:xfrm>
            <a:off x="914400" y="3840480"/>
            <a:ext cx="2834640" cy="658368"/>
          </a:xfrm>
          <a:prstGeom prst="rect">
            <a:avLst/>
          </a:prstGeom>
          <a:noFill/>
          <a:ln/>
        </p:spPr>
        <p:txBody>
          <a:bodyPr wrap="square" lIns="0" tIns="0" rIns="0" bIns="0" rtlCol="0" anchor="ctr">
            <a:normAutofit/>
          </a:bodyPr>
          <a:lstStyle/>
          <a:p>
            <a:pPr marL="0" indent="0">
              <a:buNone/>
            </a:pPr>
            <a:r>
              <a:rPr lang="en-US" sz="900">
                <a:solidFill>
                  <a:srgbClr val="262626"/>
                </a:solidFill>
              </a:rPr>
              <a:t>• Source system</a:t>
            </a:r>
            <a:endParaRPr lang="en-US" sz="900"/>
          </a:p>
          <a:p>
            <a:pPr marL="0" indent="0">
              <a:buNone/>
            </a:pPr>
            <a:r>
              <a:rPr lang="en-US" sz="900">
                <a:solidFill>
                  <a:srgbClr val="262626"/>
                </a:solidFill>
              </a:rPr>
              <a:t>• Connector type</a:t>
            </a:r>
            <a:endParaRPr lang="en-US" sz="900"/>
          </a:p>
          <a:p>
            <a:pPr marL="0" indent="0">
              <a:buNone/>
            </a:pPr>
            <a:r>
              <a:rPr lang="en-US" sz="900">
                <a:solidFill>
                  <a:srgbClr val="262626"/>
                </a:solidFill>
              </a:rPr>
              <a:t>• Object / data category</a:t>
            </a:r>
            <a:endParaRPr lang="en-US" sz="900"/>
          </a:p>
          <a:p>
            <a:pPr marL="0" indent="0">
              <a:buNone/>
            </a:pPr>
            <a:r>
              <a:rPr lang="en-US" sz="900">
                <a:solidFill>
                  <a:srgbClr val="262626"/>
                </a:solidFill>
              </a:rPr>
              <a:t>• Refresh or latency expectation</a:t>
            </a:r>
            <a:endParaRPr lang="en-US" sz="900"/>
          </a:p>
        </p:txBody>
      </p:sp>
      <p:sp>
        <p:nvSpPr>
          <p:cNvPr id="39" name="Shape 37"/>
          <p:cNvSpPr/>
          <p:nvPr/>
        </p:nvSpPr>
        <p:spPr>
          <a:xfrm>
            <a:off x="4407408" y="3246120"/>
            <a:ext cx="3429000" cy="1508760"/>
          </a:xfrm>
          <a:prstGeom prst="roundRect">
            <a:avLst>
              <a:gd name="adj" fmla="val 6061"/>
            </a:avLst>
          </a:prstGeom>
          <a:solidFill>
            <a:srgbClr val="FFFFFF"/>
          </a:solidFill>
          <a:ln w="15240">
            <a:solidFill>
              <a:srgbClr val="70AD47"/>
            </a:solidFill>
            <a:prstDash val="solid"/>
          </a:ln>
        </p:spPr>
        <p:txBody>
          <a:bodyPr/>
          <a:lstStyle/>
          <a:p>
            <a:endParaRPr lang="en-US"/>
          </a:p>
        </p:txBody>
      </p:sp>
      <p:sp>
        <p:nvSpPr>
          <p:cNvPr id="40" name="Text 38"/>
          <p:cNvSpPr/>
          <p:nvPr/>
        </p:nvSpPr>
        <p:spPr>
          <a:xfrm>
            <a:off x="4590288" y="3456432"/>
            <a:ext cx="2971800" cy="228600"/>
          </a:xfrm>
          <a:prstGeom prst="rect">
            <a:avLst/>
          </a:prstGeom>
          <a:noFill/>
          <a:ln/>
        </p:spPr>
        <p:txBody>
          <a:bodyPr wrap="square" lIns="0" tIns="0" rIns="0" bIns="0" rtlCol="0" anchor="ctr"/>
          <a:lstStyle/>
          <a:p>
            <a:pPr marL="0" indent="0">
              <a:buNone/>
            </a:pPr>
            <a:r>
              <a:rPr lang="en-US" sz="1240" b="1">
                <a:solidFill>
                  <a:srgbClr val="4F7F32"/>
                </a:solidFill>
              </a:rPr>
              <a:t>Data checks before segmentation</a:t>
            </a:r>
            <a:endParaRPr lang="en-US" sz="1240"/>
          </a:p>
        </p:txBody>
      </p:sp>
      <p:sp>
        <p:nvSpPr>
          <p:cNvPr id="41" name="Text 39"/>
          <p:cNvSpPr/>
          <p:nvPr/>
        </p:nvSpPr>
        <p:spPr>
          <a:xfrm>
            <a:off x="4636008" y="3840480"/>
            <a:ext cx="2834640" cy="658368"/>
          </a:xfrm>
          <a:prstGeom prst="rect">
            <a:avLst/>
          </a:prstGeom>
          <a:noFill/>
          <a:ln/>
        </p:spPr>
        <p:txBody>
          <a:bodyPr wrap="square" lIns="0" tIns="0" rIns="0" bIns="0" rtlCol="0" anchor="ctr">
            <a:normAutofit/>
          </a:bodyPr>
          <a:lstStyle/>
          <a:p>
            <a:pPr marL="0" indent="0">
              <a:buNone/>
            </a:pPr>
            <a:r>
              <a:rPr lang="en-US" sz="900">
                <a:solidFill>
                  <a:srgbClr val="262626"/>
                </a:solidFill>
              </a:rPr>
              <a:t>• Key identifiers populated</a:t>
            </a:r>
            <a:endParaRPr lang="en-US" sz="900"/>
          </a:p>
          <a:p>
            <a:pPr marL="0" indent="0">
              <a:buNone/>
            </a:pPr>
            <a:r>
              <a:rPr lang="en-US" sz="900">
                <a:solidFill>
                  <a:srgbClr val="262626"/>
                </a:solidFill>
              </a:rPr>
              <a:t>• Required attributes available</a:t>
            </a:r>
            <a:endParaRPr lang="en-US" sz="900"/>
          </a:p>
          <a:p>
            <a:pPr marL="0" indent="0">
              <a:buNone/>
            </a:pPr>
            <a:r>
              <a:rPr lang="en-US" sz="900">
                <a:solidFill>
                  <a:srgbClr val="262626"/>
                </a:solidFill>
              </a:rPr>
              <a:t>• Relationship model validated</a:t>
            </a:r>
            <a:endParaRPr lang="en-US" sz="900"/>
          </a:p>
          <a:p>
            <a:pPr marL="0" indent="0">
              <a:buNone/>
            </a:pPr>
            <a:r>
              <a:rPr lang="en-US" sz="900">
                <a:solidFill>
                  <a:srgbClr val="262626"/>
                </a:solidFill>
              </a:rPr>
              <a:t>• Expected record volumes confirmed</a:t>
            </a:r>
            <a:endParaRPr lang="en-US" sz="900"/>
          </a:p>
        </p:txBody>
      </p:sp>
      <p:sp>
        <p:nvSpPr>
          <p:cNvPr id="42" name="Shape 40"/>
          <p:cNvSpPr/>
          <p:nvPr/>
        </p:nvSpPr>
        <p:spPr>
          <a:xfrm>
            <a:off x="8119872" y="3246120"/>
            <a:ext cx="3429000" cy="1508760"/>
          </a:xfrm>
          <a:prstGeom prst="roundRect">
            <a:avLst>
              <a:gd name="adj" fmla="val 6061"/>
            </a:avLst>
          </a:prstGeom>
          <a:solidFill>
            <a:srgbClr val="FFFFFF"/>
          </a:solidFill>
          <a:ln w="15240">
            <a:solidFill>
              <a:srgbClr val="8064A2"/>
            </a:solidFill>
            <a:prstDash val="solid"/>
          </a:ln>
        </p:spPr>
        <p:txBody>
          <a:bodyPr/>
          <a:lstStyle/>
          <a:p>
            <a:endParaRPr lang="en-US"/>
          </a:p>
        </p:txBody>
      </p:sp>
      <p:sp>
        <p:nvSpPr>
          <p:cNvPr id="43" name="Text 41"/>
          <p:cNvSpPr/>
          <p:nvPr/>
        </p:nvSpPr>
        <p:spPr>
          <a:xfrm>
            <a:off x="8302752" y="3456432"/>
            <a:ext cx="2971800" cy="228600"/>
          </a:xfrm>
          <a:prstGeom prst="rect">
            <a:avLst/>
          </a:prstGeom>
          <a:noFill/>
          <a:ln/>
        </p:spPr>
        <p:txBody>
          <a:bodyPr wrap="square" lIns="0" tIns="0" rIns="0" bIns="0" rtlCol="0" anchor="ctr"/>
          <a:lstStyle/>
          <a:p>
            <a:pPr marL="0" indent="0">
              <a:buNone/>
            </a:pPr>
            <a:r>
              <a:rPr lang="en-US" sz="1240" b="1">
                <a:solidFill>
                  <a:srgbClr val="8064A2"/>
                </a:solidFill>
              </a:rPr>
              <a:t>Avoid too much detail</a:t>
            </a:r>
            <a:endParaRPr lang="en-US" sz="1240"/>
          </a:p>
        </p:txBody>
      </p:sp>
      <p:sp>
        <p:nvSpPr>
          <p:cNvPr id="44" name="Text 42"/>
          <p:cNvSpPr/>
          <p:nvPr/>
        </p:nvSpPr>
        <p:spPr>
          <a:xfrm>
            <a:off x="8348472" y="3840480"/>
            <a:ext cx="2834640" cy="658368"/>
          </a:xfrm>
          <a:prstGeom prst="rect">
            <a:avLst/>
          </a:prstGeom>
          <a:noFill/>
          <a:ln/>
        </p:spPr>
        <p:txBody>
          <a:bodyPr wrap="square" lIns="0" tIns="0" rIns="0" bIns="0" rtlCol="0" anchor="ctr">
            <a:normAutofit/>
          </a:bodyPr>
          <a:lstStyle/>
          <a:p>
            <a:pPr marL="0" indent="0">
              <a:buNone/>
            </a:pPr>
            <a:r>
              <a:rPr lang="en-US" sz="900">
                <a:solidFill>
                  <a:srgbClr val="262626"/>
                </a:solidFill>
              </a:rPr>
              <a:t>• No full field mapping table</a:t>
            </a:r>
            <a:endParaRPr lang="en-US" sz="900"/>
          </a:p>
          <a:p>
            <a:pPr marL="0" indent="0">
              <a:buNone/>
            </a:pPr>
            <a:r>
              <a:rPr lang="en-US" sz="900">
                <a:solidFill>
                  <a:srgbClr val="262626"/>
                </a:solidFill>
              </a:rPr>
              <a:t>• No DMO-by-DMO build notes</a:t>
            </a:r>
            <a:endParaRPr lang="en-US" sz="900"/>
          </a:p>
          <a:p>
            <a:pPr marL="0" indent="0">
              <a:buNone/>
            </a:pPr>
            <a:r>
              <a:rPr lang="en-US" sz="900">
                <a:solidFill>
                  <a:srgbClr val="262626"/>
                </a:solidFill>
              </a:rPr>
              <a:t>• No consent rule detail here</a:t>
            </a:r>
            <a:endParaRPr lang="en-US" sz="900"/>
          </a:p>
          <a:p>
            <a:pPr marL="0" indent="0">
              <a:buNone/>
            </a:pPr>
            <a:r>
              <a:rPr lang="en-US" sz="900">
                <a:solidFill>
                  <a:srgbClr val="262626"/>
                </a:solidFill>
              </a:rPr>
              <a:t>• Use TBC for unconfirmed sources</a:t>
            </a:r>
            <a:endParaRPr lang="en-US" sz="900"/>
          </a:p>
        </p:txBody>
      </p:sp>
      <p:sp>
        <p:nvSpPr>
          <p:cNvPr id="45" name="Shape 43"/>
          <p:cNvSpPr/>
          <p:nvPr/>
        </p:nvSpPr>
        <p:spPr>
          <a:xfrm>
            <a:off x="777240" y="5559552"/>
            <a:ext cx="10607040" cy="502920"/>
          </a:xfrm>
          <a:prstGeom prst="roundRect">
            <a:avLst>
              <a:gd name="adj" fmla="val 12727"/>
            </a:avLst>
          </a:prstGeom>
          <a:solidFill>
            <a:srgbClr val="FFF2CC"/>
          </a:solidFill>
          <a:ln w="12700">
            <a:solidFill>
              <a:srgbClr val="F4B183"/>
            </a:solidFill>
            <a:prstDash val="solid"/>
          </a:ln>
        </p:spPr>
        <p:txBody>
          <a:bodyPr/>
          <a:lstStyle/>
          <a:p>
            <a:endParaRPr lang="en-US"/>
          </a:p>
        </p:txBody>
      </p:sp>
      <p:sp>
        <p:nvSpPr>
          <p:cNvPr id="46" name="Text 44"/>
          <p:cNvSpPr/>
          <p:nvPr/>
        </p:nvSpPr>
        <p:spPr>
          <a:xfrm>
            <a:off x="886968" y="5632704"/>
            <a:ext cx="10387584" cy="356616"/>
          </a:xfrm>
          <a:prstGeom prst="rect">
            <a:avLst/>
          </a:prstGeom>
          <a:noFill/>
          <a:ln/>
        </p:spPr>
        <p:txBody>
          <a:bodyPr wrap="square" lIns="127" tIns="127" rIns="127" bIns="127" rtlCol="0" anchor="ctr">
            <a:normAutofit/>
          </a:bodyPr>
          <a:lstStyle/>
          <a:p>
            <a:pPr marL="0" indent="0">
              <a:buNone/>
            </a:pPr>
            <a:r>
              <a:rPr lang="en-US" sz="930">
                <a:solidFill>
                  <a:srgbClr val="7F6000"/>
                </a:solidFill>
              </a:rPr>
              <a:t>Example wording: “A typical Data 360 connector refreshes selected source data into Data 360, where it is mapped and made available for segment creation.”</a:t>
            </a:r>
            <a:endParaRPr lang="en-US" sz="93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65C"/>
          </a:solidFill>
          <a:ln w="12700">
            <a:solidFill>
              <a:srgbClr val="16365C"/>
            </a:solidFill>
            <a:prstDash val="solid"/>
          </a:ln>
        </p:spPr>
        <p:txBody>
          <a:bodyPr/>
          <a:lstStyle/>
          <a:p>
            <a:endParaRPr lang="en-US"/>
          </a:p>
        </p:txBody>
      </p:sp>
      <p:sp>
        <p:nvSpPr>
          <p:cNvPr id="3" name="Text 1"/>
          <p:cNvSpPr/>
          <p:nvPr/>
        </p:nvSpPr>
        <p:spPr>
          <a:xfrm>
            <a:off x="411480" y="100584"/>
            <a:ext cx="8046720" cy="292608"/>
          </a:xfrm>
          <a:prstGeom prst="rect">
            <a:avLst/>
          </a:prstGeom>
          <a:noFill/>
          <a:ln/>
        </p:spPr>
        <p:txBody>
          <a:bodyPr wrap="square" lIns="0" tIns="0" rIns="0" bIns="0" rtlCol="0" anchor="ctr">
            <a:normAutofit/>
          </a:bodyPr>
          <a:lstStyle/>
          <a:p>
            <a:pPr marL="0" indent="0">
              <a:buNone/>
            </a:pPr>
            <a:r>
              <a:rPr lang="en-US" sz="1900" b="1">
                <a:solidFill>
                  <a:srgbClr val="FFFFFF"/>
                </a:solidFill>
                <a:latin typeface="Aptos Display" pitchFamily="34" charset="0"/>
                <a:ea typeface="Aptos Display" pitchFamily="34" charset="-122"/>
                <a:cs typeface="Aptos Display" pitchFamily="34" charset="-120"/>
              </a:rPr>
              <a:t>Segment-to-activation flow into SFMC Shared Data Extensions</a:t>
            </a:r>
            <a:endParaRPr lang="en-US" sz="1900"/>
          </a:p>
        </p:txBody>
      </p:sp>
      <p:sp>
        <p:nvSpPr>
          <p:cNvPr id="4" name="Text 2"/>
          <p:cNvSpPr/>
          <p:nvPr/>
        </p:nvSpPr>
        <p:spPr>
          <a:xfrm>
            <a:off x="8732520" y="146304"/>
            <a:ext cx="3017520" cy="228600"/>
          </a:xfrm>
          <a:prstGeom prst="rect">
            <a:avLst/>
          </a:prstGeom>
          <a:noFill/>
          <a:ln/>
        </p:spPr>
        <p:txBody>
          <a:bodyPr wrap="square" lIns="0" tIns="0" rIns="0" bIns="0" rtlCol="0" anchor="ctr">
            <a:normAutofit/>
          </a:bodyPr>
          <a:lstStyle/>
          <a:p>
            <a:pPr marL="0" indent="0" algn="r">
              <a:buNone/>
            </a:pPr>
            <a:r>
              <a:rPr lang="en-US" sz="950">
                <a:solidFill>
                  <a:srgbClr val="E8F1FA"/>
                </a:solidFill>
              </a:rPr>
              <a:t>D360 creates the audience; SFMC executes</a:t>
            </a:r>
            <a:endParaRPr lang="en-US" sz="950"/>
          </a:p>
        </p:txBody>
      </p:sp>
      <p:sp>
        <p:nvSpPr>
          <p:cNvPr id="5" name="Text 3"/>
          <p:cNvSpPr/>
          <p:nvPr/>
        </p:nvSpPr>
        <p:spPr>
          <a:xfrm>
            <a:off x="411480" y="6547104"/>
            <a:ext cx="4206240" cy="182880"/>
          </a:xfrm>
          <a:prstGeom prst="rect">
            <a:avLst/>
          </a:prstGeom>
          <a:noFill/>
          <a:ln/>
        </p:spPr>
        <p:txBody>
          <a:bodyPr wrap="square" lIns="0" tIns="0" rIns="0" bIns="0" rtlCol="0" anchor="ctr"/>
          <a:lstStyle/>
          <a:p>
            <a:pPr marL="0" indent="0">
              <a:buNone/>
            </a:pPr>
            <a:r>
              <a:rPr lang="en-US" sz="750">
                <a:solidFill>
                  <a:srgbClr val="7F7F7F"/>
                </a:solidFill>
              </a:rPr>
              <a:t>Data 360 integration example • Slide 3</a:t>
            </a:r>
            <a:endParaRPr lang="en-US" sz="750"/>
          </a:p>
        </p:txBody>
      </p:sp>
      <p:sp>
        <p:nvSpPr>
          <p:cNvPr id="6" name="Text 4"/>
          <p:cNvSpPr/>
          <p:nvPr/>
        </p:nvSpPr>
        <p:spPr>
          <a:xfrm>
            <a:off x="502920" y="786384"/>
            <a:ext cx="10698480" cy="384048"/>
          </a:xfrm>
          <a:prstGeom prst="rect">
            <a:avLst/>
          </a:prstGeom>
          <a:noFill/>
          <a:ln/>
        </p:spPr>
        <p:txBody>
          <a:bodyPr wrap="square" lIns="0" tIns="0" rIns="0" bIns="0" rtlCol="0" anchor="ctr">
            <a:normAutofit fontScale="92500" lnSpcReduction="10000"/>
          </a:bodyPr>
          <a:lstStyle/>
          <a:p>
            <a:pPr marL="0" indent="0">
              <a:buNone/>
            </a:pPr>
            <a:r>
              <a:rPr lang="en-US" sz="1500" b="1">
                <a:solidFill>
                  <a:srgbClr val="16365C"/>
                </a:solidFill>
              </a:rPr>
              <a:t>This is the core flow to show: segments are built in Data 360 and activated into Shared Data Extensions so the relevant SFMC Business Units can use them.</a:t>
            </a:r>
            <a:endParaRPr lang="en-US" sz="1500"/>
          </a:p>
        </p:txBody>
      </p:sp>
      <p:sp>
        <p:nvSpPr>
          <p:cNvPr id="7" name="Shape 5"/>
          <p:cNvSpPr/>
          <p:nvPr/>
        </p:nvSpPr>
        <p:spPr>
          <a:xfrm>
            <a:off x="2578608" y="2423160"/>
            <a:ext cx="731520" cy="0"/>
          </a:xfrm>
          <a:prstGeom prst="line">
            <a:avLst/>
          </a:prstGeom>
          <a:noFill/>
          <a:ln w="22860">
            <a:solidFill>
              <a:srgbClr val="A6A6A6"/>
            </a:solidFill>
            <a:prstDash val="solid"/>
            <a:headEnd type="none"/>
            <a:tailEnd type="triangle"/>
          </a:ln>
        </p:spPr>
        <p:txBody>
          <a:bodyPr/>
          <a:lstStyle/>
          <a:p>
            <a:endParaRPr lang="en-US"/>
          </a:p>
        </p:txBody>
      </p:sp>
      <p:sp>
        <p:nvSpPr>
          <p:cNvPr id="8" name="Shape 6"/>
          <p:cNvSpPr/>
          <p:nvPr/>
        </p:nvSpPr>
        <p:spPr>
          <a:xfrm>
            <a:off x="5276088" y="2423160"/>
            <a:ext cx="731520" cy="0"/>
          </a:xfrm>
          <a:prstGeom prst="line">
            <a:avLst/>
          </a:prstGeom>
          <a:noFill/>
          <a:ln w="22860">
            <a:solidFill>
              <a:srgbClr val="A6A6A6"/>
            </a:solidFill>
            <a:prstDash val="solid"/>
            <a:headEnd type="none"/>
            <a:tailEnd type="triangle"/>
          </a:ln>
        </p:spPr>
        <p:txBody>
          <a:bodyPr/>
          <a:lstStyle/>
          <a:p>
            <a:endParaRPr lang="en-US"/>
          </a:p>
        </p:txBody>
      </p:sp>
      <p:sp>
        <p:nvSpPr>
          <p:cNvPr id="9" name="Shape 7"/>
          <p:cNvSpPr/>
          <p:nvPr/>
        </p:nvSpPr>
        <p:spPr>
          <a:xfrm>
            <a:off x="7946136" y="2423160"/>
            <a:ext cx="722376" cy="0"/>
          </a:xfrm>
          <a:prstGeom prst="line">
            <a:avLst/>
          </a:prstGeom>
          <a:noFill/>
          <a:ln w="22860">
            <a:solidFill>
              <a:srgbClr val="A6A6A6"/>
            </a:solidFill>
            <a:prstDash val="solid"/>
            <a:headEnd type="none"/>
            <a:tailEnd type="triangle"/>
          </a:ln>
        </p:spPr>
        <p:txBody>
          <a:bodyPr/>
          <a:lstStyle/>
          <a:p>
            <a:endParaRPr lang="en-US"/>
          </a:p>
        </p:txBody>
      </p:sp>
      <p:sp>
        <p:nvSpPr>
          <p:cNvPr id="10" name="Shape 8"/>
          <p:cNvSpPr/>
          <p:nvPr/>
        </p:nvSpPr>
        <p:spPr>
          <a:xfrm>
            <a:off x="10469880" y="2423160"/>
            <a:ext cx="530352" cy="0"/>
          </a:xfrm>
          <a:prstGeom prst="line">
            <a:avLst/>
          </a:prstGeom>
          <a:noFill/>
          <a:ln w="22860">
            <a:solidFill>
              <a:srgbClr val="A6A6A6"/>
            </a:solidFill>
            <a:prstDash val="solid"/>
            <a:headEnd type="none"/>
            <a:tailEnd type="triangle"/>
          </a:ln>
        </p:spPr>
        <p:txBody>
          <a:bodyPr/>
          <a:lstStyle/>
          <a:p>
            <a:endParaRPr lang="en-US"/>
          </a:p>
        </p:txBody>
      </p:sp>
      <p:sp>
        <p:nvSpPr>
          <p:cNvPr id="11" name="Shape 9"/>
          <p:cNvSpPr/>
          <p:nvPr/>
        </p:nvSpPr>
        <p:spPr>
          <a:xfrm>
            <a:off x="594360" y="1664208"/>
            <a:ext cx="1965960" cy="1508760"/>
          </a:xfrm>
          <a:prstGeom prst="roundRect">
            <a:avLst>
              <a:gd name="adj" fmla="val 6061"/>
            </a:avLst>
          </a:prstGeom>
          <a:solidFill>
            <a:srgbClr val="F3EFF8"/>
          </a:solidFill>
          <a:ln w="15240">
            <a:solidFill>
              <a:srgbClr val="8064A2"/>
            </a:solidFill>
            <a:prstDash val="solid"/>
          </a:ln>
        </p:spPr>
        <p:txBody>
          <a:bodyPr/>
          <a:lstStyle/>
          <a:p>
            <a:endParaRPr lang="en-US"/>
          </a:p>
        </p:txBody>
      </p:sp>
      <p:sp>
        <p:nvSpPr>
          <p:cNvPr id="12" name="Text 10"/>
          <p:cNvSpPr/>
          <p:nvPr/>
        </p:nvSpPr>
        <p:spPr>
          <a:xfrm>
            <a:off x="740664" y="1773936"/>
            <a:ext cx="1673352" cy="265176"/>
          </a:xfrm>
          <a:prstGeom prst="rect">
            <a:avLst/>
          </a:prstGeom>
          <a:noFill/>
          <a:ln/>
        </p:spPr>
        <p:txBody>
          <a:bodyPr wrap="square" lIns="0" tIns="0" rIns="0" bIns="0" rtlCol="0" anchor="ctr">
            <a:normAutofit fontScale="92500"/>
          </a:bodyPr>
          <a:lstStyle/>
          <a:p>
            <a:pPr marL="0" indent="0">
              <a:buNone/>
            </a:pPr>
            <a:r>
              <a:rPr lang="en-US" sz="1220" b="1">
                <a:solidFill>
                  <a:srgbClr val="8064A2"/>
                </a:solidFill>
              </a:rPr>
              <a:t>1. Segment in Data 360</a:t>
            </a:r>
            <a:endParaRPr lang="en-US" sz="1220"/>
          </a:p>
        </p:txBody>
      </p:sp>
      <p:sp>
        <p:nvSpPr>
          <p:cNvPr id="13" name="Text 11"/>
          <p:cNvSpPr/>
          <p:nvPr/>
        </p:nvSpPr>
        <p:spPr>
          <a:xfrm>
            <a:off x="740664" y="2167128"/>
            <a:ext cx="1673352" cy="923544"/>
          </a:xfrm>
          <a:prstGeom prst="rect">
            <a:avLst/>
          </a:prstGeom>
          <a:noFill/>
          <a:ln/>
        </p:spPr>
        <p:txBody>
          <a:bodyPr wrap="square" lIns="0" tIns="0" rIns="0" bIns="0" rtlCol="0" anchor="ctr">
            <a:normAutofit/>
          </a:bodyPr>
          <a:lstStyle/>
          <a:p>
            <a:pPr marL="0" indent="0">
              <a:buNone/>
            </a:pPr>
            <a:r>
              <a:rPr lang="en-US" sz="890">
                <a:solidFill>
                  <a:srgbClr val="262626"/>
                </a:solidFill>
              </a:rPr>
              <a:t>Business segment rules</a:t>
            </a:r>
            <a:endParaRPr lang="en-US" sz="890"/>
          </a:p>
          <a:p>
            <a:pPr marL="0" indent="0">
              <a:buNone/>
            </a:pPr>
            <a:r>
              <a:rPr lang="en-US" sz="890">
                <a:solidFill>
                  <a:srgbClr val="262626"/>
                </a:solidFill>
              </a:rPr>
              <a:t>Audience membership calculated</a:t>
            </a:r>
            <a:endParaRPr lang="en-US" sz="890"/>
          </a:p>
          <a:p>
            <a:pPr marL="0" indent="0">
              <a:buNone/>
            </a:pPr>
            <a:r>
              <a:rPr lang="en-US" sz="890">
                <a:solidFill>
                  <a:srgbClr val="262626"/>
                </a:solidFill>
              </a:rPr>
              <a:t>Segment owner / criteria documented</a:t>
            </a:r>
            <a:endParaRPr lang="en-US" sz="890"/>
          </a:p>
        </p:txBody>
      </p:sp>
      <p:sp>
        <p:nvSpPr>
          <p:cNvPr id="14" name="Shape 12"/>
          <p:cNvSpPr/>
          <p:nvPr/>
        </p:nvSpPr>
        <p:spPr>
          <a:xfrm>
            <a:off x="3310128" y="1664208"/>
            <a:ext cx="1965960" cy="1508760"/>
          </a:xfrm>
          <a:prstGeom prst="roundRect">
            <a:avLst>
              <a:gd name="adj" fmla="val 6061"/>
            </a:avLst>
          </a:prstGeom>
          <a:solidFill>
            <a:srgbClr val="FFF1E8"/>
          </a:solidFill>
          <a:ln w="15240">
            <a:solidFill>
              <a:srgbClr val="ED7D31"/>
            </a:solidFill>
            <a:prstDash val="solid"/>
          </a:ln>
        </p:spPr>
        <p:txBody>
          <a:bodyPr/>
          <a:lstStyle/>
          <a:p>
            <a:endParaRPr lang="en-US"/>
          </a:p>
        </p:txBody>
      </p:sp>
      <p:sp>
        <p:nvSpPr>
          <p:cNvPr id="15" name="Text 13"/>
          <p:cNvSpPr/>
          <p:nvPr/>
        </p:nvSpPr>
        <p:spPr>
          <a:xfrm>
            <a:off x="3456432" y="1773936"/>
            <a:ext cx="1673352" cy="265176"/>
          </a:xfrm>
          <a:prstGeom prst="rect">
            <a:avLst/>
          </a:prstGeom>
          <a:noFill/>
          <a:ln/>
        </p:spPr>
        <p:txBody>
          <a:bodyPr wrap="square" lIns="0" tIns="0" rIns="0" bIns="0" rtlCol="0" anchor="ctr">
            <a:normAutofit/>
          </a:bodyPr>
          <a:lstStyle/>
          <a:p>
            <a:pPr marL="0" indent="0">
              <a:buNone/>
            </a:pPr>
            <a:r>
              <a:rPr lang="en-US" sz="1220" b="1">
                <a:solidFill>
                  <a:srgbClr val="ED7D31"/>
                </a:solidFill>
              </a:rPr>
              <a:t>2. Activation target</a:t>
            </a:r>
            <a:endParaRPr lang="en-US" sz="1220"/>
          </a:p>
        </p:txBody>
      </p:sp>
      <p:sp>
        <p:nvSpPr>
          <p:cNvPr id="16" name="Text 14"/>
          <p:cNvSpPr/>
          <p:nvPr/>
        </p:nvSpPr>
        <p:spPr>
          <a:xfrm>
            <a:off x="3456432" y="2167128"/>
            <a:ext cx="1673352" cy="923544"/>
          </a:xfrm>
          <a:prstGeom prst="rect">
            <a:avLst/>
          </a:prstGeom>
          <a:noFill/>
          <a:ln/>
        </p:spPr>
        <p:txBody>
          <a:bodyPr wrap="square" lIns="0" tIns="0" rIns="0" bIns="0" rtlCol="0" anchor="ctr">
            <a:normAutofit/>
          </a:bodyPr>
          <a:lstStyle/>
          <a:p>
            <a:pPr marL="0" indent="0">
              <a:buNone/>
            </a:pPr>
            <a:r>
              <a:rPr lang="en-US" sz="890">
                <a:solidFill>
                  <a:srgbClr val="262626"/>
                </a:solidFill>
              </a:rPr>
              <a:t>Destination: Marketing Cloud Engagement</a:t>
            </a:r>
            <a:endParaRPr lang="en-US" sz="890"/>
          </a:p>
          <a:p>
            <a:pPr marL="0" indent="0">
              <a:buNone/>
            </a:pPr>
            <a:r>
              <a:rPr lang="en-US" sz="890">
                <a:solidFill>
                  <a:srgbClr val="262626"/>
                </a:solidFill>
              </a:rPr>
              <a:t>Activation schedule</a:t>
            </a:r>
            <a:endParaRPr lang="en-US" sz="890"/>
          </a:p>
          <a:p>
            <a:pPr marL="0" indent="0">
              <a:buNone/>
            </a:pPr>
            <a:r>
              <a:rPr lang="en-US" sz="890">
                <a:solidFill>
                  <a:srgbClr val="262626"/>
                </a:solidFill>
              </a:rPr>
              <a:t>Attribute selection</a:t>
            </a:r>
            <a:endParaRPr lang="en-US" sz="890"/>
          </a:p>
        </p:txBody>
      </p:sp>
      <p:sp>
        <p:nvSpPr>
          <p:cNvPr id="17" name="Shape 15"/>
          <p:cNvSpPr/>
          <p:nvPr/>
        </p:nvSpPr>
        <p:spPr>
          <a:xfrm>
            <a:off x="6007608" y="1664208"/>
            <a:ext cx="1920240" cy="1508760"/>
          </a:xfrm>
          <a:prstGeom prst="roundRect">
            <a:avLst>
              <a:gd name="adj" fmla="val 6061"/>
            </a:avLst>
          </a:prstGeom>
          <a:solidFill>
            <a:srgbClr val="FFFFFF"/>
          </a:solidFill>
          <a:ln w="15240">
            <a:solidFill>
              <a:srgbClr val="5B9BD5"/>
            </a:solidFill>
            <a:prstDash val="solid"/>
          </a:ln>
        </p:spPr>
        <p:txBody>
          <a:bodyPr/>
          <a:lstStyle/>
          <a:p>
            <a:endParaRPr lang="en-US"/>
          </a:p>
        </p:txBody>
      </p:sp>
      <p:sp>
        <p:nvSpPr>
          <p:cNvPr id="18" name="Text 16"/>
          <p:cNvSpPr/>
          <p:nvPr/>
        </p:nvSpPr>
        <p:spPr>
          <a:xfrm>
            <a:off x="6153912" y="1773936"/>
            <a:ext cx="1627632" cy="265176"/>
          </a:xfrm>
          <a:prstGeom prst="rect">
            <a:avLst/>
          </a:prstGeom>
          <a:noFill/>
          <a:ln/>
        </p:spPr>
        <p:txBody>
          <a:bodyPr wrap="square" lIns="0" tIns="0" rIns="0" bIns="0" rtlCol="0" anchor="ctr">
            <a:normAutofit/>
          </a:bodyPr>
          <a:lstStyle/>
          <a:p>
            <a:pPr marL="0" indent="0">
              <a:buNone/>
            </a:pPr>
            <a:r>
              <a:rPr lang="en-US" sz="1220" b="1">
                <a:solidFill>
                  <a:srgbClr val="16365C"/>
                </a:solidFill>
              </a:rPr>
              <a:t>3. Field mapping</a:t>
            </a:r>
            <a:endParaRPr lang="en-US" sz="1220"/>
          </a:p>
        </p:txBody>
      </p:sp>
      <p:sp>
        <p:nvSpPr>
          <p:cNvPr id="19" name="Text 17"/>
          <p:cNvSpPr/>
          <p:nvPr/>
        </p:nvSpPr>
        <p:spPr>
          <a:xfrm>
            <a:off x="6153912" y="2167128"/>
            <a:ext cx="1627632" cy="923544"/>
          </a:xfrm>
          <a:prstGeom prst="rect">
            <a:avLst/>
          </a:prstGeom>
          <a:noFill/>
          <a:ln/>
        </p:spPr>
        <p:txBody>
          <a:bodyPr wrap="square" lIns="0" tIns="0" rIns="0" bIns="0" rtlCol="0" anchor="ctr">
            <a:normAutofit/>
          </a:bodyPr>
          <a:lstStyle/>
          <a:p>
            <a:pPr marL="0" indent="0">
              <a:buNone/>
            </a:pPr>
            <a:r>
              <a:rPr lang="en-US" sz="890">
                <a:solidFill>
                  <a:srgbClr val="262626"/>
                </a:solidFill>
              </a:rPr>
              <a:t>Contact / Subscriber Key</a:t>
            </a:r>
            <a:endParaRPr lang="en-US" sz="890"/>
          </a:p>
          <a:p>
            <a:pPr marL="0" indent="0">
              <a:buNone/>
            </a:pPr>
            <a:r>
              <a:rPr lang="en-US" sz="890">
                <a:solidFill>
                  <a:srgbClr val="262626"/>
                </a:solidFill>
              </a:rPr>
              <a:t>Email address or contact point</a:t>
            </a:r>
            <a:endParaRPr lang="en-US" sz="890"/>
          </a:p>
          <a:p>
            <a:pPr marL="0" indent="0">
              <a:buNone/>
            </a:pPr>
            <a:r>
              <a:rPr lang="en-US" sz="890">
                <a:solidFill>
                  <a:srgbClr val="262626"/>
                </a:solidFill>
              </a:rPr>
              <a:t>Campaign attributes required by SFMC</a:t>
            </a:r>
            <a:endParaRPr lang="en-US" sz="890"/>
          </a:p>
        </p:txBody>
      </p:sp>
      <p:sp>
        <p:nvSpPr>
          <p:cNvPr id="20" name="Shape 18"/>
          <p:cNvSpPr/>
          <p:nvPr/>
        </p:nvSpPr>
        <p:spPr>
          <a:xfrm>
            <a:off x="8668512" y="1664208"/>
            <a:ext cx="1783080" cy="1508760"/>
          </a:xfrm>
          <a:prstGeom prst="roundRect">
            <a:avLst>
              <a:gd name="adj" fmla="val 6061"/>
            </a:avLst>
          </a:prstGeom>
          <a:solidFill>
            <a:srgbClr val="EDF5FB"/>
          </a:solidFill>
          <a:ln w="15240">
            <a:solidFill>
              <a:srgbClr val="2F75B5"/>
            </a:solidFill>
            <a:prstDash val="solid"/>
          </a:ln>
        </p:spPr>
        <p:txBody>
          <a:bodyPr/>
          <a:lstStyle/>
          <a:p>
            <a:endParaRPr lang="en-US"/>
          </a:p>
        </p:txBody>
      </p:sp>
      <p:sp>
        <p:nvSpPr>
          <p:cNvPr id="21" name="Text 19"/>
          <p:cNvSpPr/>
          <p:nvPr/>
        </p:nvSpPr>
        <p:spPr>
          <a:xfrm>
            <a:off x="8814816" y="1773936"/>
            <a:ext cx="1490472" cy="265176"/>
          </a:xfrm>
          <a:prstGeom prst="rect">
            <a:avLst/>
          </a:prstGeom>
          <a:noFill/>
          <a:ln/>
        </p:spPr>
        <p:txBody>
          <a:bodyPr wrap="square" lIns="0" tIns="0" rIns="0" bIns="0" rtlCol="0" anchor="ctr">
            <a:normAutofit/>
          </a:bodyPr>
          <a:lstStyle/>
          <a:p>
            <a:pPr marL="0" indent="0">
              <a:buNone/>
            </a:pPr>
            <a:r>
              <a:rPr lang="en-US" sz="1220" b="1">
                <a:solidFill>
                  <a:srgbClr val="16365C"/>
                </a:solidFill>
              </a:rPr>
              <a:t>4. Shared DE output</a:t>
            </a:r>
            <a:endParaRPr lang="en-US" sz="1220"/>
          </a:p>
        </p:txBody>
      </p:sp>
      <p:sp>
        <p:nvSpPr>
          <p:cNvPr id="22" name="Text 20"/>
          <p:cNvSpPr/>
          <p:nvPr/>
        </p:nvSpPr>
        <p:spPr>
          <a:xfrm>
            <a:off x="8814816" y="2167128"/>
            <a:ext cx="1490472" cy="923544"/>
          </a:xfrm>
          <a:prstGeom prst="rect">
            <a:avLst/>
          </a:prstGeom>
          <a:noFill/>
          <a:ln/>
        </p:spPr>
        <p:txBody>
          <a:bodyPr wrap="square" lIns="0" tIns="0" rIns="0" bIns="0" rtlCol="0" anchor="ctr">
            <a:normAutofit/>
          </a:bodyPr>
          <a:lstStyle/>
          <a:p>
            <a:pPr marL="0" indent="0">
              <a:buNone/>
            </a:pPr>
            <a:r>
              <a:rPr lang="en-US" sz="890">
                <a:solidFill>
                  <a:srgbClr val="262626"/>
                </a:solidFill>
              </a:rPr>
              <a:t>Activated audience written to Shared DEs</a:t>
            </a:r>
            <a:endParaRPr lang="en-US" sz="890"/>
          </a:p>
          <a:p>
            <a:pPr marL="0" indent="0">
              <a:buNone/>
            </a:pPr>
            <a:r>
              <a:rPr lang="en-US" sz="890">
                <a:solidFill>
                  <a:srgbClr val="262626"/>
                </a:solidFill>
              </a:rPr>
              <a:t>Controlled folder/location</a:t>
            </a:r>
            <a:endParaRPr lang="en-US" sz="890"/>
          </a:p>
          <a:p>
            <a:pPr marL="0" indent="0">
              <a:buNone/>
            </a:pPr>
            <a:r>
              <a:rPr lang="en-US" sz="890">
                <a:solidFill>
                  <a:srgbClr val="262626"/>
                </a:solidFill>
              </a:rPr>
              <a:t>Consumed by child BUs</a:t>
            </a:r>
            <a:endParaRPr lang="en-US" sz="890"/>
          </a:p>
        </p:txBody>
      </p:sp>
      <p:sp>
        <p:nvSpPr>
          <p:cNvPr id="23" name="Shape 21"/>
          <p:cNvSpPr/>
          <p:nvPr/>
        </p:nvSpPr>
        <p:spPr>
          <a:xfrm>
            <a:off x="11000232" y="1664208"/>
            <a:ext cx="868680" cy="1508760"/>
          </a:xfrm>
          <a:prstGeom prst="roundRect">
            <a:avLst>
              <a:gd name="adj" fmla="val 10526"/>
            </a:avLst>
          </a:prstGeom>
          <a:solidFill>
            <a:srgbClr val="FFFFFF"/>
          </a:solidFill>
          <a:ln w="15240">
            <a:solidFill>
              <a:srgbClr val="70AD47"/>
            </a:solidFill>
            <a:prstDash val="solid"/>
          </a:ln>
        </p:spPr>
        <p:txBody>
          <a:bodyPr/>
          <a:lstStyle/>
          <a:p>
            <a:endParaRPr lang="en-US"/>
          </a:p>
        </p:txBody>
      </p:sp>
      <p:sp>
        <p:nvSpPr>
          <p:cNvPr id="24" name="Text 22"/>
          <p:cNvSpPr/>
          <p:nvPr/>
        </p:nvSpPr>
        <p:spPr>
          <a:xfrm>
            <a:off x="11146536" y="1773936"/>
            <a:ext cx="576072" cy="265176"/>
          </a:xfrm>
          <a:prstGeom prst="rect">
            <a:avLst/>
          </a:prstGeom>
          <a:noFill/>
          <a:ln/>
        </p:spPr>
        <p:txBody>
          <a:bodyPr wrap="square" lIns="0" tIns="0" rIns="0" bIns="0" rtlCol="0" anchor="ctr">
            <a:normAutofit fontScale="55000" lnSpcReduction="20000"/>
          </a:bodyPr>
          <a:lstStyle/>
          <a:p>
            <a:pPr marL="0" indent="0">
              <a:buNone/>
            </a:pPr>
            <a:r>
              <a:rPr lang="en-US" sz="1220" b="1">
                <a:solidFill>
                  <a:srgbClr val="4F7F32"/>
                </a:solidFill>
              </a:rPr>
              <a:t>5. Campaign use</a:t>
            </a:r>
            <a:endParaRPr lang="en-US" sz="1220"/>
          </a:p>
        </p:txBody>
      </p:sp>
      <p:sp>
        <p:nvSpPr>
          <p:cNvPr id="25" name="Text 23"/>
          <p:cNvSpPr/>
          <p:nvPr/>
        </p:nvSpPr>
        <p:spPr>
          <a:xfrm>
            <a:off x="11146536" y="2167128"/>
            <a:ext cx="576072" cy="92354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Journey entry source</a:t>
            </a:r>
            <a:endParaRPr lang="en-US" sz="890"/>
          </a:p>
          <a:p>
            <a:pPr marL="0" indent="0">
              <a:buNone/>
            </a:pPr>
            <a:r>
              <a:rPr lang="en-US" sz="890">
                <a:solidFill>
                  <a:srgbClr val="262626"/>
                </a:solidFill>
              </a:rPr>
              <a:t>Email Studio send</a:t>
            </a:r>
            <a:endParaRPr lang="en-US" sz="890"/>
          </a:p>
          <a:p>
            <a:pPr marL="0" indent="0">
              <a:buNone/>
            </a:pPr>
            <a:r>
              <a:rPr lang="en-US" sz="890">
                <a:solidFill>
                  <a:srgbClr val="262626"/>
                </a:solidFill>
              </a:rPr>
              <a:t>Campaign reporting input</a:t>
            </a:r>
            <a:endParaRPr lang="en-US" sz="890"/>
          </a:p>
        </p:txBody>
      </p:sp>
      <p:sp>
        <p:nvSpPr>
          <p:cNvPr id="26" name="Shape 24"/>
          <p:cNvSpPr/>
          <p:nvPr/>
        </p:nvSpPr>
        <p:spPr>
          <a:xfrm>
            <a:off x="731520" y="3931920"/>
            <a:ext cx="5166360" cy="1234440"/>
          </a:xfrm>
          <a:prstGeom prst="roundRect">
            <a:avLst>
              <a:gd name="adj" fmla="val 7407"/>
            </a:avLst>
          </a:prstGeom>
          <a:solidFill>
            <a:srgbClr val="FFFFFF"/>
          </a:solidFill>
          <a:ln w="13970">
            <a:solidFill>
              <a:srgbClr val="2F75B5"/>
            </a:solidFill>
            <a:prstDash val="solid"/>
          </a:ln>
        </p:spPr>
        <p:txBody>
          <a:bodyPr/>
          <a:lstStyle/>
          <a:p>
            <a:endParaRPr lang="en-US"/>
          </a:p>
        </p:txBody>
      </p:sp>
      <p:sp>
        <p:nvSpPr>
          <p:cNvPr id="27" name="Text 25"/>
          <p:cNvSpPr/>
          <p:nvPr/>
        </p:nvSpPr>
        <p:spPr>
          <a:xfrm>
            <a:off x="914400" y="4133088"/>
            <a:ext cx="3383280" cy="219456"/>
          </a:xfrm>
          <a:prstGeom prst="rect">
            <a:avLst/>
          </a:prstGeom>
          <a:noFill/>
          <a:ln/>
        </p:spPr>
        <p:txBody>
          <a:bodyPr wrap="square" lIns="0" tIns="0" rIns="0" bIns="0" rtlCol="0" anchor="ctr"/>
          <a:lstStyle/>
          <a:p>
            <a:pPr marL="0" indent="0">
              <a:buNone/>
            </a:pPr>
            <a:r>
              <a:rPr lang="en-US" sz="1220" b="1">
                <a:solidFill>
                  <a:srgbClr val="16365C"/>
                </a:solidFill>
              </a:rPr>
              <a:t>Example Shared Data Extension pattern</a:t>
            </a:r>
            <a:endParaRPr lang="en-US" sz="1220"/>
          </a:p>
        </p:txBody>
      </p:sp>
      <p:sp>
        <p:nvSpPr>
          <p:cNvPr id="28" name="Text 26"/>
          <p:cNvSpPr/>
          <p:nvPr/>
        </p:nvSpPr>
        <p:spPr>
          <a:xfrm>
            <a:off x="914400" y="4498848"/>
            <a:ext cx="4663440" cy="502920"/>
          </a:xfrm>
          <a:prstGeom prst="rect">
            <a:avLst/>
          </a:prstGeom>
          <a:noFill/>
          <a:ln/>
        </p:spPr>
        <p:txBody>
          <a:bodyPr wrap="square" lIns="0" tIns="0" rIns="0" bIns="0" rtlCol="0" anchor="ctr">
            <a:normAutofit/>
          </a:bodyPr>
          <a:lstStyle/>
          <a:p>
            <a:pPr marL="0" indent="0">
              <a:buNone/>
            </a:pPr>
            <a:r>
              <a:rPr lang="en-US" sz="890">
                <a:solidFill>
                  <a:srgbClr val="262626"/>
                </a:solidFill>
              </a:rPr>
              <a:t>• SHARED_D360_SEG_&lt;AudienceName&gt;</a:t>
            </a:r>
            <a:endParaRPr lang="en-US" sz="890"/>
          </a:p>
          <a:p>
            <a:pPr marL="0" indent="0">
              <a:buNone/>
            </a:pPr>
            <a:r>
              <a:rPr lang="en-US" sz="890">
                <a:solidFill>
                  <a:srgbClr val="262626"/>
                </a:solidFill>
              </a:rPr>
              <a:t>• Primary identifier aligns to SFMC Contact / Subscriber Key standard</a:t>
            </a:r>
            <a:endParaRPr lang="en-US" sz="890"/>
          </a:p>
          <a:p>
            <a:pPr marL="0" indent="0">
              <a:buNone/>
            </a:pPr>
            <a:r>
              <a:rPr lang="en-US" sz="890">
                <a:solidFill>
                  <a:srgbClr val="262626"/>
                </a:solidFill>
              </a:rPr>
              <a:t>• Only fields required for execution are activated</a:t>
            </a:r>
            <a:endParaRPr lang="en-US" sz="890"/>
          </a:p>
        </p:txBody>
      </p:sp>
      <p:sp>
        <p:nvSpPr>
          <p:cNvPr id="29" name="Shape 27"/>
          <p:cNvSpPr/>
          <p:nvPr/>
        </p:nvSpPr>
        <p:spPr>
          <a:xfrm>
            <a:off x="6291072" y="3931920"/>
            <a:ext cx="5166360" cy="1234440"/>
          </a:xfrm>
          <a:prstGeom prst="roundRect">
            <a:avLst>
              <a:gd name="adj" fmla="val 7407"/>
            </a:avLst>
          </a:prstGeom>
          <a:solidFill>
            <a:srgbClr val="FFFFFF"/>
          </a:solidFill>
          <a:ln w="13970">
            <a:solidFill>
              <a:srgbClr val="70AD47"/>
            </a:solidFill>
            <a:prstDash val="solid"/>
          </a:ln>
        </p:spPr>
        <p:txBody>
          <a:bodyPr/>
          <a:lstStyle/>
          <a:p>
            <a:endParaRPr lang="en-US"/>
          </a:p>
        </p:txBody>
      </p:sp>
      <p:sp>
        <p:nvSpPr>
          <p:cNvPr id="30" name="Text 28"/>
          <p:cNvSpPr/>
          <p:nvPr/>
        </p:nvSpPr>
        <p:spPr>
          <a:xfrm>
            <a:off x="6473952" y="4133088"/>
            <a:ext cx="3383280" cy="219456"/>
          </a:xfrm>
          <a:prstGeom prst="rect">
            <a:avLst/>
          </a:prstGeom>
          <a:noFill/>
          <a:ln/>
        </p:spPr>
        <p:txBody>
          <a:bodyPr wrap="square" lIns="0" tIns="0" rIns="0" bIns="0" rtlCol="0" anchor="ctr"/>
          <a:lstStyle/>
          <a:p>
            <a:pPr marL="0" indent="0">
              <a:buNone/>
            </a:pPr>
            <a:r>
              <a:rPr lang="en-US" sz="1220" b="1">
                <a:solidFill>
                  <a:srgbClr val="4F7F32"/>
                </a:solidFill>
              </a:rPr>
              <a:t>Business Unit consumption pattern</a:t>
            </a:r>
            <a:endParaRPr lang="en-US" sz="1220"/>
          </a:p>
        </p:txBody>
      </p:sp>
      <p:sp>
        <p:nvSpPr>
          <p:cNvPr id="31" name="Text 29"/>
          <p:cNvSpPr/>
          <p:nvPr/>
        </p:nvSpPr>
        <p:spPr>
          <a:xfrm>
            <a:off x="6473952" y="4498848"/>
            <a:ext cx="4663440" cy="502920"/>
          </a:xfrm>
          <a:prstGeom prst="rect">
            <a:avLst/>
          </a:prstGeom>
          <a:noFill/>
          <a:ln/>
        </p:spPr>
        <p:txBody>
          <a:bodyPr wrap="square" lIns="0" tIns="0" rIns="0" bIns="0" rtlCol="0" anchor="ctr">
            <a:normAutofit/>
          </a:bodyPr>
          <a:lstStyle/>
          <a:p>
            <a:pPr marL="0" indent="0">
              <a:buNone/>
            </a:pPr>
            <a:r>
              <a:rPr lang="en-US" sz="890">
                <a:solidFill>
                  <a:srgbClr val="262626"/>
                </a:solidFill>
              </a:rPr>
              <a:t>• Shared DE is visible to authorised child BUs</a:t>
            </a:r>
            <a:endParaRPr lang="en-US" sz="890"/>
          </a:p>
          <a:p>
            <a:pPr marL="0" indent="0">
              <a:buNone/>
            </a:pPr>
            <a:r>
              <a:rPr lang="en-US" sz="890">
                <a:solidFill>
                  <a:srgbClr val="262626"/>
                </a:solidFill>
              </a:rPr>
              <a:t>• BU journeys/sends use the DE as the audience source</a:t>
            </a:r>
            <a:endParaRPr lang="en-US" sz="890"/>
          </a:p>
          <a:p>
            <a:pPr marL="0" indent="0">
              <a:buNone/>
            </a:pPr>
            <a:r>
              <a:rPr lang="en-US" sz="890">
                <a:solidFill>
                  <a:srgbClr val="262626"/>
                </a:solidFill>
              </a:rPr>
              <a:t>• BU teams do not rebuild the segment logic locally</a:t>
            </a:r>
            <a:endParaRPr lang="en-US" sz="890"/>
          </a:p>
        </p:txBody>
      </p:sp>
      <p:sp>
        <p:nvSpPr>
          <p:cNvPr id="32" name="Shape 30"/>
          <p:cNvSpPr/>
          <p:nvPr/>
        </p:nvSpPr>
        <p:spPr>
          <a:xfrm>
            <a:off x="777240" y="5660136"/>
            <a:ext cx="10561320" cy="457200"/>
          </a:xfrm>
          <a:prstGeom prst="roundRect">
            <a:avLst>
              <a:gd name="adj" fmla="val 14000"/>
            </a:avLst>
          </a:prstGeom>
          <a:solidFill>
            <a:srgbClr val="FFF2CC"/>
          </a:solidFill>
          <a:ln w="12700">
            <a:solidFill>
              <a:srgbClr val="F4B183"/>
            </a:solidFill>
            <a:prstDash val="solid"/>
          </a:ln>
        </p:spPr>
        <p:txBody>
          <a:bodyPr/>
          <a:lstStyle/>
          <a:p>
            <a:endParaRPr lang="en-US"/>
          </a:p>
        </p:txBody>
      </p:sp>
      <p:sp>
        <p:nvSpPr>
          <p:cNvPr id="33" name="Text 31"/>
          <p:cNvSpPr/>
          <p:nvPr/>
        </p:nvSpPr>
        <p:spPr>
          <a:xfrm>
            <a:off x="886968" y="5733288"/>
            <a:ext cx="10341864" cy="310896"/>
          </a:xfrm>
          <a:prstGeom prst="rect">
            <a:avLst/>
          </a:prstGeom>
          <a:noFill/>
          <a:ln/>
        </p:spPr>
        <p:txBody>
          <a:bodyPr wrap="square" lIns="127" tIns="127" rIns="127" bIns="127" rtlCol="0" anchor="ctr">
            <a:normAutofit/>
          </a:bodyPr>
          <a:lstStyle/>
          <a:p>
            <a:pPr marL="0" indent="0">
              <a:buNone/>
            </a:pPr>
            <a:r>
              <a:rPr lang="en-US" sz="930">
                <a:solidFill>
                  <a:srgbClr val="7F6000"/>
                </a:solidFill>
              </a:rPr>
              <a:t>Do not present example DE names or field mappings as final. Use them to show the pattern unless the actual names and mappings are confirmed.</a:t>
            </a:r>
            <a:endParaRPr lang="en-US" sz="93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16365C"/>
          </a:solidFill>
          <a:ln w="12700">
            <a:solidFill>
              <a:srgbClr val="16365C"/>
            </a:solidFill>
            <a:prstDash val="solid"/>
          </a:ln>
        </p:spPr>
        <p:txBody>
          <a:bodyPr/>
          <a:lstStyle/>
          <a:p>
            <a:endParaRPr lang="en-US"/>
          </a:p>
        </p:txBody>
      </p:sp>
      <p:sp>
        <p:nvSpPr>
          <p:cNvPr id="3" name="Text 1"/>
          <p:cNvSpPr/>
          <p:nvPr/>
        </p:nvSpPr>
        <p:spPr>
          <a:xfrm>
            <a:off x="411480" y="100584"/>
            <a:ext cx="8046720" cy="292608"/>
          </a:xfrm>
          <a:prstGeom prst="rect">
            <a:avLst/>
          </a:prstGeom>
          <a:noFill/>
          <a:ln/>
        </p:spPr>
        <p:txBody>
          <a:bodyPr wrap="square" lIns="0" tIns="0" rIns="0" bIns="0" rtlCol="0" anchor="ctr">
            <a:normAutofit/>
          </a:bodyPr>
          <a:lstStyle/>
          <a:p>
            <a:pPr marL="0" indent="0">
              <a:buNone/>
            </a:pPr>
            <a:r>
              <a:rPr lang="en-US" sz="1900" b="1">
                <a:solidFill>
                  <a:srgbClr val="FFFFFF"/>
                </a:solidFill>
                <a:latin typeface="Aptos Display" pitchFamily="34" charset="0"/>
                <a:ea typeface="Aptos Display" pitchFamily="34" charset="-122"/>
                <a:cs typeface="Aptos Display" pitchFamily="34" charset="-120"/>
              </a:rPr>
              <a:t>Data 360 activation: design decisions to validate</a:t>
            </a:r>
            <a:endParaRPr lang="en-US" sz="1900"/>
          </a:p>
        </p:txBody>
      </p:sp>
      <p:sp>
        <p:nvSpPr>
          <p:cNvPr id="4" name="Text 2"/>
          <p:cNvSpPr/>
          <p:nvPr/>
        </p:nvSpPr>
        <p:spPr>
          <a:xfrm>
            <a:off x="8732520" y="146304"/>
            <a:ext cx="3017520" cy="228600"/>
          </a:xfrm>
          <a:prstGeom prst="rect">
            <a:avLst/>
          </a:prstGeom>
          <a:noFill/>
          <a:ln/>
        </p:spPr>
        <p:txBody>
          <a:bodyPr wrap="square" lIns="0" tIns="0" rIns="0" bIns="0" rtlCol="0" anchor="ctr">
            <a:normAutofit/>
          </a:bodyPr>
          <a:lstStyle/>
          <a:p>
            <a:pPr marL="0" indent="0" algn="r">
              <a:buNone/>
            </a:pPr>
            <a:r>
              <a:rPr lang="en-US" sz="950">
                <a:solidFill>
                  <a:srgbClr val="E8F1FA"/>
                </a:solidFill>
              </a:rPr>
              <a:t>Architecture checklist</a:t>
            </a:r>
            <a:endParaRPr lang="en-US" sz="950"/>
          </a:p>
        </p:txBody>
      </p:sp>
      <p:sp>
        <p:nvSpPr>
          <p:cNvPr id="5" name="Text 3"/>
          <p:cNvSpPr/>
          <p:nvPr/>
        </p:nvSpPr>
        <p:spPr>
          <a:xfrm>
            <a:off x="411480" y="6547104"/>
            <a:ext cx="4206240" cy="182880"/>
          </a:xfrm>
          <a:prstGeom prst="rect">
            <a:avLst/>
          </a:prstGeom>
          <a:noFill/>
          <a:ln/>
        </p:spPr>
        <p:txBody>
          <a:bodyPr wrap="square" lIns="0" tIns="0" rIns="0" bIns="0" rtlCol="0" anchor="ctr"/>
          <a:lstStyle/>
          <a:p>
            <a:pPr marL="0" indent="0">
              <a:buNone/>
            </a:pPr>
            <a:r>
              <a:rPr lang="en-US" sz="750">
                <a:solidFill>
                  <a:srgbClr val="7F7F7F"/>
                </a:solidFill>
              </a:rPr>
              <a:t>Data 360 integration example • Slide 4</a:t>
            </a:r>
            <a:endParaRPr lang="en-US" sz="750"/>
          </a:p>
        </p:txBody>
      </p:sp>
      <p:sp>
        <p:nvSpPr>
          <p:cNvPr id="6" name="Text 4"/>
          <p:cNvSpPr/>
          <p:nvPr/>
        </p:nvSpPr>
        <p:spPr>
          <a:xfrm>
            <a:off x="502920" y="786384"/>
            <a:ext cx="10698480" cy="347472"/>
          </a:xfrm>
          <a:prstGeom prst="rect">
            <a:avLst/>
          </a:prstGeom>
          <a:noFill/>
          <a:ln/>
        </p:spPr>
        <p:txBody>
          <a:bodyPr wrap="square" lIns="0" tIns="0" rIns="0" bIns="0" rtlCol="0" anchor="ctr">
            <a:normAutofit/>
          </a:bodyPr>
          <a:lstStyle/>
          <a:p>
            <a:pPr marL="0" indent="0">
              <a:buNone/>
            </a:pPr>
            <a:r>
              <a:rPr lang="en-US" sz="1500" b="1">
                <a:solidFill>
                  <a:srgbClr val="16365C"/>
                </a:solidFill>
              </a:rPr>
              <a:t>Use this slide to turn the integration view into the decisions needed before build or sign-off.</a:t>
            </a:r>
            <a:endParaRPr lang="en-US" sz="1500"/>
          </a:p>
        </p:txBody>
      </p:sp>
      <p:sp>
        <p:nvSpPr>
          <p:cNvPr id="7" name="Shape 5"/>
          <p:cNvSpPr/>
          <p:nvPr/>
        </p:nvSpPr>
        <p:spPr>
          <a:xfrm>
            <a:off x="685800" y="1444752"/>
            <a:ext cx="5074920" cy="1508760"/>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8" name="Shape 6"/>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9" name="Text 7"/>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Identity &amp; keys</a:t>
            </a:r>
            <a:endParaRPr lang="en-US" sz="930"/>
          </a:p>
        </p:txBody>
      </p:sp>
      <p:sp>
        <p:nvSpPr>
          <p:cNvPr id="10" name="Text 8"/>
          <p:cNvSpPr/>
          <p:nvPr/>
        </p:nvSpPr>
        <p:spPr>
          <a:xfrm>
            <a:off x="2560320" y="1609344"/>
            <a:ext cx="2971800" cy="987552"/>
          </a:xfrm>
          <a:prstGeom prst="rect">
            <a:avLst/>
          </a:prstGeom>
          <a:noFill/>
          <a:ln/>
        </p:spPr>
        <p:txBody>
          <a:bodyPr wrap="square" lIns="0" tIns="0" rIns="0" bIns="0" rtlCol="0" anchor="ctr">
            <a:normAutofit/>
          </a:bodyPr>
          <a:lstStyle/>
          <a:p>
            <a:pPr marL="0" indent="0">
              <a:buNone/>
            </a:pPr>
            <a:r>
              <a:rPr lang="en-US" sz="910">
                <a:solidFill>
                  <a:srgbClr val="262626"/>
                </a:solidFill>
              </a:rPr>
              <a:t>• Contact / Subscriber Key standard</a:t>
            </a:r>
            <a:endParaRPr lang="en-US" sz="910"/>
          </a:p>
          <a:p>
            <a:pPr marL="0" indent="0">
              <a:buNone/>
            </a:pPr>
            <a:r>
              <a:rPr lang="en-US" sz="910">
                <a:solidFill>
                  <a:srgbClr val="262626"/>
                </a:solidFill>
              </a:rPr>
              <a:t>• Email/contact point selection</a:t>
            </a:r>
            <a:endParaRPr lang="en-US" sz="910"/>
          </a:p>
          <a:p>
            <a:pPr marL="0" indent="0">
              <a:buNone/>
            </a:pPr>
            <a:r>
              <a:rPr lang="en-US" sz="910">
                <a:solidFill>
                  <a:srgbClr val="262626"/>
                </a:solidFill>
              </a:rPr>
              <a:t>• Lead vs Contact handling</a:t>
            </a:r>
            <a:endParaRPr lang="en-US" sz="910"/>
          </a:p>
          <a:p>
            <a:pPr marL="0" indent="0">
              <a:buNone/>
            </a:pPr>
            <a:r>
              <a:rPr lang="en-US" sz="910">
                <a:solidFill>
                  <a:srgbClr val="262626"/>
                </a:solidFill>
              </a:rPr>
              <a:t>• Deduplication expectation</a:t>
            </a:r>
            <a:endParaRPr lang="en-US" sz="910"/>
          </a:p>
        </p:txBody>
      </p:sp>
      <p:sp>
        <p:nvSpPr>
          <p:cNvPr id="11" name="Shape 9"/>
          <p:cNvSpPr/>
          <p:nvPr/>
        </p:nvSpPr>
        <p:spPr>
          <a:xfrm>
            <a:off x="6309360" y="1444752"/>
            <a:ext cx="5074920" cy="1508760"/>
          </a:xfrm>
          <a:prstGeom prst="roundRect">
            <a:avLst>
              <a:gd name="adj" fmla="val 6061"/>
            </a:avLst>
          </a:prstGeom>
          <a:solidFill>
            <a:srgbClr val="FFFFFF"/>
          </a:solidFill>
          <a:ln w="15240">
            <a:solidFill>
              <a:srgbClr val="ED7D31"/>
            </a:solidFill>
            <a:prstDash val="solid"/>
          </a:ln>
        </p:spPr>
        <p:txBody>
          <a:bodyPr/>
          <a:lstStyle/>
          <a:p>
            <a:endParaRPr lang="en-US"/>
          </a:p>
        </p:txBody>
      </p:sp>
      <p:sp>
        <p:nvSpPr>
          <p:cNvPr id="12" name="Shape 10"/>
          <p:cNvSpPr/>
          <p:nvPr/>
        </p:nvSpPr>
        <p:spPr>
          <a:xfrm>
            <a:off x="6455664" y="1581912"/>
            <a:ext cx="1572768" cy="310896"/>
          </a:xfrm>
          <a:prstGeom prst="roundRect">
            <a:avLst>
              <a:gd name="adj" fmla="val 23529"/>
            </a:avLst>
          </a:prstGeom>
          <a:solidFill>
            <a:srgbClr val="ED7D31"/>
          </a:solidFill>
          <a:ln w="12700">
            <a:solidFill>
              <a:srgbClr val="ED7D31"/>
            </a:solidFill>
            <a:prstDash val="solid"/>
          </a:ln>
        </p:spPr>
        <p:txBody>
          <a:bodyPr/>
          <a:lstStyle/>
          <a:p>
            <a:endParaRPr lang="en-US"/>
          </a:p>
        </p:txBody>
      </p:sp>
      <p:sp>
        <p:nvSpPr>
          <p:cNvPr id="13" name="Text 11"/>
          <p:cNvSpPr/>
          <p:nvPr/>
        </p:nvSpPr>
        <p:spPr>
          <a:xfrm>
            <a:off x="652881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Activation design</a:t>
            </a:r>
            <a:endParaRPr lang="en-US" sz="930"/>
          </a:p>
        </p:txBody>
      </p:sp>
      <p:sp>
        <p:nvSpPr>
          <p:cNvPr id="14" name="Text 12"/>
          <p:cNvSpPr/>
          <p:nvPr/>
        </p:nvSpPr>
        <p:spPr>
          <a:xfrm>
            <a:off x="8183880" y="1609344"/>
            <a:ext cx="2971800" cy="987552"/>
          </a:xfrm>
          <a:prstGeom prst="rect">
            <a:avLst/>
          </a:prstGeom>
          <a:noFill/>
          <a:ln/>
        </p:spPr>
        <p:txBody>
          <a:bodyPr wrap="square" lIns="0" tIns="0" rIns="0" bIns="0" rtlCol="0" anchor="ctr">
            <a:normAutofit/>
          </a:bodyPr>
          <a:lstStyle/>
          <a:p>
            <a:pPr marL="0" indent="0">
              <a:buNone/>
            </a:pPr>
            <a:r>
              <a:rPr lang="en-US" sz="910">
                <a:solidFill>
                  <a:srgbClr val="262626"/>
                </a:solidFill>
              </a:rPr>
              <a:t>• Activation destination</a:t>
            </a:r>
            <a:endParaRPr lang="en-US" sz="910"/>
          </a:p>
          <a:p>
            <a:pPr marL="0" indent="0">
              <a:buNone/>
            </a:pPr>
            <a:r>
              <a:rPr lang="en-US" sz="910">
                <a:solidFill>
                  <a:srgbClr val="262626"/>
                </a:solidFill>
              </a:rPr>
              <a:t>• Activation schedule</a:t>
            </a:r>
            <a:endParaRPr lang="en-US" sz="910"/>
          </a:p>
          <a:p>
            <a:pPr marL="0" indent="0">
              <a:buNone/>
            </a:pPr>
            <a:r>
              <a:rPr lang="en-US" sz="910">
                <a:solidFill>
                  <a:srgbClr val="262626"/>
                </a:solidFill>
              </a:rPr>
              <a:t>• Full refresh vs incremental behaviour</a:t>
            </a:r>
            <a:endParaRPr lang="en-US" sz="910"/>
          </a:p>
          <a:p>
            <a:pPr marL="0" indent="0">
              <a:buNone/>
            </a:pPr>
            <a:r>
              <a:rPr lang="en-US" sz="910">
                <a:solidFill>
                  <a:srgbClr val="262626"/>
                </a:solidFill>
              </a:rPr>
              <a:t>• Required attributes only</a:t>
            </a:r>
            <a:endParaRPr lang="en-US" sz="910"/>
          </a:p>
        </p:txBody>
      </p:sp>
      <p:sp>
        <p:nvSpPr>
          <p:cNvPr id="15" name="Shape 13"/>
          <p:cNvSpPr/>
          <p:nvPr/>
        </p:nvSpPr>
        <p:spPr>
          <a:xfrm>
            <a:off x="685800" y="3703320"/>
            <a:ext cx="5074920" cy="1508760"/>
          </a:xfrm>
          <a:prstGeom prst="roundRect">
            <a:avLst>
              <a:gd name="adj" fmla="val 6061"/>
            </a:avLst>
          </a:prstGeom>
          <a:solidFill>
            <a:srgbClr val="FFFFFF"/>
          </a:solidFill>
          <a:ln w="15240">
            <a:solidFill>
              <a:srgbClr val="70AD47"/>
            </a:solidFill>
            <a:prstDash val="solid"/>
          </a:ln>
        </p:spPr>
        <p:txBody>
          <a:bodyPr/>
          <a:lstStyle/>
          <a:p>
            <a:endParaRPr lang="en-US"/>
          </a:p>
        </p:txBody>
      </p:sp>
      <p:sp>
        <p:nvSpPr>
          <p:cNvPr id="16" name="Shape 14"/>
          <p:cNvSpPr/>
          <p:nvPr/>
        </p:nvSpPr>
        <p:spPr>
          <a:xfrm>
            <a:off x="832104" y="3840480"/>
            <a:ext cx="1572768" cy="310896"/>
          </a:xfrm>
          <a:prstGeom prst="roundRect">
            <a:avLst>
              <a:gd name="adj" fmla="val 23529"/>
            </a:avLst>
          </a:prstGeom>
          <a:solidFill>
            <a:srgbClr val="70AD47"/>
          </a:solidFill>
          <a:ln w="12700">
            <a:solidFill>
              <a:srgbClr val="70AD47"/>
            </a:solidFill>
            <a:prstDash val="solid"/>
          </a:ln>
        </p:spPr>
        <p:txBody>
          <a:bodyPr/>
          <a:lstStyle/>
          <a:p>
            <a:endParaRPr lang="en-US"/>
          </a:p>
        </p:txBody>
      </p:sp>
      <p:sp>
        <p:nvSpPr>
          <p:cNvPr id="17" name="Text 15"/>
          <p:cNvSpPr/>
          <p:nvPr/>
        </p:nvSpPr>
        <p:spPr>
          <a:xfrm>
            <a:off x="905256" y="3895344"/>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Shared DE design</a:t>
            </a:r>
            <a:endParaRPr lang="en-US" sz="930"/>
          </a:p>
        </p:txBody>
      </p:sp>
      <p:sp>
        <p:nvSpPr>
          <p:cNvPr id="18" name="Text 16"/>
          <p:cNvSpPr/>
          <p:nvPr/>
        </p:nvSpPr>
        <p:spPr>
          <a:xfrm>
            <a:off x="2560320" y="3867912"/>
            <a:ext cx="2971800" cy="987552"/>
          </a:xfrm>
          <a:prstGeom prst="rect">
            <a:avLst/>
          </a:prstGeom>
          <a:noFill/>
          <a:ln/>
        </p:spPr>
        <p:txBody>
          <a:bodyPr wrap="square" lIns="0" tIns="0" rIns="0" bIns="0" rtlCol="0" anchor="ctr">
            <a:normAutofit/>
          </a:bodyPr>
          <a:lstStyle/>
          <a:p>
            <a:pPr marL="0" indent="0">
              <a:buNone/>
            </a:pPr>
            <a:r>
              <a:rPr lang="en-US" sz="910">
                <a:solidFill>
                  <a:srgbClr val="262626"/>
                </a:solidFill>
              </a:rPr>
              <a:t>• Folder and naming convention</a:t>
            </a:r>
            <a:endParaRPr lang="en-US" sz="910"/>
          </a:p>
          <a:p>
            <a:pPr marL="0" indent="0">
              <a:buNone/>
            </a:pPr>
            <a:r>
              <a:rPr lang="en-US" sz="910">
                <a:solidFill>
                  <a:srgbClr val="262626"/>
                </a:solidFill>
              </a:rPr>
              <a:t>• Primary keys</a:t>
            </a:r>
            <a:endParaRPr lang="en-US" sz="910"/>
          </a:p>
          <a:p>
            <a:pPr marL="0" indent="0">
              <a:buNone/>
            </a:pPr>
            <a:r>
              <a:rPr lang="en-US" sz="910">
                <a:solidFill>
                  <a:srgbClr val="262626"/>
                </a:solidFill>
              </a:rPr>
              <a:t>• Retention / archive approach</a:t>
            </a:r>
            <a:endParaRPr lang="en-US" sz="910"/>
          </a:p>
          <a:p>
            <a:pPr marL="0" indent="0">
              <a:buNone/>
            </a:pPr>
            <a:r>
              <a:rPr lang="en-US" sz="910">
                <a:solidFill>
                  <a:srgbClr val="262626"/>
                </a:solidFill>
              </a:rPr>
              <a:t>• BU visibility model</a:t>
            </a:r>
            <a:endParaRPr lang="en-US" sz="910"/>
          </a:p>
        </p:txBody>
      </p:sp>
      <p:sp>
        <p:nvSpPr>
          <p:cNvPr id="19" name="Shape 17"/>
          <p:cNvSpPr/>
          <p:nvPr/>
        </p:nvSpPr>
        <p:spPr>
          <a:xfrm>
            <a:off x="6309360" y="3703320"/>
            <a:ext cx="5074920" cy="1508760"/>
          </a:xfrm>
          <a:prstGeom prst="roundRect">
            <a:avLst>
              <a:gd name="adj" fmla="val 6061"/>
            </a:avLst>
          </a:prstGeom>
          <a:solidFill>
            <a:srgbClr val="FFFFFF"/>
          </a:solidFill>
          <a:ln w="15240">
            <a:solidFill>
              <a:srgbClr val="8064A2"/>
            </a:solidFill>
            <a:prstDash val="solid"/>
          </a:ln>
        </p:spPr>
        <p:txBody>
          <a:bodyPr/>
          <a:lstStyle/>
          <a:p>
            <a:endParaRPr lang="en-US"/>
          </a:p>
        </p:txBody>
      </p:sp>
      <p:sp>
        <p:nvSpPr>
          <p:cNvPr id="20" name="Shape 18"/>
          <p:cNvSpPr/>
          <p:nvPr/>
        </p:nvSpPr>
        <p:spPr>
          <a:xfrm>
            <a:off x="6455664" y="3840480"/>
            <a:ext cx="1572768" cy="310896"/>
          </a:xfrm>
          <a:prstGeom prst="roundRect">
            <a:avLst>
              <a:gd name="adj" fmla="val 23529"/>
            </a:avLst>
          </a:prstGeom>
          <a:solidFill>
            <a:srgbClr val="8064A2"/>
          </a:solidFill>
          <a:ln w="12700">
            <a:solidFill>
              <a:srgbClr val="8064A2"/>
            </a:solidFill>
            <a:prstDash val="solid"/>
          </a:ln>
        </p:spPr>
        <p:txBody>
          <a:bodyPr/>
          <a:lstStyle/>
          <a:p>
            <a:endParaRPr lang="en-US"/>
          </a:p>
        </p:txBody>
      </p:sp>
      <p:sp>
        <p:nvSpPr>
          <p:cNvPr id="21" name="Text 19"/>
          <p:cNvSpPr/>
          <p:nvPr/>
        </p:nvSpPr>
        <p:spPr>
          <a:xfrm>
            <a:off x="6528816" y="3895344"/>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Operations</a:t>
            </a:r>
            <a:endParaRPr lang="en-US" sz="930"/>
          </a:p>
        </p:txBody>
      </p:sp>
      <p:sp>
        <p:nvSpPr>
          <p:cNvPr id="22" name="Text 20"/>
          <p:cNvSpPr/>
          <p:nvPr/>
        </p:nvSpPr>
        <p:spPr>
          <a:xfrm>
            <a:off x="8183880" y="3867912"/>
            <a:ext cx="2971800" cy="987552"/>
          </a:xfrm>
          <a:prstGeom prst="rect">
            <a:avLst/>
          </a:prstGeom>
          <a:noFill/>
          <a:ln/>
        </p:spPr>
        <p:txBody>
          <a:bodyPr wrap="square" lIns="0" tIns="0" rIns="0" bIns="0" rtlCol="0" anchor="ctr">
            <a:normAutofit/>
          </a:bodyPr>
          <a:lstStyle/>
          <a:p>
            <a:pPr marL="0" indent="0">
              <a:buNone/>
            </a:pPr>
            <a:r>
              <a:rPr lang="en-US" sz="910">
                <a:solidFill>
                  <a:srgbClr val="262626"/>
                </a:solidFill>
              </a:rPr>
              <a:t>• Monitoring and failure alerts</a:t>
            </a:r>
            <a:endParaRPr lang="en-US" sz="910"/>
          </a:p>
          <a:p>
            <a:pPr marL="0" indent="0">
              <a:buNone/>
            </a:pPr>
            <a:r>
              <a:rPr lang="en-US" sz="910">
                <a:solidFill>
                  <a:srgbClr val="262626"/>
                </a:solidFill>
              </a:rPr>
              <a:t>• Record-count reconciliation</a:t>
            </a:r>
            <a:endParaRPr lang="en-US" sz="910"/>
          </a:p>
          <a:p>
            <a:pPr marL="0" indent="0">
              <a:buNone/>
            </a:pPr>
            <a:r>
              <a:rPr lang="en-US" sz="910">
                <a:solidFill>
                  <a:srgbClr val="262626"/>
                </a:solidFill>
              </a:rPr>
              <a:t>• Owner for each segment</a:t>
            </a:r>
            <a:endParaRPr lang="en-US" sz="910"/>
          </a:p>
          <a:p>
            <a:pPr marL="0" indent="0">
              <a:buNone/>
            </a:pPr>
            <a:r>
              <a:rPr lang="en-US" sz="910">
                <a:solidFill>
                  <a:srgbClr val="262626"/>
                </a:solidFill>
              </a:rPr>
              <a:t>• Issue triage route</a:t>
            </a:r>
            <a:endParaRPr lang="en-US" sz="910"/>
          </a:p>
        </p:txBody>
      </p:sp>
      <p:sp>
        <p:nvSpPr>
          <p:cNvPr id="23" name="Shape 21"/>
          <p:cNvSpPr/>
          <p:nvPr/>
        </p:nvSpPr>
        <p:spPr>
          <a:xfrm>
            <a:off x="2788920" y="3154680"/>
            <a:ext cx="6629400" cy="384048"/>
          </a:xfrm>
          <a:prstGeom prst="roundRect">
            <a:avLst>
              <a:gd name="adj" fmla="val 19048"/>
            </a:avLst>
          </a:prstGeom>
          <a:solidFill>
            <a:srgbClr val="16365C"/>
          </a:solidFill>
          <a:ln w="12700">
            <a:solidFill>
              <a:srgbClr val="16365C"/>
            </a:solidFill>
            <a:prstDash val="solid"/>
          </a:ln>
        </p:spPr>
        <p:txBody>
          <a:bodyPr/>
          <a:lstStyle/>
          <a:p>
            <a:endParaRPr lang="en-US"/>
          </a:p>
        </p:txBody>
      </p:sp>
      <p:sp>
        <p:nvSpPr>
          <p:cNvPr id="24" name="Text 22"/>
          <p:cNvSpPr/>
          <p:nvPr/>
        </p:nvSpPr>
        <p:spPr>
          <a:xfrm>
            <a:off x="2962656" y="3264408"/>
            <a:ext cx="6291072" cy="164592"/>
          </a:xfrm>
          <a:prstGeom prst="rect">
            <a:avLst/>
          </a:prstGeom>
          <a:noFill/>
          <a:ln/>
        </p:spPr>
        <p:txBody>
          <a:bodyPr wrap="square" lIns="0" tIns="0" rIns="0" bIns="0" rtlCol="0" anchor="ctr">
            <a:normAutofit fontScale="85000" lnSpcReduction="10000"/>
          </a:bodyPr>
          <a:lstStyle/>
          <a:p>
            <a:pPr marL="0" indent="0">
              <a:buNone/>
            </a:pPr>
            <a:r>
              <a:rPr lang="en-US" sz="940" b="1">
                <a:solidFill>
                  <a:srgbClr val="FFFFFF"/>
                </a:solidFill>
              </a:rPr>
              <a:t>Core principle: Data 360 owns segment logic; SFMC Shared DEs provide the reusable audience output for campaign execution.</a:t>
            </a:r>
            <a:endParaRPr lang="en-US" sz="940"/>
          </a:p>
        </p:txBody>
      </p:sp>
      <p:sp>
        <p:nvSpPr>
          <p:cNvPr id="25" name="Shape 23"/>
          <p:cNvSpPr/>
          <p:nvPr/>
        </p:nvSpPr>
        <p:spPr>
          <a:xfrm>
            <a:off x="749808" y="5650992"/>
            <a:ext cx="10698480" cy="484632"/>
          </a:xfrm>
          <a:prstGeom prst="roundRect">
            <a:avLst>
              <a:gd name="adj" fmla="val 13208"/>
            </a:avLst>
          </a:prstGeom>
          <a:solidFill>
            <a:srgbClr val="FFF2CC"/>
          </a:solidFill>
          <a:ln w="12700">
            <a:solidFill>
              <a:srgbClr val="F4B183"/>
            </a:solidFill>
            <a:prstDash val="solid"/>
          </a:ln>
        </p:spPr>
        <p:txBody>
          <a:bodyPr/>
          <a:lstStyle/>
          <a:p>
            <a:endParaRPr lang="en-US"/>
          </a:p>
        </p:txBody>
      </p:sp>
      <p:sp>
        <p:nvSpPr>
          <p:cNvPr id="26" name="Text 24"/>
          <p:cNvSpPr/>
          <p:nvPr/>
        </p:nvSpPr>
        <p:spPr>
          <a:xfrm>
            <a:off x="859536" y="5724144"/>
            <a:ext cx="10479024" cy="338328"/>
          </a:xfrm>
          <a:prstGeom prst="rect">
            <a:avLst/>
          </a:prstGeom>
          <a:noFill/>
          <a:ln/>
        </p:spPr>
        <p:txBody>
          <a:bodyPr wrap="square" lIns="127" tIns="127" rIns="127" bIns="127" rtlCol="0" anchor="ctr">
            <a:normAutofit/>
          </a:bodyPr>
          <a:lstStyle/>
          <a:p>
            <a:pPr marL="0" indent="0">
              <a:buNone/>
            </a:pPr>
            <a:r>
              <a:rPr lang="en-US" sz="930">
                <a:solidFill>
                  <a:srgbClr val="7F6000"/>
                </a:solidFill>
              </a:rPr>
              <a:t>Explicitly separate this from consent/preference architecture. This topic can show where eligibility attributes are consumed, but not define the consent model.</a:t>
            </a:r>
            <a:endParaRPr lang="en-US" sz="93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38F7-116C-AF1D-AD20-6461C23B19B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3D63D5D-1D1F-68B5-98E8-EEE49AE73F3E}"/>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E28DA0D5-96D9-9282-389B-2C4F856875A5}"/>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CE7A0427-D676-66D4-B545-6E268D0DDC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32F01D1A-52B5-B300-E28D-93FE4243D154}"/>
              </a:ext>
            </a:extLst>
          </p:cNvPr>
          <p:cNvSpPr>
            <a:spLocks noGrp="1"/>
          </p:cNvSpPr>
          <p:nvPr>
            <p:ph type="body" sz="quarter" idx="12"/>
          </p:nvPr>
        </p:nvSpPr>
        <p:spPr>
          <a:xfrm>
            <a:off x="1289860" y="3031327"/>
            <a:ext cx="6581295" cy="812530"/>
          </a:xfrm>
        </p:spPr>
        <p:txBody>
          <a:bodyPr anchor="ctr"/>
          <a:lstStyle/>
          <a:p>
            <a:r>
              <a:rPr lang="en-US"/>
              <a:t>Consent </a:t>
            </a:r>
            <a:r>
              <a:rPr lang="en-US" err="1"/>
              <a:t>Managment</a:t>
            </a:r>
            <a:endParaRPr lang="en-US"/>
          </a:p>
        </p:txBody>
      </p:sp>
    </p:spTree>
    <p:extLst>
      <p:ext uri="{BB962C8B-B14F-4D97-AF65-F5344CB8AC3E}">
        <p14:creationId xmlns:p14="http://schemas.microsoft.com/office/powerpoint/2010/main" val="22266818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24AA-307D-A5AB-652D-5A2CB554636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DD7C8BA-473D-3FC7-32CB-70E3825BAB3B}"/>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73CDD490-31F1-F029-9074-B7E1BE16DB3A}"/>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6" name="TextBox 5">
            <a:extLst>
              <a:ext uri="{FF2B5EF4-FFF2-40B4-BE49-F238E27FC236}">
                <a16:creationId xmlns:a16="http://schemas.microsoft.com/office/drawing/2014/main" id="{D315C743-F289-492F-5E27-A40047789F47}"/>
              </a:ext>
            </a:extLst>
          </p:cNvPr>
          <p:cNvSpPr txBox="1"/>
          <p:nvPr/>
        </p:nvSpPr>
        <p:spPr>
          <a:xfrm>
            <a:off x="775514" y="1127875"/>
            <a:ext cx="6185000" cy="2092881"/>
          </a:xfrm>
          <a:prstGeom prst="rect">
            <a:avLst/>
          </a:prstGeom>
          <a:noFill/>
        </p:spPr>
        <p:txBody>
          <a:bodyPr wrap="square">
            <a:spAutoFit/>
          </a:bodyPr>
          <a:lstStyle/>
          <a:p>
            <a:r>
              <a:rPr lang="en-US" sz="1000"/>
              <a:t>Technical controls</a:t>
            </a:r>
          </a:p>
          <a:p>
            <a:endParaRPr lang="en-US" sz="1000"/>
          </a:p>
          <a:p>
            <a:r>
              <a:rPr lang="en-US" sz="1000"/>
              <a:t>API access</a:t>
            </a:r>
          </a:p>
          <a:p>
            <a:endParaRPr lang="en-US" sz="1000"/>
          </a:p>
          <a:p>
            <a:r>
              <a:rPr lang="en-US" sz="1000"/>
              <a:t>SFTP</a:t>
            </a:r>
          </a:p>
          <a:p>
            <a:endParaRPr lang="en-US" sz="1000"/>
          </a:p>
          <a:p>
            <a:r>
              <a:rPr lang="en-US" sz="1000"/>
              <a:t>encryption mechanisms where applicable</a:t>
            </a:r>
          </a:p>
          <a:p>
            <a:endParaRPr lang="en-US" sz="1000"/>
          </a:p>
          <a:p>
            <a:r>
              <a:rPr lang="en-US" sz="1000"/>
              <a:t>platform auditability</a:t>
            </a:r>
          </a:p>
          <a:p>
            <a:endParaRPr lang="en-US" sz="1000"/>
          </a:p>
          <a:p>
            <a:r>
              <a:rPr lang="en-US" sz="1000"/>
              <a:t>retention principles</a:t>
            </a:r>
          </a:p>
          <a:p>
            <a:endParaRPr lang="en-US" sz="1000"/>
          </a:p>
          <a:p>
            <a:r>
              <a:rPr lang="en-US" sz="1000"/>
              <a:t>operational access controls</a:t>
            </a:r>
          </a:p>
        </p:txBody>
      </p:sp>
    </p:spTree>
    <p:extLst>
      <p:ext uri="{BB962C8B-B14F-4D97-AF65-F5344CB8AC3E}">
        <p14:creationId xmlns:p14="http://schemas.microsoft.com/office/powerpoint/2010/main" val="2040773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DD631-5FBF-557C-81FE-ECC2B447561A}"/>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AEA122C5-E142-0A31-2F26-CEBEC4677F33}"/>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87F34010-4311-E807-B155-54D53E7C89DE}"/>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5B1CE70C-A39B-58A4-E43D-844403A22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5DC72D55-9B46-B15B-E47B-B3F3C6E42F0A}"/>
              </a:ext>
            </a:extLst>
          </p:cNvPr>
          <p:cNvSpPr>
            <a:spLocks noGrp="1"/>
          </p:cNvSpPr>
          <p:nvPr>
            <p:ph type="body" sz="quarter" idx="12"/>
          </p:nvPr>
        </p:nvSpPr>
        <p:spPr>
          <a:xfrm>
            <a:off x="1289860" y="3031327"/>
            <a:ext cx="6581295" cy="812530"/>
          </a:xfrm>
        </p:spPr>
        <p:txBody>
          <a:bodyPr anchor="ctr"/>
          <a:lstStyle/>
          <a:p>
            <a:r>
              <a:rPr lang="en-US"/>
              <a:t>Contact Deletion</a:t>
            </a:r>
          </a:p>
        </p:txBody>
      </p:sp>
    </p:spTree>
    <p:extLst>
      <p:ext uri="{BB962C8B-B14F-4D97-AF65-F5344CB8AC3E}">
        <p14:creationId xmlns:p14="http://schemas.microsoft.com/office/powerpoint/2010/main" val="4810572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BB986-F5D5-5901-A0B3-FC013DB86E1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FCDF969-7CD8-D4E7-8505-1501C9254050}"/>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C4E967D9-BBF1-04CF-BC54-26AD8F46722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6" name="TextBox 5">
            <a:extLst>
              <a:ext uri="{FF2B5EF4-FFF2-40B4-BE49-F238E27FC236}">
                <a16:creationId xmlns:a16="http://schemas.microsoft.com/office/drawing/2014/main" id="{9F9C68DD-3EDC-2D5E-68A5-0CADBC3ED2DC}"/>
              </a:ext>
            </a:extLst>
          </p:cNvPr>
          <p:cNvSpPr txBox="1"/>
          <p:nvPr/>
        </p:nvSpPr>
        <p:spPr>
          <a:xfrm>
            <a:off x="775514" y="1127875"/>
            <a:ext cx="6185000" cy="2092881"/>
          </a:xfrm>
          <a:prstGeom prst="rect">
            <a:avLst/>
          </a:prstGeom>
          <a:noFill/>
        </p:spPr>
        <p:txBody>
          <a:bodyPr wrap="square">
            <a:spAutoFit/>
          </a:bodyPr>
          <a:lstStyle/>
          <a:p>
            <a:r>
              <a:rPr lang="en-US" sz="1000"/>
              <a:t>Technical controls</a:t>
            </a:r>
          </a:p>
          <a:p>
            <a:endParaRPr lang="en-US" sz="1000"/>
          </a:p>
          <a:p>
            <a:r>
              <a:rPr lang="en-US" sz="1000"/>
              <a:t>API access</a:t>
            </a:r>
          </a:p>
          <a:p>
            <a:endParaRPr lang="en-US" sz="1000"/>
          </a:p>
          <a:p>
            <a:r>
              <a:rPr lang="en-US" sz="1000"/>
              <a:t>SFTP</a:t>
            </a:r>
          </a:p>
          <a:p>
            <a:endParaRPr lang="en-US" sz="1000"/>
          </a:p>
          <a:p>
            <a:r>
              <a:rPr lang="en-US" sz="1000"/>
              <a:t>encryption mechanisms where applicable</a:t>
            </a:r>
          </a:p>
          <a:p>
            <a:endParaRPr lang="en-US" sz="1000"/>
          </a:p>
          <a:p>
            <a:r>
              <a:rPr lang="en-US" sz="1000"/>
              <a:t>platform auditability</a:t>
            </a:r>
          </a:p>
          <a:p>
            <a:endParaRPr lang="en-US" sz="1000"/>
          </a:p>
          <a:p>
            <a:r>
              <a:rPr lang="en-US" sz="1000"/>
              <a:t>retention principles</a:t>
            </a:r>
          </a:p>
          <a:p>
            <a:endParaRPr lang="en-US" sz="1000"/>
          </a:p>
          <a:p>
            <a:r>
              <a:rPr lang="en-US" sz="1000"/>
              <a:t>operational access controls</a:t>
            </a:r>
          </a:p>
        </p:txBody>
      </p:sp>
    </p:spTree>
    <p:extLst>
      <p:ext uri="{BB962C8B-B14F-4D97-AF65-F5344CB8AC3E}">
        <p14:creationId xmlns:p14="http://schemas.microsoft.com/office/powerpoint/2010/main" val="3152030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544D5-AFD8-3D75-A2AC-1DF78B180294}"/>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AF5CCA52-CB68-99CE-63C2-FF5F81EBF53F}"/>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136A5729-0A0D-72E5-3352-08E826E4F99E}"/>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C9B37A9B-064B-A551-5A9C-B3B64313B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CBFF19BD-11D8-53AF-3E4F-32B13920D81B}"/>
              </a:ext>
            </a:extLst>
          </p:cNvPr>
          <p:cNvSpPr>
            <a:spLocks noGrp="1"/>
          </p:cNvSpPr>
          <p:nvPr>
            <p:ph type="body" sz="quarter" idx="12"/>
          </p:nvPr>
        </p:nvSpPr>
        <p:spPr>
          <a:xfrm>
            <a:off x="1289860" y="2625062"/>
            <a:ext cx="6581295" cy="1625060"/>
          </a:xfrm>
        </p:spPr>
        <p:txBody>
          <a:bodyPr anchor="ctr"/>
          <a:lstStyle/>
          <a:p>
            <a:r>
              <a:rPr lang="en-US"/>
              <a:t>Centralized form Processor</a:t>
            </a:r>
          </a:p>
        </p:txBody>
      </p:sp>
    </p:spTree>
    <p:extLst>
      <p:ext uri="{BB962C8B-B14F-4D97-AF65-F5344CB8AC3E}">
        <p14:creationId xmlns:p14="http://schemas.microsoft.com/office/powerpoint/2010/main" val="1702498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E0358-D983-B73B-6C12-38D9C48C561B}"/>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578CFD30-97AD-9917-5086-8D4259CA2FC7}"/>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5D09BAC6-9FE6-78E5-4BED-8B39CACCB803}"/>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6" name="TextBox 5">
            <a:extLst>
              <a:ext uri="{FF2B5EF4-FFF2-40B4-BE49-F238E27FC236}">
                <a16:creationId xmlns:a16="http://schemas.microsoft.com/office/drawing/2014/main" id="{C7D558C2-CD54-CE92-DED6-742A15CB63D3}"/>
              </a:ext>
            </a:extLst>
          </p:cNvPr>
          <p:cNvSpPr txBox="1"/>
          <p:nvPr/>
        </p:nvSpPr>
        <p:spPr>
          <a:xfrm>
            <a:off x="775514" y="1127875"/>
            <a:ext cx="6185000" cy="2092881"/>
          </a:xfrm>
          <a:prstGeom prst="rect">
            <a:avLst/>
          </a:prstGeom>
          <a:noFill/>
        </p:spPr>
        <p:txBody>
          <a:bodyPr wrap="square">
            <a:spAutoFit/>
          </a:bodyPr>
          <a:lstStyle/>
          <a:p>
            <a:r>
              <a:rPr lang="en-US" sz="1000"/>
              <a:t>Technical controls</a:t>
            </a:r>
          </a:p>
          <a:p>
            <a:endParaRPr lang="en-US" sz="1000"/>
          </a:p>
          <a:p>
            <a:r>
              <a:rPr lang="en-US" sz="1000"/>
              <a:t>API access</a:t>
            </a:r>
          </a:p>
          <a:p>
            <a:endParaRPr lang="en-US" sz="1000"/>
          </a:p>
          <a:p>
            <a:r>
              <a:rPr lang="en-US" sz="1000"/>
              <a:t>SFTP</a:t>
            </a:r>
          </a:p>
          <a:p>
            <a:endParaRPr lang="en-US" sz="1000"/>
          </a:p>
          <a:p>
            <a:r>
              <a:rPr lang="en-US" sz="1000"/>
              <a:t>encryption mechanisms where applicable</a:t>
            </a:r>
          </a:p>
          <a:p>
            <a:endParaRPr lang="en-US" sz="1000"/>
          </a:p>
          <a:p>
            <a:r>
              <a:rPr lang="en-US" sz="1000"/>
              <a:t>platform auditability</a:t>
            </a:r>
          </a:p>
          <a:p>
            <a:endParaRPr lang="en-US" sz="1000"/>
          </a:p>
          <a:p>
            <a:r>
              <a:rPr lang="en-US" sz="1000"/>
              <a:t>retention principles</a:t>
            </a:r>
          </a:p>
          <a:p>
            <a:endParaRPr lang="en-US" sz="1000"/>
          </a:p>
          <a:p>
            <a:r>
              <a:rPr lang="en-US" sz="1000"/>
              <a:t>operational access controls</a:t>
            </a:r>
          </a:p>
        </p:txBody>
      </p:sp>
    </p:spTree>
    <p:extLst>
      <p:ext uri="{BB962C8B-B14F-4D97-AF65-F5344CB8AC3E}">
        <p14:creationId xmlns:p14="http://schemas.microsoft.com/office/powerpoint/2010/main" val="12490742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FE8D0-1392-EFA2-5BB1-94BC000F4E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12A3C25-502B-5777-15DD-3B0DE31115FF}"/>
              </a:ext>
            </a:extLst>
          </p:cNvPr>
          <p:cNvSpPr/>
          <p:nvPr/>
        </p:nvSpPr>
        <p:spPr>
          <a:xfrm>
            <a:off x="0" y="0"/>
            <a:ext cx="12191695" cy="502920"/>
          </a:xfrm>
          <a:prstGeom prst="rect">
            <a:avLst/>
          </a:prstGeom>
          <a:solidFill>
            <a:srgbClr val="16365C"/>
          </a:solidFill>
          <a:ln w="12700">
            <a:solidFill>
              <a:srgbClr val="16365C"/>
            </a:solidFill>
            <a:prstDash val="solid"/>
          </a:ln>
        </p:spPr>
        <p:txBody>
          <a:bodyPr/>
          <a:lstStyle/>
          <a:p>
            <a:endParaRPr lang="en-US"/>
          </a:p>
        </p:txBody>
      </p:sp>
      <p:sp>
        <p:nvSpPr>
          <p:cNvPr id="3" name="Text 1">
            <a:extLst>
              <a:ext uri="{FF2B5EF4-FFF2-40B4-BE49-F238E27FC236}">
                <a16:creationId xmlns:a16="http://schemas.microsoft.com/office/drawing/2014/main" id="{C23C821F-D949-0382-2745-055BD38F1241}"/>
              </a:ext>
            </a:extLst>
          </p:cNvPr>
          <p:cNvSpPr/>
          <p:nvPr/>
        </p:nvSpPr>
        <p:spPr>
          <a:xfrm>
            <a:off x="411480" y="100584"/>
            <a:ext cx="8046720" cy="292608"/>
          </a:xfrm>
          <a:prstGeom prst="rect">
            <a:avLst/>
          </a:prstGeom>
          <a:noFill/>
          <a:ln/>
        </p:spPr>
        <p:txBody>
          <a:bodyPr wrap="square" lIns="0" tIns="0" rIns="0" bIns="0" rtlCol="0" anchor="ctr">
            <a:normAutofit/>
          </a:bodyPr>
          <a:lstStyle/>
          <a:p>
            <a:r>
              <a:rPr lang="en-US" sz="1900" b="1">
                <a:solidFill>
                  <a:srgbClr val="FFFFFF"/>
                </a:solidFill>
                <a:latin typeface="Aptos Display"/>
                <a:ea typeface="Aptos Display" pitchFamily="34" charset="-122"/>
                <a:cs typeface="Aptos Display" pitchFamily="34" charset="-120"/>
              </a:rPr>
              <a:t>Centralized Form Processor: high-level architecture</a:t>
            </a:r>
            <a:endParaRPr lang="en-US" sz="1900">
              <a:latin typeface="Arial"/>
              <a:cs typeface="Arial"/>
            </a:endParaRPr>
          </a:p>
        </p:txBody>
      </p:sp>
      <p:sp>
        <p:nvSpPr>
          <p:cNvPr id="4" name="Text 2">
            <a:extLst>
              <a:ext uri="{FF2B5EF4-FFF2-40B4-BE49-F238E27FC236}">
                <a16:creationId xmlns:a16="http://schemas.microsoft.com/office/drawing/2014/main" id="{A63A68B4-ED4D-4932-61BF-10A30C1B232F}"/>
              </a:ext>
            </a:extLst>
          </p:cNvPr>
          <p:cNvSpPr/>
          <p:nvPr/>
        </p:nvSpPr>
        <p:spPr>
          <a:xfrm>
            <a:off x="8732520" y="146304"/>
            <a:ext cx="3017520" cy="228600"/>
          </a:xfrm>
          <a:prstGeom prst="rect">
            <a:avLst/>
          </a:prstGeom>
          <a:noFill/>
          <a:ln/>
        </p:spPr>
        <p:txBody>
          <a:bodyPr wrap="square" lIns="0" tIns="0" rIns="0" bIns="0" rtlCol="0" anchor="ctr">
            <a:normAutofit/>
          </a:bodyPr>
          <a:lstStyle/>
          <a:p>
            <a:pPr marL="0" indent="0" algn="r">
              <a:buNone/>
            </a:pPr>
            <a:r>
              <a:rPr lang="en-US" sz="950">
                <a:solidFill>
                  <a:srgbClr val="E8F1FA"/>
                </a:solidFill>
              </a:rPr>
              <a:t>Connector → Segment → Activation → Shared DEs</a:t>
            </a:r>
            <a:endParaRPr lang="en-US" sz="950"/>
          </a:p>
        </p:txBody>
      </p:sp>
      <p:sp>
        <p:nvSpPr>
          <p:cNvPr id="5" name="Text 3">
            <a:extLst>
              <a:ext uri="{FF2B5EF4-FFF2-40B4-BE49-F238E27FC236}">
                <a16:creationId xmlns:a16="http://schemas.microsoft.com/office/drawing/2014/main" id="{EEB3ACEA-EF62-381A-F8FB-1E14B04A4A10}"/>
              </a:ext>
            </a:extLst>
          </p:cNvPr>
          <p:cNvSpPr/>
          <p:nvPr/>
        </p:nvSpPr>
        <p:spPr>
          <a:xfrm>
            <a:off x="411480" y="6547104"/>
            <a:ext cx="4206240" cy="182880"/>
          </a:xfrm>
          <a:prstGeom prst="rect">
            <a:avLst/>
          </a:prstGeom>
          <a:noFill/>
          <a:ln/>
        </p:spPr>
        <p:txBody>
          <a:bodyPr wrap="square" lIns="0" tIns="0" rIns="0" bIns="0" rtlCol="0" anchor="ctr"/>
          <a:lstStyle/>
          <a:p>
            <a:pPr marL="0" indent="0">
              <a:buNone/>
            </a:pPr>
            <a:r>
              <a:rPr lang="en-US" sz="750">
                <a:solidFill>
                  <a:srgbClr val="7F7F7F"/>
                </a:solidFill>
              </a:rPr>
              <a:t>Data 360 integration example • Slide 1</a:t>
            </a:r>
            <a:endParaRPr lang="en-US" sz="750"/>
          </a:p>
        </p:txBody>
      </p:sp>
      <p:sp>
        <p:nvSpPr>
          <p:cNvPr id="6" name="Text 4">
            <a:extLst>
              <a:ext uri="{FF2B5EF4-FFF2-40B4-BE49-F238E27FC236}">
                <a16:creationId xmlns:a16="http://schemas.microsoft.com/office/drawing/2014/main" id="{D13671EF-BFEE-486F-5294-E406A8AC9D76}"/>
              </a:ext>
            </a:extLst>
          </p:cNvPr>
          <p:cNvSpPr/>
          <p:nvPr/>
        </p:nvSpPr>
        <p:spPr>
          <a:xfrm>
            <a:off x="502920" y="786384"/>
            <a:ext cx="10789920" cy="475488"/>
          </a:xfrm>
          <a:prstGeom prst="rect">
            <a:avLst/>
          </a:prstGeom>
          <a:noFill/>
          <a:ln/>
        </p:spPr>
        <p:txBody>
          <a:bodyPr wrap="square" lIns="0" tIns="0" rIns="0" bIns="0" rtlCol="0" anchor="ctr">
            <a:normAutofit/>
          </a:bodyPr>
          <a:lstStyle/>
          <a:p>
            <a:r>
              <a:rPr lang="en-US" sz="1500" b="1">
                <a:solidFill>
                  <a:srgbClr val="16365C"/>
                </a:solidFill>
              </a:rPr>
              <a:t>Centralized Form Processor serves as the data processor for SFMC Forms.</a:t>
            </a:r>
            <a:endParaRPr lang="en-US" sz="1500" b="1">
              <a:solidFill>
                <a:srgbClr val="16365C"/>
              </a:solidFill>
              <a:cs typeface="Arial"/>
            </a:endParaRPr>
          </a:p>
        </p:txBody>
      </p:sp>
      <p:sp>
        <p:nvSpPr>
          <p:cNvPr id="7" name="Shape 5">
            <a:extLst>
              <a:ext uri="{FF2B5EF4-FFF2-40B4-BE49-F238E27FC236}">
                <a16:creationId xmlns:a16="http://schemas.microsoft.com/office/drawing/2014/main" id="{A7E9EF83-DB86-A76C-C2B2-8E1549B4EA97}"/>
              </a:ext>
            </a:extLst>
          </p:cNvPr>
          <p:cNvSpPr/>
          <p:nvPr/>
        </p:nvSpPr>
        <p:spPr>
          <a:xfrm>
            <a:off x="2377440" y="2121408"/>
            <a:ext cx="685800" cy="0"/>
          </a:xfrm>
          <a:prstGeom prst="line">
            <a:avLst/>
          </a:prstGeom>
          <a:noFill/>
          <a:ln w="22860">
            <a:solidFill>
              <a:srgbClr val="A6A6A6"/>
            </a:solidFill>
            <a:prstDash val="solid"/>
            <a:headEnd type="none"/>
            <a:tailEnd type="triangle"/>
          </a:ln>
        </p:spPr>
        <p:txBody>
          <a:bodyPr/>
          <a:lstStyle/>
          <a:p>
            <a:endParaRPr lang="en-US"/>
          </a:p>
        </p:txBody>
      </p:sp>
      <p:sp>
        <p:nvSpPr>
          <p:cNvPr id="8" name="Shape 6">
            <a:extLst>
              <a:ext uri="{FF2B5EF4-FFF2-40B4-BE49-F238E27FC236}">
                <a16:creationId xmlns:a16="http://schemas.microsoft.com/office/drawing/2014/main" id="{EB678B2E-69FD-65BE-EF1D-CD20F2E2E09B}"/>
              </a:ext>
            </a:extLst>
          </p:cNvPr>
          <p:cNvSpPr/>
          <p:nvPr/>
        </p:nvSpPr>
        <p:spPr>
          <a:xfrm>
            <a:off x="4901184" y="2121408"/>
            <a:ext cx="713232" cy="0"/>
          </a:xfrm>
          <a:prstGeom prst="line">
            <a:avLst/>
          </a:prstGeom>
          <a:noFill/>
          <a:ln w="22860">
            <a:solidFill>
              <a:srgbClr val="A6A6A6"/>
            </a:solidFill>
            <a:prstDash val="solid"/>
            <a:headEnd type="none"/>
            <a:tailEnd type="triangle"/>
          </a:ln>
        </p:spPr>
        <p:txBody>
          <a:bodyPr/>
          <a:lstStyle/>
          <a:p>
            <a:endParaRPr lang="en-US"/>
          </a:p>
        </p:txBody>
      </p:sp>
      <p:sp>
        <p:nvSpPr>
          <p:cNvPr id="9" name="Shape 7">
            <a:extLst>
              <a:ext uri="{FF2B5EF4-FFF2-40B4-BE49-F238E27FC236}">
                <a16:creationId xmlns:a16="http://schemas.microsoft.com/office/drawing/2014/main" id="{CC0D6EAB-7092-629A-7162-940CE8B6C585}"/>
              </a:ext>
            </a:extLst>
          </p:cNvPr>
          <p:cNvSpPr/>
          <p:nvPr/>
        </p:nvSpPr>
        <p:spPr>
          <a:xfrm>
            <a:off x="7406640" y="2121408"/>
            <a:ext cx="731520" cy="0"/>
          </a:xfrm>
          <a:prstGeom prst="line">
            <a:avLst/>
          </a:prstGeom>
          <a:noFill/>
          <a:ln w="22860">
            <a:solidFill>
              <a:srgbClr val="A6A6A6"/>
            </a:solidFill>
            <a:prstDash val="solid"/>
            <a:headEnd type="none"/>
            <a:tailEnd type="triangle"/>
          </a:ln>
        </p:spPr>
        <p:txBody>
          <a:bodyPr/>
          <a:lstStyle/>
          <a:p>
            <a:endParaRPr lang="en-US"/>
          </a:p>
        </p:txBody>
      </p:sp>
      <p:sp>
        <p:nvSpPr>
          <p:cNvPr id="10" name="Shape 8">
            <a:extLst>
              <a:ext uri="{FF2B5EF4-FFF2-40B4-BE49-F238E27FC236}">
                <a16:creationId xmlns:a16="http://schemas.microsoft.com/office/drawing/2014/main" id="{6AE528B4-094C-1D86-265D-A50F57C1ACD1}"/>
              </a:ext>
            </a:extLst>
          </p:cNvPr>
          <p:cNvSpPr/>
          <p:nvPr/>
        </p:nvSpPr>
        <p:spPr>
          <a:xfrm>
            <a:off x="9948672" y="2121408"/>
            <a:ext cx="658368" cy="0"/>
          </a:xfrm>
          <a:prstGeom prst="line">
            <a:avLst/>
          </a:prstGeom>
          <a:noFill/>
          <a:ln w="22860">
            <a:solidFill>
              <a:srgbClr val="A6A6A6"/>
            </a:solidFill>
            <a:prstDash val="solid"/>
            <a:headEnd type="none"/>
            <a:tailEnd type="triangle"/>
          </a:ln>
        </p:spPr>
        <p:txBody>
          <a:bodyPr/>
          <a:lstStyle/>
          <a:p>
            <a:endParaRPr lang="en-US"/>
          </a:p>
        </p:txBody>
      </p:sp>
      <p:sp>
        <p:nvSpPr>
          <p:cNvPr id="11" name="Shape 9">
            <a:extLst>
              <a:ext uri="{FF2B5EF4-FFF2-40B4-BE49-F238E27FC236}">
                <a16:creationId xmlns:a16="http://schemas.microsoft.com/office/drawing/2014/main" id="{DD53C1F7-ABC6-6326-4902-45026E7DBADD}"/>
              </a:ext>
            </a:extLst>
          </p:cNvPr>
          <p:cNvSpPr/>
          <p:nvPr/>
        </p:nvSpPr>
        <p:spPr>
          <a:xfrm>
            <a:off x="502920" y="1463040"/>
            <a:ext cx="1920240" cy="274320"/>
          </a:xfrm>
          <a:prstGeom prst="rect">
            <a:avLst/>
          </a:prstGeom>
          <a:solidFill>
            <a:srgbClr val="2F75B5"/>
          </a:solidFill>
          <a:ln w="12700">
            <a:solidFill>
              <a:srgbClr val="2F75B5"/>
            </a:solidFill>
            <a:prstDash val="solid"/>
          </a:ln>
        </p:spPr>
        <p:txBody>
          <a:bodyPr/>
          <a:lstStyle/>
          <a:p>
            <a:endParaRPr lang="en-US"/>
          </a:p>
        </p:txBody>
      </p:sp>
      <p:sp>
        <p:nvSpPr>
          <p:cNvPr id="12" name="Text 10">
            <a:extLst>
              <a:ext uri="{FF2B5EF4-FFF2-40B4-BE49-F238E27FC236}">
                <a16:creationId xmlns:a16="http://schemas.microsoft.com/office/drawing/2014/main" id="{590D1D1C-A0B8-5FD1-DA04-C4524993698B}"/>
              </a:ext>
            </a:extLst>
          </p:cNvPr>
          <p:cNvSpPr/>
          <p:nvPr/>
        </p:nvSpPr>
        <p:spPr>
          <a:xfrm>
            <a:off x="576072" y="1527048"/>
            <a:ext cx="1773936" cy="137160"/>
          </a:xfrm>
          <a:prstGeom prst="rect">
            <a:avLst/>
          </a:prstGeom>
          <a:noFill/>
          <a:ln/>
        </p:spPr>
        <p:txBody>
          <a:bodyPr wrap="square" lIns="0" tIns="0" rIns="0" bIns="0" rtlCol="0" anchor="ctr">
            <a:normAutofit/>
          </a:bodyPr>
          <a:lstStyle/>
          <a:p>
            <a:r>
              <a:rPr lang="en-US" sz="850" b="1">
                <a:solidFill>
                  <a:srgbClr val="FFFFFF"/>
                </a:solidFill>
              </a:rPr>
              <a:t>1 </a:t>
            </a:r>
            <a:r>
              <a:rPr lang="en-US" sz="850">
                <a:solidFill>
                  <a:srgbClr val="000000"/>
                </a:solidFill>
              </a:rPr>
              <a:t> </a:t>
            </a:r>
            <a:endParaRPr lang="en-US" sz="850">
              <a:cs typeface="Arial"/>
            </a:endParaRPr>
          </a:p>
        </p:txBody>
      </p:sp>
      <p:sp>
        <p:nvSpPr>
          <p:cNvPr id="13" name="Shape 11">
            <a:extLst>
              <a:ext uri="{FF2B5EF4-FFF2-40B4-BE49-F238E27FC236}">
                <a16:creationId xmlns:a16="http://schemas.microsoft.com/office/drawing/2014/main" id="{FE79EE6E-E8CF-D429-82FA-E0FB45521612}"/>
              </a:ext>
            </a:extLst>
          </p:cNvPr>
          <p:cNvSpPr/>
          <p:nvPr/>
        </p:nvSpPr>
        <p:spPr>
          <a:xfrm>
            <a:off x="502920" y="1783080"/>
            <a:ext cx="1874520" cy="1005840"/>
          </a:xfrm>
          <a:prstGeom prst="roundRect">
            <a:avLst>
              <a:gd name="adj" fmla="val 9091"/>
            </a:avLst>
          </a:prstGeom>
          <a:solidFill>
            <a:srgbClr val="FFFFFF"/>
          </a:solidFill>
          <a:ln w="15240">
            <a:solidFill>
              <a:srgbClr val="2F75B5"/>
            </a:solidFill>
            <a:prstDash val="solid"/>
          </a:ln>
        </p:spPr>
        <p:txBody>
          <a:bodyPr/>
          <a:lstStyle/>
          <a:p>
            <a:endParaRPr lang="en-US"/>
          </a:p>
        </p:txBody>
      </p:sp>
      <p:sp>
        <p:nvSpPr>
          <p:cNvPr id="14" name="Text 12">
            <a:extLst>
              <a:ext uri="{FF2B5EF4-FFF2-40B4-BE49-F238E27FC236}">
                <a16:creationId xmlns:a16="http://schemas.microsoft.com/office/drawing/2014/main" id="{46FDE9D4-BE3F-7B0C-7FC5-272661B01954}"/>
              </a:ext>
            </a:extLst>
          </p:cNvPr>
          <p:cNvSpPr/>
          <p:nvPr/>
        </p:nvSpPr>
        <p:spPr>
          <a:xfrm>
            <a:off x="649224" y="1892808"/>
            <a:ext cx="1581912" cy="265176"/>
          </a:xfrm>
          <a:prstGeom prst="rect">
            <a:avLst/>
          </a:prstGeom>
          <a:noFill/>
          <a:ln/>
        </p:spPr>
        <p:txBody>
          <a:bodyPr wrap="square" lIns="0" tIns="0" rIns="0" bIns="0" rtlCol="0" anchor="ctr">
            <a:normAutofit fontScale="85000" lnSpcReduction="20000"/>
          </a:bodyPr>
          <a:lstStyle/>
          <a:p>
            <a:pPr marL="0" indent="0">
              <a:buNone/>
            </a:pPr>
            <a:r>
              <a:rPr lang="en-US" sz="1220" b="1">
                <a:solidFill>
                  <a:srgbClr val="16365C"/>
                </a:solidFill>
              </a:rPr>
              <a:t>Salesforce &amp; other sources</a:t>
            </a:r>
            <a:endParaRPr lang="en-US" sz="1220"/>
          </a:p>
        </p:txBody>
      </p:sp>
      <p:sp>
        <p:nvSpPr>
          <p:cNvPr id="15" name="Text 13">
            <a:extLst>
              <a:ext uri="{FF2B5EF4-FFF2-40B4-BE49-F238E27FC236}">
                <a16:creationId xmlns:a16="http://schemas.microsoft.com/office/drawing/2014/main" id="{1848507D-75E7-09E5-861B-AB02A2F32EFE}"/>
              </a:ext>
            </a:extLst>
          </p:cNvPr>
          <p:cNvSpPr/>
          <p:nvPr/>
        </p:nvSpPr>
        <p:spPr>
          <a:xfrm>
            <a:off x="649224" y="2286000"/>
            <a:ext cx="1581912" cy="42062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Sales Cloud data</a:t>
            </a:r>
            <a:endParaRPr lang="en-US" sz="890"/>
          </a:p>
          <a:p>
            <a:pPr marL="0" indent="0">
              <a:buNone/>
            </a:pPr>
            <a:r>
              <a:rPr lang="en-US" sz="890">
                <a:solidFill>
                  <a:srgbClr val="262626"/>
                </a:solidFill>
              </a:rPr>
              <a:t>SFMC engagement data</a:t>
            </a:r>
            <a:endParaRPr lang="en-US" sz="890"/>
          </a:p>
          <a:p>
            <a:pPr marL="0" indent="0">
              <a:buNone/>
            </a:pPr>
            <a:r>
              <a:rPr lang="en-US" sz="890">
                <a:solidFill>
                  <a:srgbClr val="262626"/>
                </a:solidFill>
              </a:rPr>
              <a:t>External feeds where confirmed</a:t>
            </a:r>
            <a:endParaRPr lang="en-US" sz="890"/>
          </a:p>
        </p:txBody>
      </p:sp>
      <p:sp>
        <p:nvSpPr>
          <p:cNvPr id="16" name="Shape 14">
            <a:extLst>
              <a:ext uri="{FF2B5EF4-FFF2-40B4-BE49-F238E27FC236}">
                <a16:creationId xmlns:a16="http://schemas.microsoft.com/office/drawing/2014/main" id="{E32E018D-629C-63C3-18B9-BF3C982540AD}"/>
              </a:ext>
            </a:extLst>
          </p:cNvPr>
          <p:cNvSpPr/>
          <p:nvPr/>
        </p:nvSpPr>
        <p:spPr>
          <a:xfrm>
            <a:off x="3063240" y="1463040"/>
            <a:ext cx="1828800" cy="274320"/>
          </a:xfrm>
          <a:prstGeom prst="rect">
            <a:avLst/>
          </a:prstGeom>
          <a:solidFill>
            <a:srgbClr val="70AD47"/>
          </a:solidFill>
          <a:ln w="12700">
            <a:solidFill>
              <a:srgbClr val="70AD47"/>
            </a:solidFill>
            <a:prstDash val="solid"/>
          </a:ln>
        </p:spPr>
        <p:txBody>
          <a:bodyPr/>
          <a:lstStyle/>
          <a:p>
            <a:endParaRPr lang="en-US"/>
          </a:p>
        </p:txBody>
      </p:sp>
      <p:sp>
        <p:nvSpPr>
          <p:cNvPr id="17" name="Text 15">
            <a:extLst>
              <a:ext uri="{FF2B5EF4-FFF2-40B4-BE49-F238E27FC236}">
                <a16:creationId xmlns:a16="http://schemas.microsoft.com/office/drawing/2014/main" id="{FC32CE66-597E-678E-F73A-458DBF7765D1}"/>
              </a:ext>
            </a:extLst>
          </p:cNvPr>
          <p:cNvSpPr/>
          <p:nvPr/>
        </p:nvSpPr>
        <p:spPr>
          <a:xfrm>
            <a:off x="3136392" y="1527048"/>
            <a:ext cx="1682496" cy="137160"/>
          </a:xfrm>
          <a:prstGeom prst="rect">
            <a:avLst/>
          </a:prstGeom>
          <a:noFill/>
          <a:ln/>
        </p:spPr>
        <p:txBody>
          <a:bodyPr wrap="square" lIns="0" tIns="0" rIns="0" bIns="0" rtlCol="0" anchor="ctr">
            <a:normAutofit/>
          </a:bodyPr>
          <a:lstStyle/>
          <a:p>
            <a:r>
              <a:rPr lang="en-US" sz="850" b="1">
                <a:solidFill>
                  <a:srgbClr val="FFFFFF"/>
                </a:solidFill>
                <a:cs typeface="Arial"/>
              </a:rPr>
              <a:t>1</a:t>
            </a:r>
            <a:endParaRPr lang="en-US"/>
          </a:p>
        </p:txBody>
      </p:sp>
      <p:sp>
        <p:nvSpPr>
          <p:cNvPr id="18" name="Shape 16">
            <a:extLst>
              <a:ext uri="{FF2B5EF4-FFF2-40B4-BE49-F238E27FC236}">
                <a16:creationId xmlns:a16="http://schemas.microsoft.com/office/drawing/2014/main" id="{51BEACD5-12C5-7B54-B151-125E595749FB}"/>
              </a:ext>
            </a:extLst>
          </p:cNvPr>
          <p:cNvSpPr/>
          <p:nvPr/>
        </p:nvSpPr>
        <p:spPr>
          <a:xfrm>
            <a:off x="3063240" y="1783080"/>
            <a:ext cx="1828800" cy="1005840"/>
          </a:xfrm>
          <a:prstGeom prst="roundRect">
            <a:avLst>
              <a:gd name="adj" fmla="val 9091"/>
            </a:avLst>
          </a:prstGeom>
          <a:solidFill>
            <a:srgbClr val="EAF4E5"/>
          </a:solidFill>
          <a:ln w="15240">
            <a:solidFill>
              <a:srgbClr val="70AD47"/>
            </a:solidFill>
            <a:prstDash val="solid"/>
          </a:ln>
        </p:spPr>
        <p:txBody>
          <a:bodyPr/>
          <a:lstStyle/>
          <a:p>
            <a:endParaRPr lang="en-US"/>
          </a:p>
        </p:txBody>
      </p:sp>
      <p:sp>
        <p:nvSpPr>
          <p:cNvPr id="19" name="Text 17">
            <a:extLst>
              <a:ext uri="{FF2B5EF4-FFF2-40B4-BE49-F238E27FC236}">
                <a16:creationId xmlns:a16="http://schemas.microsoft.com/office/drawing/2014/main" id="{2561385F-57F2-7946-BE8A-BAB06B0ABA78}"/>
              </a:ext>
            </a:extLst>
          </p:cNvPr>
          <p:cNvSpPr/>
          <p:nvPr/>
        </p:nvSpPr>
        <p:spPr>
          <a:xfrm>
            <a:off x="3209544" y="1892808"/>
            <a:ext cx="1536192" cy="265176"/>
          </a:xfrm>
          <a:prstGeom prst="rect">
            <a:avLst/>
          </a:prstGeom>
          <a:noFill/>
          <a:ln/>
        </p:spPr>
        <p:txBody>
          <a:bodyPr wrap="square" lIns="0" tIns="0" rIns="0" bIns="0" rtlCol="0" anchor="ctr">
            <a:normAutofit/>
          </a:bodyPr>
          <a:lstStyle/>
          <a:p>
            <a:pPr marL="0" indent="0">
              <a:buNone/>
            </a:pPr>
            <a:r>
              <a:rPr lang="en-US" sz="1220" b="1">
                <a:solidFill>
                  <a:srgbClr val="4F7F32"/>
                </a:solidFill>
              </a:rPr>
              <a:t>Data 360 connectors</a:t>
            </a:r>
            <a:endParaRPr lang="en-US" sz="1220"/>
          </a:p>
        </p:txBody>
      </p:sp>
      <p:sp>
        <p:nvSpPr>
          <p:cNvPr id="20" name="Text 18">
            <a:extLst>
              <a:ext uri="{FF2B5EF4-FFF2-40B4-BE49-F238E27FC236}">
                <a16:creationId xmlns:a16="http://schemas.microsoft.com/office/drawing/2014/main" id="{C00B89C6-CFFD-8384-961E-F410D555632B}"/>
              </a:ext>
            </a:extLst>
          </p:cNvPr>
          <p:cNvSpPr/>
          <p:nvPr/>
        </p:nvSpPr>
        <p:spPr>
          <a:xfrm>
            <a:off x="3209544" y="2286000"/>
            <a:ext cx="1536192" cy="42062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Connected sources create/update data streams</a:t>
            </a:r>
            <a:endParaRPr lang="en-US" sz="890"/>
          </a:p>
          <a:p>
            <a:pPr marL="0" indent="0">
              <a:buNone/>
            </a:pPr>
            <a:r>
              <a:rPr lang="en-US" sz="890">
                <a:solidFill>
                  <a:srgbClr val="262626"/>
                </a:solidFill>
              </a:rPr>
              <a:t>Refresh cadence to be validated</a:t>
            </a:r>
            <a:endParaRPr lang="en-US" sz="890"/>
          </a:p>
        </p:txBody>
      </p:sp>
      <p:sp>
        <p:nvSpPr>
          <p:cNvPr id="21" name="Shape 19">
            <a:extLst>
              <a:ext uri="{FF2B5EF4-FFF2-40B4-BE49-F238E27FC236}">
                <a16:creationId xmlns:a16="http://schemas.microsoft.com/office/drawing/2014/main" id="{00782A89-1A44-AA6A-6CFD-BD51095941D5}"/>
              </a:ext>
            </a:extLst>
          </p:cNvPr>
          <p:cNvSpPr/>
          <p:nvPr/>
        </p:nvSpPr>
        <p:spPr>
          <a:xfrm>
            <a:off x="5623560" y="1463040"/>
            <a:ext cx="1783080" cy="274320"/>
          </a:xfrm>
          <a:prstGeom prst="rect">
            <a:avLst/>
          </a:prstGeom>
          <a:solidFill>
            <a:srgbClr val="8064A2"/>
          </a:solidFill>
          <a:ln w="12700">
            <a:solidFill>
              <a:srgbClr val="8064A2"/>
            </a:solidFill>
            <a:prstDash val="solid"/>
          </a:ln>
        </p:spPr>
        <p:txBody>
          <a:bodyPr/>
          <a:lstStyle/>
          <a:p>
            <a:endParaRPr lang="en-US"/>
          </a:p>
        </p:txBody>
      </p:sp>
      <p:sp>
        <p:nvSpPr>
          <p:cNvPr id="22" name="Text 20">
            <a:extLst>
              <a:ext uri="{FF2B5EF4-FFF2-40B4-BE49-F238E27FC236}">
                <a16:creationId xmlns:a16="http://schemas.microsoft.com/office/drawing/2014/main" id="{5561C05A-4CA8-F331-5903-AE64E503A37B}"/>
              </a:ext>
            </a:extLst>
          </p:cNvPr>
          <p:cNvSpPr/>
          <p:nvPr/>
        </p:nvSpPr>
        <p:spPr>
          <a:xfrm>
            <a:off x="5696712" y="1527048"/>
            <a:ext cx="163677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1</a:t>
            </a:r>
            <a:endParaRPr lang="en-US"/>
          </a:p>
        </p:txBody>
      </p:sp>
      <p:sp>
        <p:nvSpPr>
          <p:cNvPr id="23" name="Shape 21">
            <a:extLst>
              <a:ext uri="{FF2B5EF4-FFF2-40B4-BE49-F238E27FC236}">
                <a16:creationId xmlns:a16="http://schemas.microsoft.com/office/drawing/2014/main" id="{18A78BEC-8B5C-5EC0-308C-E4B94D55B2DC}"/>
              </a:ext>
            </a:extLst>
          </p:cNvPr>
          <p:cNvSpPr/>
          <p:nvPr/>
        </p:nvSpPr>
        <p:spPr>
          <a:xfrm>
            <a:off x="5623560" y="1783080"/>
            <a:ext cx="1783080" cy="1005840"/>
          </a:xfrm>
          <a:prstGeom prst="roundRect">
            <a:avLst>
              <a:gd name="adj" fmla="val 9091"/>
            </a:avLst>
          </a:prstGeom>
          <a:solidFill>
            <a:srgbClr val="F3EFF8"/>
          </a:solidFill>
          <a:ln w="15240">
            <a:solidFill>
              <a:srgbClr val="8064A2"/>
            </a:solidFill>
            <a:prstDash val="solid"/>
          </a:ln>
        </p:spPr>
        <p:txBody>
          <a:bodyPr/>
          <a:lstStyle/>
          <a:p>
            <a:endParaRPr lang="en-US"/>
          </a:p>
        </p:txBody>
      </p:sp>
      <p:sp>
        <p:nvSpPr>
          <p:cNvPr id="24" name="Text 22">
            <a:extLst>
              <a:ext uri="{FF2B5EF4-FFF2-40B4-BE49-F238E27FC236}">
                <a16:creationId xmlns:a16="http://schemas.microsoft.com/office/drawing/2014/main" id="{41B5EEF6-1D63-2B94-48A2-858A1FD917AF}"/>
              </a:ext>
            </a:extLst>
          </p:cNvPr>
          <p:cNvSpPr/>
          <p:nvPr/>
        </p:nvSpPr>
        <p:spPr>
          <a:xfrm>
            <a:off x="5769864" y="1892808"/>
            <a:ext cx="1490472" cy="265176"/>
          </a:xfrm>
          <a:prstGeom prst="rect">
            <a:avLst/>
          </a:prstGeom>
          <a:noFill/>
          <a:ln/>
        </p:spPr>
        <p:txBody>
          <a:bodyPr wrap="square" lIns="0" tIns="0" rIns="0" bIns="0" rtlCol="0" anchor="ctr">
            <a:normAutofit/>
          </a:bodyPr>
          <a:lstStyle/>
          <a:p>
            <a:pPr marL="0" indent="0">
              <a:buNone/>
            </a:pPr>
            <a:r>
              <a:rPr lang="en-US" sz="1220" b="1">
                <a:solidFill>
                  <a:srgbClr val="8064A2"/>
                </a:solidFill>
              </a:rPr>
              <a:t>Model &amp; segment</a:t>
            </a:r>
            <a:endParaRPr lang="en-US" sz="1220"/>
          </a:p>
        </p:txBody>
      </p:sp>
      <p:sp>
        <p:nvSpPr>
          <p:cNvPr id="25" name="Text 23">
            <a:extLst>
              <a:ext uri="{FF2B5EF4-FFF2-40B4-BE49-F238E27FC236}">
                <a16:creationId xmlns:a16="http://schemas.microsoft.com/office/drawing/2014/main" id="{F68C3919-1F4D-BA2B-FC93-9CDDF703A761}"/>
              </a:ext>
            </a:extLst>
          </p:cNvPr>
          <p:cNvSpPr/>
          <p:nvPr/>
        </p:nvSpPr>
        <p:spPr>
          <a:xfrm>
            <a:off x="5769864" y="2286000"/>
            <a:ext cx="1490472" cy="420624"/>
          </a:xfrm>
          <a:prstGeom prst="rect">
            <a:avLst/>
          </a:prstGeom>
          <a:noFill/>
          <a:ln/>
        </p:spPr>
        <p:txBody>
          <a:bodyPr wrap="square" lIns="0" tIns="0" rIns="0" bIns="0" rtlCol="0" anchor="ctr">
            <a:normAutofit fontScale="92500"/>
          </a:bodyPr>
          <a:lstStyle/>
          <a:p>
            <a:pPr marL="0" indent="0">
              <a:buNone/>
            </a:pPr>
            <a:r>
              <a:rPr lang="en-US" sz="890">
                <a:solidFill>
                  <a:srgbClr val="262626"/>
                </a:solidFill>
              </a:rPr>
              <a:t>Data model</a:t>
            </a:r>
            <a:endParaRPr lang="en-US" sz="890"/>
          </a:p>
          <a:p>
            <a:pPr marL="0" indent="0">
              <a:buNone/>
            </a:pPr>
            <a:r>
              <a:rPr lang="en-US" sz="890">
                <a:solidFill>
                  <a:srgbClr val="262626"/>
                </a:solidFill>
              </a:rPr>
              <a:t>Identity/unification where used</a:t>
            </a:r>
            <a:endParaRPr lang="en-US" sz="890"/>
          </a:p>
          <a:p>
            <a:pPr marL="0" indent="0">
              <a:buNone/>
            </a:pPr>
            <a:r>
              <a:rPr lang="en-US" sz="890">
                <a:solidFill>
                  <a:srgbClr val="262626"/>
                </a:solidFill>
              </a:rPr>
              <a:t>Segment rules created in D360</a:t>
            </a:r>
            <a:endParaRPr lang="en-US" sz="890"/>
          </a:p>
        </p:txBody>
      </p:sp>
      <p:sp>
        <p:nvSpPr>
          <p:cNvPr id="26" name="Shape 24">
            <a:extLst>
              <a:ext uri="{FF2B5EF4-FFF2-40B4-BE49-F238E27FC236}">
                <a16:creationId xmlns:a16="http://schemas.microsoft.com/office/drawing/2014/main" id="{74B34F94-29DE-64A3-D4CC-0065B144750B}"/>
              </a:ext>
            </a:extLst>
          </p:cNvPr>
          <p:cNvSpPr/>
          <p:nvPr/>
        </p:nvSpPr>
        <p:spPr>
          <a:xfrm>
            <a:off x="8138160" y="1463040"/>
            <a:ext cx="1783080" cy="274320"/>
          </a:xfrm>
          <a:prstGeom prst="rect">
            <a:avLst/>
          </a:prstGeom>
          <a:solidFill>
            <a:srgbClr val="ED7D31"/>
          </a:solidFill>
          <a:ln w="12700">
            <a:solidFill>
              <a:srgbClr val="ED7D31"/>
            </a:solidFill>
            <a:prstDash val="solid"/>
          </a:ln>
        </p:spPr>
        <p:txBody>
          <a:bodyPr/>
          <a:lstStyle/>
          <a:p>
            <a:endParaRPr lang="en-US"/>
          </a:p>
        </p:txBody>
      </p:sp>
      <p:sp>
        <p:nvSpPr>
          <p:cNvPr id="27" name="Text 25">
            <a:extLst>
              <a:ext uri="{FF2B5EF4-FFF2-40B4-BE49-F238E27FC236}">
                <a16:creationId xmlns:a16="http://schemas.microsoft.com/office/drawing/2014/main" id="{F768679E-7411-DC9A-2A68-6EDE3EC28CAD}"/>
              </a:ext>
            </a:extLst>
          </p:cNvPr>
          <p:cNvSpPr/>
          <p:nvPr/>
        </p:nvSpPr>
        <p:spPr>
          <a:xfrm>
            <a:off x="8211312" y="1527048"/>
            <a:ext cx="163677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1</a:t>
            </a:r>
            <a:endParaRPr lang="en-US"/>
          </a:p>
        </p:txBody>
      </p:sp>
      <p:sp>
        <p:nvSpPr>
          <p:cNvPr id="28" name="Shape 26">
            <a:extLst>
              <a:ext uri="{FF2B5EF4-FFF2-40B4-BE49-F238E27FC236}">
                <a16:creationId xmlns:a16="http://schemas.microsoft.com/office/drawing/2014/main" id="{88680AE0-6FBA-2F91-B08E-4623C3955640}"/>
              </a:ext>
            </a:extLst>
          </p:cNvPr>
          <p:cNvSpPr/>
          <p:nvPr/>
        </p:nvSpPr>
        <p:spPr>
          <a:xfrm>
            <a:off x="8138160" y="1783080"/>
            <a:ext cx="1783080" cy="1005840"/>
          </a:xfrm>
          <a:prstGeom prst="roundRect">
            <a:avLst>
              <a:gd name="adj" fmla="val 9091"/>
            </a:avLst>
          </a:prstGeom>
          <a:solidFill>
            <a:srgbClr val="FFF1E8"/>
          </a:solidFill>
          <a:ln w="15240">
            <a:solidFill>
              <a:srgbClr val="ED7D31"/>
            </a:solidFill>
            <a:prstDash val="solid"/>
          </a:ln>
        </p:spPr>
        <p:txBody>
          <a:bodyPr/>
          <a:lstStyle/>
          <a:p>
            <a:endParaRPr lang="en-US"/>
          </a:p>
        </p:txBody>
      </p:sp>
      <p:sp>
        <p:nvSpPr>
          <p:cNvPr id="29" name="Text 27">
            <a:extLst>
              <a:ext uri="{FF2B5EF4-FFF2-40B4-BE49-F238E27FC236}">
                <a16:creationId xmlns:a16="http://schemas.microsoft.com/office/drawing/2014/main" id="{BEBD5359-6720-7151-B12D-C2713F013F75}"/>
              </a:ext>
            </a:extLst>
          </p:cNvPr>
          <p:cNvSpPr/>
          <p:nvPr/>
        </p:nvSpPr>
        <p:spPr>
          <a:xfrm>
            <a:off x="8284464" y="1892808"/>
            <a:ext cx="1490472" cy="265176"/>
          </a:xfrm>
          <a:prstGeom prst="rect">
            <a:avLst/>
          </a:prstGeom>
          <a:noFill/>
          <a:ln/>
        </p:spPr>
        <p:txBody>
          <a:bodyPr wrap="square" lIns="0" tIns="0" rIns="0" bIns="0" rtlCol="0" anchor="ctr">
            <a:normAutofit/>
          </a:bodyPr>
          <a:lstStyle/>
          <a:p>
            <a:pPr marL="0" indent="0">
              <a:buNone/>
            </a:pPr>
            <a:r>
              <a:rPr lang="en-US" sz="1220" b="1">
                <a:solidFill>
                  <a:srgbClr val="ED7D31"/>
                </a:solidFill>
              </a:rPr>
              <a:t>SFMC activation</a:t>
            </a:r>
            <a:endParaRPr lang="en-US" sz="1220"/>
          </a:p>
        </p:txBody>
      </p:sp>
      <p:sp>
        <p:nvSpPr>
          <p:cNvPr id="30" name="Text 28">
            <a:extLst>
              <a:ext uri="{FF2B5EF4-FFF2-40B4-BE49-F238E27FC236}">
                <a16:creationId xmlns:a16="http://schemas.microsoft.com/office/drawing/2014/main" id="{5697AD03-4CBA-3547-2821-99A6420FF64D}"/>
              </a:ext>
            </a:extLst>
          </p:cNvPr>
          <p:cNvSpPr/>
          <p:nvPr/>
        </p:nvSpPr>
        <p:spPr>
          <a:xfrm>
            <a:off x="8284464" y="2286000"/>
            <a:ext cx="1490472" cy="420624"/>
          </a:xfrm>
          <a:prstGeom prst="rect">
            <a:avLst/>
          </a:prstGeom>
          <a:noFill/>
          <a:ln/>
        </p:spPr>
        <p:txBody>
          <a:bodyPr wrap="square" lIns="0" tIns="0" rIns="0" bIns="0" rtlCol="0" anchor="ctr">
            <a:normAutofit fontScale="92500" lnSpcReduction="20000"/>
          </a:bodyPr>
          <a:lstStyle/>
          <a:p>
            <a:pPr marL="0" indent="0">
              <a:buNone/>
            </a:pPr>
            <a:r>
              <a:rPr lang="en-US" sz="890">
                <a:solidFill>
                  <a:srgbClr val="262626"/>
                </a:solidFill>
              </a:rPr>
              <a:t>Activation target: MC Engagement</a:t>
            </a:r>
            <a:endParaRPr lang="en-US" sz="890"/>
          </a:p>
          <a:p>
            <a:pPr marL="0" indent="0">
              <a:buNone/>
            </a:pPr>
            <a:r>
              <a:rPr lang="en-US" sz="890">
                <a:solidFill>
                  <a:srgbClr val="262626"/>
                </a:solidFill>
              </a:rPr>
              <a:t>Fields mapped for send use</a:t>
            </a:r>
            <a:endParaRPr lang="en-US" sz="890"/>
          </a:p>
          <a:p>
            <a:pPr marL="0" indent="0">
              <a:buNone/>
            </a:pPr>
            <a:r>
              <a:rPr lang="en-US" sz="890">
                <a:solidFill>
                  <a:srgbClr val="262626"/>
                </a:solidFill>
              </a:rPr>
              <a:t>Schedule controlled in D360</a:t>
            </a:r>
            <a:endParaRPr lang="en-US" sz="890"/>
          </a:p>
        </p:txBody>
      </p:sp>
      <p:sp>
        <p:nvSpPr>
          <p:cNvPr id="31" name="Shape 29">
            <a:extLst>
              <a:ext uri="{FF2B5EF4-FFF2-40B4-BE49-F238E27FC236}">
                <a16:creationId xmlns:a16="http://schemas.microsoft.com/office/drawing/2014/main" id="{37D2C9BD-8CCA-F010-10FD-C59BB7CBCC3D}"/>
              </a:ext>
            </a:extLst>
          </p:cNvPr>
          <p:cNvSpPr/>
          <p:nvPr/>
        </p:nvSpPr>
        <p:spPr>
          <a:xfrm>
            <a:off x="10607040" y="1463040"/>
            <a:ext cx="1097280" cy="274320"/>
          </a:xfrm>
          <a:prstGeom prst="rect">
            <a:avLst/>
          </a:prstGeom>
          <a:solidFill>
            <a:srgbClr val="16365C"/>
          </a:solidFill>
          <a:ln w="12700">
            <a:solidFill>
              <a:srgbClr val="16365C"/>
            </a:solidFill>
            <a:prstDash val="solid"/>
          </a:ln>
        </p:spPr>
        <p:txBody>
          <a:bodyPr/>
          <a:lstStyle/>
          <a:p>
            <a:endParaRPr lang="en-US"/>
          </a:p>
        </p:txBody>
      </p:sp>
      <p:sp>
        <p:nvSpPr>
          <p:cNvPr id="32" name="Text 30">
            <a:extLst>
              <a:ext uri="{FF2B5EF4-FFF2-40B4-BE49-F238E27FC236}">
                <a16:creationId xmlns:a16="http://schemas.microsoft.com/office/drawing/2014/main" id="{4026E9F5-7137-8E1A-306E-6EE5EC67F2C8}"/>
              </a:ext>
            </a:extLst>
          </p:cNvPr>
          <p:cNvSpPr/>
          <p:nvPr/>
        </p:nvSpPr>
        <p:spPr>
          <a:xfrm>
            <a:off x="10680192" y="1527048"/>
            <a:ext cx="950976" cy="137160"/>
          </a:xfrm>
          <a:prstGeom prst="rect">
            <a:avLst/>
          </a:prstGeom>
          <a:noFill/>
          <a:ln/>
        </p:spPr>
        <p:txBody>
          <a:bodyPr wrap="square" lIns="0" tIns="0" rIns="0" bIns="0" rtlCol="0" anchor="ctr">
            <a:normAutofit/>
          </a:bodyPr>
          <a:lstStyle/>
          <a:p>
            <a:pPr marL="0" indent="0">
              <a:buNone/>
            </a:pPr>
            <a:r>
              <a:rPr lang="en-US" sz="850" b="1">
                <a:solidFill>
                  <a:srgbClr val="FFFFFF"/>
                </a:solidFill>
              </a:rPr>
              <a:t>1</a:t>
            </a:r>
            <a:endParaRPr lang="en-US"/>
          </a:p>
        </p:txBody>
      </p:sp>
      <p:sp>
        <p:nvSpPr>
          <p:cNvPr id="33" name="Shape 31">
            <a:extLst>
              <a:ext uri="{FF2B5EF4-FFF2-40B4-BE49-F238E27FC236}">
                <a16:creationId xmlns:a16="http://schemas.microsoft.com/office/drawing/2014/main" id="{C5A35645-8BA6-6F9B-D798-8A19707D9150}"/>
              </a:ext>
            </a:extLst>
          </p:cNvPr>
          <p:cNvSpPr/>
          <p:nvPr/>
        </p:nvSpPr>
        <p:spPr>
          <a:xfrm>
            <a:off x="10607040" y="1783080"/>
            <a:ext cx="1097280" cy="1005840"/>
          </a:xfrm>
          <a:prstGeom prst="roundRect">
            <a:avLst>
              <a:gd name="adj" fmla="val 9091"/>
            </a:avLst>
          </a:prstGeom>
          <a:solidFill>
            <a:srgbClr val="FFFFFF"/>
          </a:solidFill>
          <a:ln w="15240">
            <a:solidFill>
              <a:srgbClr val="16365C"/>
            </a:solidFill>
            <a:prstDash val="solid"/>
          </a:ln>
        </p:spPr>
        <p:txBody>
          <a:bodyPr/>
          <a:lstStyle/>
          <a:p>
            <a:endParaRPr lang="en-US"/>
          </a:p>
        </p:txBody>
      </p:sp>
      <p:sp>
        <p:nvSpPr>
          <p:cNvPr id="34" name="Text 32">
            <a:extLst>
              <a:ext uri="{FF2B5EF4-FFF2-40B4-BE49-F238E27FC236}">
                <a16:creationId xmlns:a16="http://schemas.microsoft.com/office/drawing/2014/main" id="{975CB85D-6D36-0C73-C004-6A0E16FA6FC8}"/>
              </a:ext>
            </a:extLst>
          </p:cNvPr>
          <p:cNvSpPr/>
          <p:nvPr/>
        </p:nvSpPr>
        <p:spPr>
          <a:xfrm>
            <a:off x="10753344" y="1892808"/>
            <a:ext cx="804672" cy="265176"/>
          </a:xfrm>
          <a:prstGeom prst="rect">
            <a:avLst/>
          </a:prstGeom>
          <a:noFill/>
          <a:ln/>
        </p:spPr>
        <p:txBody>
          <a:bodyPr wrap="square" lIns="0" tIns="0" rIns="0" bIns="0" rtlCol="0" anchor="ctr">
            <a:normAutofit fontScale="92500"/>
          </a:bodyPr>
          <a:lstStyle/>
          <a:p>
            <a:pPr marL="0" indent="0">
              <a:buNone/>
            </a:pPr>
            <a:r>
              <a:rPr lang="en-US" sz="1220" b="1">
                <a:solidFill>
                  <a:srgbClr val="16365C"/>
                </a:solidFill>
              </a:rPr>
              <a:t>Shared DEs</a:t>
            </a:r>
            <a:endParaRPr lang="en-US" sz="1220"/>
          </a:p>
        </p:txBody>
      </p:sp>
      <p:sp>
        <p:nvSpPr>
          <p:cNvPr id="35" name="Text 33">
            <a:extLst>
              <a:ext uri="{FF2B5EF4-FFF2-40B4-BE49-F238E27FC236}">
                <a16:creationId xmlns:a16="http://schemas.microsoft.com/office/drawing/2014/main" id="{077D0F64-3885-9B13-FC82-04B6528C498A}"/>
              </a:ext>
            </a:extLst>
          </p:cNvPr>
          <p:cNvSpPr/>
          <p:nvPr/>
        </p:nvSpPr>
        <p:spPr>
          <a:xfrm>
            <a:off x="10753344" y="2286000"/>
            <a:ext cx="804672" cy="420624"/>
          </a:xfrm>
          <a:prstGeom prst="rect">
            <a:avLst/>
          </a:prstGeom>
          <a:noFill/>
          <a:ln/>
        </p:spPr>
        <p:txBody>
          <a:bodyPr wrap="square" lIns="0" tIns="0" rIns="0" bIns="0" rtlCol="0" anchor="ctr">
            <a:normAutofit fontScale="70000" lnSpcReduction="20000"/>
          </a:bodyPr>
          <a:lstStyle/>
          <a:p>
            <a:pPr marL="0" indent="0">
              <a:buNone/>
            </a:pPr>
            <a:r>
              <a:rPr lang="en-US" sz="890">
                <a:solidFill>
                  <a:srgbClr val="262626"/>
                </a:solidFill>
              </a:rPr>
              <a:t>Shared audience DEs</a:t>
            </a:r>
            <a:endParaRPr lang="en-US" sz="890"/>
          </a:p>
          <a:p>
            <a:pPr marL="0" indent="0">
              <a:buNone/>
            </a:pPr>
            <a:r>
              <a:rPr lang="en-US" sz="890">
                <a:solidFill>
                  <a:srgbClr val="262626"/>
                </a:solidFill>
              </a:rPr>
              <a:t>Consumed by child BUs</a:t>
            </a:r>
            <a:endParaRPr lang="en-US" sz="890"/>
          </a:p>
          <a:p>
            <a:pPr marL="0" indent="0">
              <a:buNone/>
            </a:pPr>
            <a:r>
              <a:rPr lang="en-US" sz="890">
                <a:solidFill>
                  <a:srgbClr val="262626"/>
                </a:solidFill>
              </a:rPr>
              <a:t>Journeys / sends</a:t>
            </a:r>
            <a:endParaRPr lang="en-US" sz="890"/>
          </a:p>
        </p:txBody>
      </p:sp>
      <p:sp>
        <p:nvSpPr>
          <p:cNvPr id="36" name="Shape 34">
            <a:extLst>
              <a:ext uri="{FF2B5EF4-FFF2-40B4-BE49-F238E27FC236}">
                <a16:creationId xmlns:a16="http://schemas.microsoft.com/office/drawing/2014/main" id="{D02CA857-40A4-C14F-3C1F-4DE133B944BC}"/>
              </a:ext>
            </a:extLst>
          </p:cNvPr>
          <p:cNvSpPr/>
          <p:nvPr/>
        </p:nvSpPr>
        <p:spPr>
          <a:xfrm>
            <a:off x="640080" y="3794760"/>
            <a:ext cx="10972800" cy="1234440"/>
          </a:xfrm>
          <a:prstGeom prst="roundRect">
            <a:avLst>
              <a:gd name="adj" fmla="val 8889"/>
            </a:avLst>
          </a:prstGeom>
          <a:solidFill>
            <a:srgbClr val="FFFFFF"/>
          </a:solidFill>
          <a:ln w="12700">
            <a:solidFill>
              <a:srgbClr val="5B9BD5"/>
            </a:solidFill>
            <a:prstDash val="solid"/>
          </a:ln>
        </p:spPr>
        <p:txBody>
          <a:bodyPr/>
          <a:lstStyle/>
          <a:p>
            <a:endParaRPr lang="en-US"/>
          </a:p>
        </p:txBody>
      </p:sp>
      <p:sp>
        <p:nvSpPr>
          <p:cNvPr id="37" name="Text 35">
            <a:extLst>
              <a:ext uri="{FF2B5EF4-FFF2-40B4-BE49-F238E27FC236}">
                <a16:creationId xmlns:a16="http://schemas.microsoft.com/office/drawing/2014/main" id="{FCF29E7D-8B60-6D92-5AAC-F28C0995197C}"/>
              </a:ext>
            </a:extLst>
          </p:cNvPr>
          <p:cNvSpPr/>
          <p:nvPr/>
        </p:nvSpPr>
        <p:spPr>
          <a:xfrm>
            <a:off x="868680" y="4005072"/>
            <a:ext cx="3291840" cy="228600"/>
          </a:xfrm>
          <a:prstGeom prst="rect">
            <a:avLst/>
          </a:prstGeom>
          <a:noFill/>
          <a:ln/>
        </p:spPr>
        <p:txBody>
          <a:bodyPr wrap="square" lIns="0" tIns="0" rIns="0" bIns="0" rtlCol="0" anchor="ctr"/>
          <a:lstStyle/>
          <a:p>
            <a:pPr marL="0" indent="0">
              <a:buNone/>
            </a:pPr>
            <a:r>
              <a:rPr lang="en-US" sz="1280" b="1">
                <a:solidFill>
                  <a:srgbClr val="16365C"/>
                </a:solidFill>
              </a:rPr>
              <a:t>What this topic should make clear</a:t>
            </a:r>
            <a:endParaRPr lang="en-US" sz="1280"/>
          </a:p>
        </p:txBody>
      </p:sp>
      <p:sp>
        <p:nvSpPr>
          <p:cNvPr id="38" name="Text 36">
            <a:extLst>
              <a:ext uri="{FF2B5EF4-FFF2-40B4-BE49-F238E27FC236}">
                <a16:creationId xmlns:a16="http://schemas.microsoft.com/office/drawing/2014/main" id="{3B48F3CD-F62E-9678-DFE9-326644609BDD}"/>
              </a:ext>
            </a:extLst>
          </p:cNvPr>
          <p:cNvSpPr/>
          <p:nvPr/>
        </p:nvSpPr>
        <p:spPr>
          <a:xfrm>
            <a:off x="868680" y="4407408"/>
            <a:ext cx="10424160" cy="502920"/>
          </a:xfrm>
          <a:prstGeom prst="rect">
            <a:avLst/>
          </a:prstGeom>
          <a:noFill/>
          <a:ln/>
        </p:spPr>
        <p:txBody>
          <a:bodyPr wrap="square" lIns="0" tIns="0" rIns="0" bIns="0" rtlCol="0" anchor="ctr">
            <a:normAutofit fontScale="92500" lnSpcReduction="10000"/>
          </a:bodyPr>
          <a:lstStyle/>
          <a:p>
            <a:pPr marL="0" indent="0">
              <a:buNone/>
            </a:pPr>
            <a:r>
              <a:rPr lang="en-US" sz="930">
                <a:solidFill>
                  <a:srgbClr val="262626"/>
                </a:solidFill>
              </a:rPr>
              <a:t>• Data 360 is the segmentation decision point, not the send engine</a:t>
            </a:r>
            <a:endParaRPr lang="en-US" sz="930"/>
          </a:p>
          <a:p>
            <a:pPr marL="0" indent="0">
              <a:buNone/>
            </a:pPr>
            <a:r>
              <a:rPr lang="en-US" sz="930">
                <a:solidFill>
                  <a:srgbClr val="262626"/>
                </a:solidFill>
              </a:rPr>
              <a:t>• Activation creates or updates Shared Data Extensions in SFMC</a:t>
            </a:r>
            <a:endParaRPr lang="en-US" sz="930"/>
          </a:p>
          <a:p>
            <a:pPr marL="0" indent="0">
              <a:buNone/>
            </a:pPr>
            <a:r>
              <a:rPr lang="en-US" sz="930">
                <a:solidFill>
                  <a:srgbClr val="262626"/>
                </a:solidFill>
              </a:rPr>
              <a:t>• SFMC Business Units consume the activated Shared DEs for journeys and sends</a:t>
            </a:r>
            <a:endParaRPr lang="en-US" sz="930"/>
          </a:p>
          <a:p>
            <a:pPr marL="0" indent="0">
              <a:buNone/>
            </a:pPr>
            <a:r>
              <a:rPr lang="en-US" sz="930">
                <a:solidFill>
                  <a:srgbClr val="262626"/>
                </a:solidFill>
              </a:rPr>
              <a:t>• Consent / preference rules should be handled by the separate consent architecture section</a:t>
            </a:r>
            <a:endParaRPr lang="en-US" sz="930"/>
          </a:p>
        </p:txBody>
      </p:sp>
      <p:sp>
        <p:nvSpPr>
          <p:cNvPr id="39" name="Shape 37">
            <a:extLst>
              <a:ext uri="{FF2B5EF4-FFF2-40B4-BE49-F238E27FC236}">
                <a16:creationId xmlns:a16="http://schemas.microsoft.com/office/drawing/2014/main" id="{01247447-A2D9-D1CF-E53A-F25E0CE04EE6}"/>
              </a:ext>
            </a:extLst>
          </p:cNvPr>
          <p:cNvSpPr/>
          <p:nvPr/>
        </p:nvSpPr>
        <p:spPr>
          <a:xfrm>
            <a:off x="731520" y="5596128"/>
            <a:ext cx="10698480" cy="457200"/>
          </a:xfrm>
          <a:prstGeom prst="roundRect">
            <a:avLst>
              <a:gd name="adj" fmla="val 14000"/>
            </a:avLst>
          </a:prstGeom>
          <a:solidFill>
            <a:srgbClr val="FFF2CC"/>
          </a:solidFill>
          <a:ln w="12700">
            <a:solidFill>
              <a:srgbClr val="F4B183"/>
            </a:solidFill>
            <a:prstDash val="solid"/>
          </a:ln>
        </p:spPr>
        <p:txBody>
          <a:bodyPr/>
          <a:lstStyle/>
          <a:p>
            <a:endParaRPr lang="en-US"/>
          </a:p>
        </p:txBody>
      </p:sp>
      <p:sp>
        <p:nvSpPr>
          <p:cNvPr id="40" name="Text 38">
            <a:extLst>
              <a:ext uri="{FF2B5EF4-FFF2-40B4-BE49-F238E27FC236}">
                <a16:creationId xmlns:a16="http://schemas.microsoft.com/office/drawing/2014/main" id="{BC0F1266-F662-1EF2-AAED-B9CF1C047A31}"/>
              </a:ext>
            </a:extLst>
          </p:cNvPr>
          <p:cNvSpPr/>
          <p:nvPr/>
        </p:nvSpPr>
        <p:spPr>
          <a:xfrm>
            <a:off x="841248" y="5669280"/>
            <a:ext cx="10479024" cy="310896"/>
          </a:xfrm>
          <a:prstGeom prst="rect">
            <a:avLst/>
          </a:prstGeom>
          <a:noFill/>
          <a:ln/>
        </p:spPr>
        <p:txBody>
          <a:bodyPr wrap="square" lIns="127" tIns="127" rIns="127" bIns="127" rtlCol="0" anchor="ctr">
            <a:normAutofit/>
          </a:bodyPr>
          <a:lstStyle/>
          <a:p>
            <a:pPr marL="0" indent="0">
              <a:buNone/>
            </a:pPr>
            <a:r>
              <a:rPr lang="en-US" sz="930">
                <a:solidFill>
                  <a:srgbClr val="7F6000"/>
                </a:solidFill>
              </a:rPr>
              <a:t>Use this as an architecture-level view. Replace source systems, objects, DE names and refresh cadences with the confirmed implementation details.</a:t>
            </a:r>
            <a:endParaRPr lang="en-US" sz="930"/>
          </a:p>
        </p:txBody>
      </p:sp>
    </p:spTree>
    <p:extLst>
      <p:ext uri="{BB962C8B-B14F-4D97-AF65-F5344CB8AC3E}">
        <p14:creationId xmlns:p14="http://schemas.microsoft.com/office/powerpoint/2010/main" val="4014211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D8ED-A834-6A5B-B43B-DE8C5679A23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FB284F84-E7A9-3743-B64D-75568CCDFAB2}"/>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9808C05D-F51C-B5AD-950A-706B70478CC0}"/>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6ADB884A-11BB-4489-327F-C3EC56721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1341F803-30EF-29E8-223D-ADDDA835ED1C}"/>
              </a:ext>
            </a:extLst>
          </p:cNvPr>
          <p:cNvSpPr>
            <a:spLocks noGrp="1"/>
          </p:cNvSpPr>
          <p:nvPr>
            <p:ph type="body" sz="quarter" idx="12"/>
          </p:nvPr>
        </p:nvSpPr>
        <p:spPr>
          <a:xfrm>
            <a:off x="1289860" y="3031327"/>
            <a:ext cx="6581295" cy="812530"/>
          </a:xfrm>
        </p:spPr>
        <p:txBody>
          <a:bodyPr anchor="ctr"/>
          <a:lstStyle/>
          <a:p>
            <a:r>
              <a:rPr lang="en-US"/>
              <a:t>Other Forms</a:t>
            </a:r>
          </a:p>
        </p:txBody>
      </p:sp>
    </p:spTree>
    <p:extLst>
      <p:ext uri="{BB962C8B-B14F-4D97-AF65-F5344CB8AC3E}">
        <p14:creationId xmlns:p14="http://schemas.microsoft.com/office/powerpoint/2010/main" val="35513338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E3822-FC31-92C3-A389-D539F605A5C9}"/>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3B3C93B-EA60-9E37-7FB5-4E16B05B4D57}"/>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4974923E-DF63-D9B8-6A11-E0E242E1C62D}"/>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6" name="TextBox 5">
            <a:extLst>
              <a:ext uri="{FF2B5EF4-FFF2-40B4-BE49-F238E27FC236}">
                <a16:creationId xmlns:a16="http://schemas.microsoft.com/office/drawing/2014/main" id="{258D2E1F-5813-E107-C670-9C72F591D459}"/>
              </a:ext>
            </a:extLst>
          </p:cNvPr>
          <p:cNvSpPr txBox="1"/>
          <p:nvPr/>
        </p:nvSpPr>
        <p:spPr>
          <a:xfrm>
            <a:off x="775514" y="1127875"/>
            <a:ext cx="6185000" cy="2092881"/>
          </a:xfrm>
          <a:prstGeom prst="rect">
            <a:avLst/>
          </a:prstGeom>
          <a:noFill/>
        </p:spPr>
        <p:txBody>
          <a:bodyPr wrap="square">
            <a:spAutoFit/>
          </a:bodyPr>
          <a:lstStyle/>
          <a:p>
            <a:r>
              <a:rPr lang="en-US" sz="1000"/>
              <a:t>Technical controls</a:t>
            </a:r>
          </a:p>
          <a:p>
            <a:endParaRPr lang="en-US" sz="1000"/>
          </a:p>
          <a:p>
            <a:r>
              <a:rPr lang="en-US" sz="1000"/>
              <a:t>API access</a:t>
            </a:r>
          </a:p>
          <a:p>
            <a:endParaRPr lang="en-US" sz="1000"/>
          </a:p>
          <a:p>
            <a:r>
              <a:rPr lang="en-US" sz="1000"/>
              <a:t>SFTP</a:t>
            </a:r>
          </a:p>
          <a:p>
            <a:endParaRPr lang="en-US" sz="1000"/>
          </a:p>
          <a:p>
            <a:r>
              <a:rPr lang="en-US" sz="1000"/>
              <a:t>encryption mechanisms where applicable</a:t>
            </a:r>
          </a:p>
          <a:p>
            <a:endParaRPr lang="en-US" sz="1000"/>
          </a:p>
          <a:p>
            <a:r>
              <a:rPr lang="en-US" sz="1000"/>
              <a:t>platform auditability</a:t>
            </a:r>
          </a:p>
          <a:p>
            <a:endParaRPr lang="en-US" sz="1000"/>
          </a:p>
          <a:p>
            <a:r>
              <a:rPr lang="en-US" sz="1000"/>
              <a:t>retention principles</a:t>
            </a:r>
          </a:p>
          <a:p>
            <a:endParaRPr lang="en-US" sz="1000"/>
          </a:p>
          <a:p>
            <a:r>
              <a:rPr lang="en-US" sz="1000"/>
              <a:t>operational access controls</a:t>
            </a:r>
          </a:p>
        </p:txBody>
      </p:sp>
    </p:spTree>
    <p:extLst>
      <p:ext uri="{BB962C8B-B14F-4D97-AF65-F5344CB8AC3E}">
        <p14:creationId xmlns:p14="http://schemas.microsoft.com/office/powerpoint/2010/main" val="1513142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59CE6-1389-C14E-C653-3B405727920D}"/>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7A5291C9-E09D-FD20-0035-3BBAD84EA744}"/>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600B556E-DFA1-E6F8-959B-59413FC51903}"/>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F051C56A-5A72-CCCD-B247-957FBED44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5D73FF11-E4B2-43AC-50D6-8D2541C353BC}"/>
              </a:ext>
            </a:extLst>
          </p:cNvPr>
          <p:cNvSpPr>
            <a:spLocks noGrp="1"/>
          </p:cNvSpPr>
          <p:nvPr>
            <p:ph type="body" sz="quarter" idx="12"/>
          </p:nvPr>
        </p:nvSpPr>
        <p:spPr>
          <a:xfrm>
            <a:off x="1289860" y="3031327"/>
            <a:ext cx="6581295" cy="812530"/>
          </a:xfrm>
        </p:spPr>
        <p:txBody>
          <a:bodyPr anchor="ctr"/>
          <a:lstStyle/>
          <a:p>
            <a:pPr fontAlgn="b"/>
            <a:r>
              <a:rPr lang="en-US"/>
              <a:t>Preference Management</a:t>
            </a:r>
          </a:p>
        </p:txBody>
      </p:sp>
    </p:spTree>
    <p:extLst>
      <p:ext uri="{BB962C8B-B14F-4D97-AF65-F5344CB8AC3E}">
        <p14:creationId xmlns:p14="http://schemas.microsoft.com/office/powerpoint/2010/main" val="4176914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72FDD-0CDA-0C08-CEF9-574050CD484E}"/>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2B07C82-65BC-DEB6-5B6F-46BFBD8FC9AD}"/>
              </a:ext>
            </a:extLst>
          </p:cNvPr>
          <p:cNvSpPr>
            <a:spLocks noGrp="1"/>
          </p:cNvSpPr>
          <p:nvPr>
            <p:ph type="title"/>
          </p:nvPr>
        </p:nvSpPr>
        <p:spPr>
          <a:xfrm>
            <a:off x="881633" y="444611"/>
            <a:ext cx="10204450" cy="533400"/>
          </a:xfrm>
        </p:spPr>
        <p:txBody>
          <a:bodyPr/>
          <a:lstStyle/>
          <a:p>
            <a:r>
              <a:rPr lang="en-GB"/>
              <a:t>Technical Controls</a:t>
            </a:r>
          </a:p>
        </p:txBody>
      </p:sp>
      <p:sp>
        <p:nvSpPr>
          <p:cNvPr id="4" name="TextBox 3">
            <a:extLst>
              <a:ext uri="{FF2B5EF4-FFF2-40B4-BE49-F238E27FC236}">
                <a16:creationId xmlns:a16="http://schemas.microsoft.com/office/drawing/2014/main" id="{E790329F-989C-60D5-7E44-5F992A04427A}"/>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6" name="TextBox 5">
            <a:extLst>
              <a:ext uri="{FF2B5EF4-FFF2-40B4-BE49-F238E27FC236}">
                <a16:creationId xmlns:a16="http://schemas.microsoft.com/office/drawing/2014/main" id="{B25E5177-E642-ECBA-AC6D-C9BC9D21DB56}"/>
              </a:ext>
            </a:extLst>
          </p:cNvPr>
          <p:cNvSpPr txBox="1"/>
          <p:nvPr/>
        </p:nvSpPr>
        <p:spPr>
          <a:xfrm>
            <a:off x="775514" y="1127875"/>
            <a:ext cx="6185000" cy="2092881"/>
          </a:xfrm>
          <a:prstGeom prst="rect">
            <a:avLst/>
          </a:prstGeom>
          <a:noFill/>
        </p:spPr>
        <p:txBody>
          <a:bodyPr wrap="square">
            <a:spAutoFit/>
          </a:bodyPr>
          <a:lstStyle/>
          <a:p>
            <a:r>
              <a:rPr lang="en-US" sz="1000"/>
              <a:t>Technical controls</a:t>
            </a:r>
          </a:p>
          <a:p>
            <a:endParaRPr lang="en-US" sz="1000"/>
          </a:p>
          <a:p>
            <a:r>
              <a:rPr lang="en-US" sz="1000"/>
              <a:t>API access</a:t>
            </a:r>
          </a:p>
          <a:p>
            <a:endParaRPr lang="en-US" sz="1000"/>
          </a:p>
          <a:p>
            <a:r>
              <a:rPr lang="en-US" sz="1000"/>
              <a:t>SFTP</a:t>
            </a:r>
          </a:p>
          <a:p>
            <a:endParaRPr lang="en-US" sz="1000"/>
          </a:p>
          <a:p>
            <a:r>
              <a:rPr lang="en-US" sz="1000"/>
              <a:t>encryption mechanisms where applicable</a:t>
            </a:r>
          </a:p>
          <a:p>
            <a:endParaRPr lang="en-US" sz="1000"/>
          </a:p>
          <a:p>
            <a:r>
              <a:rPr lang="en-US" sz="1000"/>
              <a:t>platform auditability</a:t>
            </a:r>
          </a:p>
          <a:p>
            <a:endParaRPr lang="en-US" sz="1000"/>
          </a:p>
          <a:p>
            <a:r>
              <a:rPr lang="en-US" sz="1000"/>
              <a:t>retention principles</a:t>
            </a:r>
          </a:p>
          <a:p>
            <a:endParaRPr lang="en-US" sz="1000"/>
          </a:p>
          <a:p>
            <a:r>
              <a:rPr lang="en-US" sz="1000"/>
              <a:t>operational access controls</a:t>
            </a:r>
          </a:p>
        </p:txBody>
      </p:sp>
    </p:spTree>
    <p:extLst>
      <p:ext uri="{BB962C8B-B14F-4D97-AF65-F5344CB8AC3E}">
        <p14:creationId xmlns:p14="http://schemas.microsoft.com/office/powerpoint/2010/main" val="3492850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89C37-5F65-8D57-12F7-88A0895F333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F7C1D33-C8F3-C2B7-7A39-0E7BBB9713C8}"/>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AA4983B1-E9A1-2842-878B-F2D055195D6A}"/>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6B067707-A695-BCE0-1F38-F1385EDDA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FEA7535C-E085-2998-6EEC-A7B66C140592}"/>
              </a:ext>
            </a:extLst>
          </p:cNvPr>
          <p:cNvSpPr>
            <a:spLocks noGrp="1"/>
          </p:cNvSpPr>
          <p:nvPr>
            <p:ph type="body" sz="quarter" idx="12"/>
          </p:nvPr>
        </p:nvSpPr>
        <p:spPr>
          <a:xfrm>
            <a:off x="1289860" y="2625062"/>
            <a:ext cx="6581295" cy="1625060"/>
          </a:xfrm>
        </p:spPr>
        <p:txBody>
          <a:bodyPr anchor="ctr"/>
          <a:lstStyle/>
          <a:p>
            <a:pPr fontAlgn="b"/>
            <a:r>
              <a:rPr lang="en-US"/>
              <a:t>Sales Cloud task creation for lead gen</a:t>
            </a:r>
          </a:p>
        </p:txBody>
      </p:sp>
    </p:spTree>
    <p:extLst>
      <p:ext uri="{BB962C8B-B14F-4D97-AF65-F5344CB8AC3E}">
        <p14:creationId xmlns:p14="http://schemas.microsoft.com/office/powerpoint/2010/main" val="3188375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0E101-C3E0-700A-D05E-7FEC51ED5E3D}"/>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3263561A-6888-80E0-B659-1C5AF0E4CB78}"/>
              </a:ext>
            </a:extLst>
          </p:cNvPr>
          <p:cNvSpPr>
            <a:spLocks noGrp="1"/>
          </p:cNvSpPr>
          <p:nvPr>
            <p:ph type="title"/>
          </p:nvPr>
        </p:nvSpPr>
        <p:spPr>
          <a:xfrm>
            <a:off x="881633" y="444611"/>
            <a:ext cx="10204450" cy="533400"/>
          </a:xfrm>
        </p:spPr>
        <p:txBody>
          <a:bodyPr/>
          <a:lstStyle/>
          <a:p>
            <a:r>
              <a:rPr lang="en-US"/>
              <a:t>From Marketing Engagement to Actionable Salesforce Tasks</a:t>
            </a:r>
            <a:endParaRPr lang="en-GB"/>
          </a:p>
        </p:txBody>
      </p:sp>
      <p:sp>
        <p:nvSpPr>
          <p:cNvPr id="4" name="TextBox 3">
            <a:extLst>
              <a:ext uri="{FF2B5EF4-FFF2-40B4-BE49-F238E27FC236}">
                <a16:creationId xmlns:a16="http://schemas.microsoft.com/office/drawing/2014/main" id="{4558FEFB-27AE-A918-176B-3CF2549FF50A}"/>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grpSp>
        <p:nvGrpSpPr>
          <p:cNvPr id="19" name="Group 18">
            <a:extLst>
              <a:ext uri="{FF2B5EF4-FFF2-40B4-BE49-F238E27FC236}">
                <a16:creationId xmlns:a16="http://schemas.microsoft.com/office/drawing/2014/main" id="{54C8EE75-E88B-29A0-0488-B614DFA2132F}"/>
              </a:ext>
            </a:extLst>
          </p:cNvPr>
          <p:cNvGrpSpPr/>
          <p:nvPr/>
        </p:nvGrpSpPr>
        <p:grpSpPr>
          <a:xfrm>
            <a:off x="727074" y="1521268"/>
            <a:ext cx="2389505" cy="1721951"/>
            <a:chOff x="727074" y="1521268"/>
            <a:chExt cx="2389505" cy="1424099"/>
          </a:xfrm>
        </p:grpSpPr>
        <p:sp>
          <p:nvSpPr>
            <p:cNvPr id="3" name="Shape 5">
              <a:extLst>
                <a:ext uri="{FF2B5EF4-FFF2-40B4-BE49-F238E27FC236}">
                  <a16:creationId xmlns:a16="http://schemas.microsoft.com/office/drawing/2014/main" id="{AF7550A6-EECE-7890-94CA-AD68C20F8F08}"/>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16" name="Group 15">
              <a:extLst>
                <a:ext uri="{FF2B5EF4-FFF2-40B4-BE49-F238E27FC236}">
                  <a16:creationId xmlns:a16="http://schemas.microsoft.com/office/drawing/2014/main" id="{3A8F9035-DFE8-E1E5-F123-B0776D488B61}"/>
                </a:ext>
              </a:extLst>
            </p:cNvPr>
            <p:cNvGrpSpPr/>
            <p:nvPr/>
          </p:nvGrpSpPr>
          <p:grpSpPr>
            <a:xfrm>
              <a:off x="1135442" y="1607837"/>
              <a:ext cx="1572768" cy="310896"/>
              <a:chOff x="832104" y="1581912"/>
              <a:chExt cx="1572768" cy="310896"/>
            </a:xfrm>
          </p:grpSpPr>
          <p:sp>
            <p:nvSpPr>
              <p:cNvPr id="12" name="Shape 6">
                <a:extLst>
                  <a:ext uri="{FF2B5EF4-FFF2-40B4-BE49-F238E27FC236}">
                    <a16:creationId xmlns:a16="http://schemas.microsoft.com/office/drawing/2014/main" id="{44805245-4517-BB9B-BEBC-41A88C65B8E0}"/>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4" name="Text 7">
                <a:extLst>
                  <a:ext uri="{FF2B5EF4-FFF2-40B4-BE49-F238E27FC236}">
                    <a16:creationId xmlns:a16="http://schemas.microsoft.com/office/drawing/2014/main" id="{445F1C01-150C-947F-9A61-DA5E092169A6}"/>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Form Based Signals</a:t>
                </a:r>
                <a:endParaRPr lang="en-US" sz="930"/>
              </a:p>
            </p:txBody>
          </p:sp>
        </p:grpSp>
      </p:grpSp>
      <p:sp>
        <p:nvSpPr>
          <p:cNvPr id="17" name="TextBox 16">
            <a:extLst>
              <a:ext uri="{FF2B5EF4-FFF2-40B4-BE49-F238E27FC236}">
                <a16:creationId xmlns:a16="http://schemas.microsoft.com/office/drawing/2014/main" id="{3C4311B4-44B3-704E-4D60-412826477457}"/>
              </a:ext>
            </a:extLst>
          </p:cNvPr>
          <p:cNvSpPr txBox="1"/>
          <p:nvPr/>
        </p:nvSpPr>
        <p:spPr>
          <a:xfrm>
            <a:off x="881633" y="2063750"/>
            <a:ext cx="7316217" cy="806450"/>
          </a:xfrm>
          <a:prstGeom prst="rect">
            <a:avLst/>
          </a:prstGeom>
        </p:spPr>
        <p:txBody>
          <a:bodyPr vert="horz" wrap="square" lIns="0" tIns="0" rIns="0" bIns="0" rtlCol="0" anchor="t" anchorCtr="0">
            <a:noAutofit/>
          </a:bodyPr>
          <a:lstStyle/>
          <a:p>
            <a:pPr algn="l">
              <a:spcAft>
                <a:spcPts val="600"/>
              </a:spcAft>
            </a:pPr>
            <a:endParaRPr lang="en-US" sz="1500" b="1">
              <a:solidFill>
                <a:schemeClr val="tx2"/>
              </a:solidFill>
            </a:endParaRPr>
          </a:p>
        </p:txBody>
      </p:sp>
      <p:sp>
        <p:nvSpPr>
          <p:cNvPr id="18" name="TextBox 17">
            <a:extLst>
              <a:ext uri="{FF2B5EF4-FFF2-40B4-BE49-F238E27FC236}">
                <a16:creationId xmlns:a16="http://schemas.microsoft.com/office/drawing/2014/main" id="{1B41688C-1526-A62A-4C9C-BC17BF5EF78D}"/>
              </a:ext>
            </a:extLst>
          </p:cNvPr>
          <p:cNvSpPr txBox="1"/>
          <p:nvPr/>
        </p:nvSpPr>
        <p:spPr>
          <a:xfrm>
            <a:off x="432750" y="2167364"/>
            <a:ext cx="2579117" cy="974835"/>
          </a:xfrm>
          <a:prstGeom prst="rect">
            <a:avLst/>
          </a:prstGeom>
        </p:spPr>
        <p:txBody>
          <a:bodyPr vert="horz" wrap="square" lIns="0" tIns="0" rIns="0" bIns="0" rtlCol="0" anchor="t" anchorCtr="0">
            <a:noAutofit/>
          </a:bodyPr>
          <a:lstStyle/>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Global Web RFP submissions</a:t>
            </a:r>
          </a:p>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Demo requests</a:t>
            </a:r>
          </a:p>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RFP or service requests</a:t>
            </a:r>
          </a:p>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General inquiries</a:t>
            </a:r>
          </a:p>
          <a:p>
            <a:pPr algn="l">
              <a:spcAft>
                <a:spcPts val="600"/>
              </a:spcAft>
            </a:pPr>
            <a:endParaRPr lang="en-US" sz="1500" b="1">
              <a:solidFill>
                <a:schemeClr val="tx2"/>
              </a:solidFill>
            </a:endParaRPr>
          </a:p>
        </p:txBody>
      </p:sp>
      <p:grpSp>
        <p:nvGrpSpPr>
          <p:cNvPr id="20" name="Group 19">
            <a:extLst>
              <a:ext uri="{FF2B5EF4-FFF2-40B4-BE49-F238E27FC236}">
                <a16:creationId xmlns:a16="http://schemas.microsoft.com/office/drawing/2014/main" id="{FF400C3C-11F2-6FB4-FECE-1C0B45E046F0}"/>
              </a:ext>
            </a:extLst>
          </p:cNvPr>
          <p:cNvGrpSpPr/>
          <p:nvPr/>
        </p:nvGrpSpPr>
        <p:grpSpPr>
          <a:xfrm>
            <a:off x="3410903" y="1521268"/>
            <a:ext cx="4024947" cy="1721951"/>
            <a:chOff x="727074" y="1521268"/>
            <a:chExt cx="2389505" cy="1424099"/>
          </a:xfrm>
        </p:grpSpPr>
        <p:sp>
          <p:nvSpPr>
            <p:cNvPr id="21" name="Shape 5">
              <a:extLst>
                <a:ext uri="{FF2B5EF4-FFF2-40B4-BE49-F238E27FC236}">
                  <a16:creationId xmlns:a16="http://schemas.microsoft.com/office/drawing/2014/main" id="{8680A9C5-4C9D-7C27-85D3-032308659604}"/>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22" name="Group 21">
              <a:extLst>
                <a:ext uri="{FF2B5EF4-FFF2-40B4-BE49-F238E27FC236}">
                  <a16:creationId xmlns:a16="http://schemas.microsoft.com/office/drawing/2014/main" id="{3BB0E82E-8428-87AE-6EAD-70995E6396CF}"/>
                </a:ext>
              </a:extLst>
            </p:cNvPr>
            <p:cNvGrpSpPr/>
            <p:nvPr/>
          </p:nvGrpSpPr>
          <p:grpSpPr>
            <a:xfrm>
              <a:off x="1135442" y="1607837"/>
              <a:ext cx="1572768" cy="310896"/>
              <a:chOff x="832104" y="1581912"/>
              <a:chExt cx="1572768" cy="310896"/>
            </a:xfrm>
          </p:grpSpPr>
          <p:sp>
            <p:nvSpPr>
              <p:cNvPr id="23" name="Shape 6">
                <a:extLst>
                  <a:ext uri="{FF2B5EF4-FFF2-40B4-BE49-F238E27FC236}">
                    <a16:creationId xmlns:a16="http://schemas.microsoft.com/office/drawing/2014/main" id="{9BE2763D-ADEA-DB34-83C5-7F4C3AC899AB}"/>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4" name="Text 7">
                <a:extLst>
                  <a:ext uri="{FF2B5EF4-FFF2-40B4-BE49-F238E27FC236}">
                    <a16:creationId xmlns:a16="http://schemas.microsoft.com/office/drawing/2014/main" id="{18CC350A-CDFC-EBA7-9AFD-CB63CF60184E}"/>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Event Based Signals</a:t>
                </a:r>
                <a:endParaRPr lang="en-US" sz="930"/>
              </a:p>
            </p:txBody>
          </p:sp>
        </p:grpSp>
      </p:grpSp>
      <p:sp>
        <p:nvSpPr>
          <p:cNvPr id="25" name="TextBox 24">
            <a:extLst>
              <a:ext uri="{FF2B5EF4-FFF2-40B4-BE49-F238E27FC236}">
                <a16:creationId xmlns:a16="http://schemas.microsoft.com/office/drawing/2014/main" id="{23DA69F7-A137-C0CA-55B4-F68BB5C320BA}"/>
              </a:ext>
            </a:extLst>
          </p:cNvPr>
          <p:cNvSpPr txBox="1"/>
          <p:nvPr/>
        </p:nvSpPr>
        <p:spPr>
          <a:xfrm>
            <a:off x="3061129" y="2166190"/>
            <a:ext cx="3714750" cy="736600"/>
          </a:xfrm>
          <a:prstGeom prst="rect">
            <a:avLst/>
          </a:prstGeom>
        </p:spPr>
        <p:txBody>
          <a:bodyPr vert="horz" wrap="square" lIns="0" tIns="0" rIns="0" bIns="0" rtlCol="0" anchor="t" anchorCtr="0">
            <a:noAutofit/>
          </a:bodyPr>
          <a:lstStyle/>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Tradeshow booth attendance</a:t>
            </a:r>
          </a:p>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Two or more events attended within five days</a:t>
            </a:r>
          </a:p>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More than two attendees from the same account at the same event</a:t>
            </a:r>
          </a:p>
          <a:p>
            <a:pPr algn="l">
              <a:spcAft>
                <a:spcPts val="600"/>
              </a:spcAft>
            </a:pPr>
            <a:endParaRPr lang="en-US" sz="1500" b="1">
              <a:solidFill>
                <a:schemeClr val="tx2"/>
              </a:solidFill>
            </a:endParaRPr>
          </a:p>
        </p:txBody>
      </p:sp>
      <p:grpSp>
        <p:nvGrpSpPr>
          <p:cNvPr id="26" name="Group 25">
            <a:extLst>
              <a:ext uri="{FF2B5EF4-FFF2-40B4-BE49-F238E27FC236}">
                <a16:creationId xmlns:a16="http://schemas.microsoft.com/office/drawing/2014/main" id="{025EB271-B629-166B-869B-56B2FF807A6E}"/>
              </a:ext>
            </a:extLst>
          </p:cNvPr>
          <p:cNvGrpSpPr/>
          <p:nvPr/>
        </p:nvGrpSpPr>
        <p:grpSpPr>
          <a:xfrm>
            <a:off x="7730174" y="1521268"/>
            <a:ext cx="4071526" cy="1721951"/>
            <a:chOff x="727074" y="1521268"/>
            <a:chExt cx="2389505" cy="1424099"/>
          </a:xfrm>
        </p:grpSpPr>
        <p:sp>
          <p:nvSpPr>
            <p:cNvPr id="27" name="Shape 5">
              <a:extLst>
                <a:ext uri="{FF2B5EF4-FFF2-40B4-BE49-F238E27FC236}">
                  <a16:creationId xmlns:a16="http://schemas.microsoft.com/office/drawing/2014/main" id="{E0E4D35C-3874-1E09-657A-C6295126B7E6}"/>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28" name="Group 27">
              <a:extLst>
                <a:ext uri="{FF2B5EF4-FFF2-40B4-BE49-F238E27FC236}">
                  <a16:creationId xmlns:a16="http://schemas.microsoft.com/office/drawing/2014/main" id="{785D17DD-2507-71D0-3E46-747B83681555}"/>
                </a:ext>
              </a:extLst>
            </p:cNvPr>
            <p:cNvGrpSpPr/>
            <p:nvPr/>
          </p:nvGrpSpPr>
          <p:grpSpPr>
            <a:xfrm>
              <a:off x="1135442" y="1607837"/>
              <a:ext cx="1572768" cy="310896"/>
              <a:chOff x="832104" y="1581912"/>
              <a:chExt cx="1572768" cy="310896"/>
            </a:xfrm>
          </p:grpSpPr>
          <p:sp>
            <p:nvSpPr>
              <p:cNvPr id="29" name="Shape 6">
                <a:extLst>
                  <a:ext uri="{FF2B5EF4-FFF2-40B4-BE49-F238E27FC236}">
                    <a16:creationId xmlns:a16="http://schemas.microsoft.com/office/drawing/2014/main" id="{4F868C53-FB71-2F00-FD2C-D23D5E6DDC76}"/>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30" name="Text 7">
                <a:extLst>
                  <a:ext uri="{FF2B5EF4-FFF2-40B4-BE49-F238E27FC236}">
                    <a16:creationId xmlns:a16="http://schemas.microsoft.com/office/drawing/2014/main" id="{ABCEF424-4A77-75E7-BB55-2C376CD2E289}"/>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Outcome</a:t>
                </a:r>
                <a:endParaRPr lang="en-US" sz="930"/>
              </a:p>
            </p:txBody>
          </p:sp>
        </p:grpSp>
      </p:grpSp>
      <p:sp>
        <p:nvSpPr>
          <p:cNvPr id="31" name="TextBox 30">
            <a:extLst>
              <a:ext uri="{FF2B5EF4-FFF2-40B4-BE49-F238E27FC236}">
                <a16:creationId xmlns:a16="http://schemas.microsoft.com/office/drawing/2014/main" id="{485FCA95-AB53-21E8-DF79-6CF5CD044C59}"/>
              </a:ext>
            </a:extLst>
          </p:cNvPr>
          <p:cNvSpPr txBox="1"/>
          <p:nvPr/>
        </p:nvSpPr>
        <p:spPr>
          <a:xfrm>
            <a:off x="7480524" y="2160432"/>
            <a:ext cx="4321176" cy="736600"/>
          </a:xfrm>
          <a:prstGeom prst="rect">
            <a:avLst/>
          </a:prstGeom>
        </p:spPr>
        <p:txBody>
          <a:bodyPr vert="horz" wrap="square" lIns="0" tIns="0" rIns="0" bIns="0" rtlCol="0" anchor="t" anchorCtr="0">
            <a:noAutofit/>
          </a:bodyPr>
          <a:lstStyle/>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Qualified engagement is converted into an Open, High-priority Salesforce enrichment task</a:t>
            </a:r>
          </a:p>
          <a:p>
            <a:pPr marL="742950" lvl="1" indent="-28575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Tasks are linked to the appropriate Lead or Contact and include campaign, account, activity, restriction, and follow-up context</a:t>
            </a:r>
          </a:p>
          <a:p>
            <a:pPr algn="l">
              <a:spcAft>
                <a:spcPts val="600"/>
              </a:spcAft>
            </a:pPr>
            <a:endParaRPr lang="en-US" sz="1500" b="1">
              <a:solidFill>
                <a:schemeClr val="tx2"/>
              </a:solidFill>
            </a:endParaRPr>
          </a:p>
        </p:txBody>
      </p:sp>
      <p:grpSp>
        <p:nvGrpSpPr>
          <p:cNvPr id="50" name="Group 49">
            <a:extLst>
              <a:ext uri="{FF2B5EF4-FFF2-40B4-BE49-F238E27FC236}">
                <a16:creationId xmlns:a16="http://schemas.microsoft.com/office/drawing/2014/main" id="{F2F9B4EA-0422-0D43-E49A-5F3AD040D06D}"/>
              </a:ext>
            </a:extLst>
          </p:cNvPr>
          <p:cNvGrpSpPr/>
          <p:nvPr/>
        </p:nvGrpSpPr>
        <p:grpSpPr>
          <a:xfrm>
            <a:off x="602698" y="4066107"/>
            <a:ext cx="11146536" cy="2066544"/>
            <a:chOff x="588707" y="3702239"/>
            <a:chExt cx="11146536" cy="2066544"/>
          </a:xfrm>
          <a:effectLst>
            <a:outerShdw blurRad="152400" dist="317500" dir="5400000" sx="90000" sy="-19000" rotWithShape="0">
              <a:prstClr val="black">
                <a:alpha val="15000"/>
              </a:prstClr>
            </a:outerShdw>
          </a:effectLst>
        </p:grpSpPr>
        <p:sp>
          <p:nvSpPr>
            <p:cNvPr id="33" name="Shape 12">
              <a:extLst>
                <a:ext uri="{FF2B5EF4-FFF2-40B4-BE49-F238E27FC236}">
                  <a16:creationId xmlns:a16="http://schemas.microsoft.com/office/drawing/2014/main" id="{EE973A3D-4FD9-A954-3E6F-F07FE7FE15CE}"/>
                </a:ext>
              </a:extLst>
            </p:cNvPr>
            <p:cNvSpPr/>
            <p:nvPr/>
          </p:nvSpPr>
          <p:spPr>
            <a:xfrm>
              <a:off x="2463227" y="4698935"/>
              <a:ext cx="548640" cy="0"/>
            </a:xfrm>
            <a:prstGeom prst="line">
              <a:avLst/>
            </a:prstGeom>
            <a:noFill/>
            <a:ln w="17780">
              <a:solidFill>
                <a:srgbClr val="6A7D90"/>
              </a:solidFill>
              <a:prstDash val="solid"/>
              <a:headEnd type="none"/>
              <a:tailEnd type="triangle"/>
            </a:ln>
          </p:spPr>
          <p:txBody>
            <a:bodyPr/>
            <a:lstStyle/>
            <a:p>
              <a:endParaRPr lang="en-US"/>
            </a:p>
          </p:txBody>
        </p:sp>
        <p:sp>
          <p:nvSpPr>
            <p:cNvPr id="35" name="Shape 13">
              <a:extLst>
                <a:ext uri="{FF2B5EF4-FFF2-40B4-BE49-F238E27FC236}">
                  <a16:creationId xmlns:a16="http://schemas.microsoft.com/office/drawing/2014/main" id="{42D5CB5C-70ED-A977-7749-E5274E05A346}"/>
                </a:ext>
              </a:extLst>
            </p:cNvPr>
            <p:cNvSpPr/>
            <p:nvPr/>
          </p:nvSpPr>
          <p:spPr>
            <a:xfrm>
              <a:off x="4886387" y="4698935"/>
              <a:ext cx="566928" cy="0"/>
            </a:xfrm>
            <a:prstGeom prst="line">
              <a:avLst/>
            </a:prstGeom>
            <a:noFill/>
            <a:ln w="17780">
              <a:solidFill>
                <a:srgbClr val="6A7D90"/>
              </a:solidFill>
              <a:prstDash val="solid"/>
              <a:headEnd type="none"/>
              <a:tailEnd type="triangle"/>
            </a:ln>
          </p:spPr>
          <p:txBody>
            <a:bodyPr/>
            <a:lstStyle/>
            <a:p>
              <a:endParaRPr lang="en-US"/>
            </a:p>
          </p:txBody>
        </p:sp>
        <p:sp>
          <p:nvSpPr>
            <p:cNvPr id="37" name="Shape 14">
              <a:extLst>
                <a:ext uri="{FF2B5EF4-FFF2-40B4-BE49-F238E27FC236}">
                  <a16:creationId xmlns:a16="http://schemas.microsoft.com/office/drawing/2014/main" id="{D0CD789B-E45A-6E11-DBFF-422AC97C9F3B}"/>
                </a:ext>
              </a:extLst>
            </p:cNvPr>
            <p:cNvSpPr/>
            <p:nvPr/>
          </p:nvSpPr>
          <p:spPr>
            <a:xfrm>
              <a:off x="7355267" y="4698935"/>
              <a:ext cx="576072" cy="0"/>
            </a:xfrm>
            <a:prstGeom prst="line">
              <a:avLst/>
            </a:prstGeom>
            <a:noFill/>
            <a:ln w="17780">
              <a:solidFill>
                <a:srgbClr val="6A7D90"/>
              </a:solidFill>
              <a:prstDash val="solid"/>
              <a:headEnd type="none"/>
              <a:tailEnd type="triangle"/>
            </a:ln>
          </p:spPr>
          <p:txBody>
            <a:bodyPr/>
            <a:lstStyle/>
            <a:p>
              <a:endParaRPr lang="en-US"/>
            </a:p>
          </p:txBody>
        </p:sp>
        <p:sp>
          <p:nvSpPr>
            <p:cNvPr id="39" name="Shape 15">
              <a:extLst>
                <a:ext uri="{FF2B5EF4-FFF2-40B4-BE49-F238E27FC236}">
                  <a16:creationId xmlns:a16="http://schemas.microsoft.com/office/drawing/2014/main" id="{BA15E605-E9FA-E0DC-8185-B6E9C9720660}"/>
                </a:ext>
              </a:extLst>
            </p:cNvPr>
            <p:cNvSpPr/>
            <p:nvPr/>
          </p:nvSpPr>
          <p:spPr>
            <a:xfrm>
              <a:off x="9750995" y="4698935"/>
              <a:ext cx="274320" cy="0"/>
            </a:xfrm>
            <a:prstGeom prst="line">
              <a:avLst/>
            </a:prstGeom>
            <a:noFill/>
            <a:ln w="17780">
              <a:solidFill>
                <a:srgbClr val="6A7D90"/>
              </a:solidFill>
              <a:prstDash val="solid"/>
              <a:headEnd type="none"/>
              <a:tailEnd type="triangle"/>
            </a:ln>
          </p:spPr>
          <p:txBody>
            <a:bodyPr/>
            <a:lstStyle/>
            <a:p>
              <a:endParaRPr lang="en-US"/>
            </a:p>
          </p:txBody>
        </p:sp>
        <p:sp>
          <p:nvSpPr>
            <p:cNvPr id="41" name="Shape 17">
              <a:extLst>
                <a:ext uri="{FF2B5EF4-FFF2-40B4-BE49-F238E27FC236}">
                  <a16:creationId xmlns:a16="http://schemas.microsoft.com/office/drawing/2014/main" id="{F4066A43-D31C-553B-A204-6FF8DF03618C}"/>
                </a:ext>
              </a:extLst>
            </p:cNvPr>
            <p:cNvSpPr/>
            <p:nvPr/>
          </p:nvSpPr>
          <p:spPr>
            <a:xfrm>
              <a:off x="588707" y="3702239"/>
              <a:ext cx="1874520" cy="2066544"/>
            </a:xfrm>
            <a:prstGeom prst="roundRect">
              <a:avLst>
                <a:gd name="adj" fmla="val 5854"/>
              </a:avLst>
            </a:prstGeom>
            <a:solidFill>
              <a:srgbClr val="EAF3FB"/>
            </a:solidFill>
            <a:ln w="12700">
              <a:solidFill>
                <a:srgbClr val="2F75B5"/>
              </a:solidFill>
              <a:prstDash val="solid"/>
            </a:ln>
          </p:spPr>
          <p:txBody>
            <a:bodyPr/>
            <a:lstStyle/>
            <a:p>
              <a:endParaRPr lang="en-US"/>
            </a:p>
          </p:txBody>
        </p:sp>
        <p:sp>
          <p:nvSpPr>
            <p:cNvPr id="43" name="Shape 20">
              <a:extLst>
                <a:ext uri="{FF2B5EF4-FFF2-40B4-BE49-F238E27FC236}">
                  <a16:creationId xmlns:a16="http://schemas.microsoft.com/office/drawing/2014/main" id="{88B78074-2BE0-DA7A-EE7B-ABAA772D8D20}"/>
                </a:ext>
              </a:extLst>
            </p:cNvPr>
            <p:cNvSpPr/>
            <p:nvPr/>
          </p:nvSpPr>
          <p:spPr>
            <a:xfrm>
              <a:off x="3011867" y="3702239"/>
              <a:ext cx="1874520" cy="2066544"/>
            </a:xfrm>
            <a:prstGeom prst="roundRect">
              <a:avLst>
                <a:gd name="adj" fmla="val 5854"/>
              </a:avLst>
            </a:prstGeom>
            <a:solidFill>
              <a:srgbClr val="EADCF8"/>
            </a:solidFill>
            <a:ln w="12700">
              <a:solidFill>
                <a:srgbClr val="7030A0"/>
              </a:solidFill>
              <a:prstDash val="solid"/>
            </a:ln>
          </p:spPr>
          <p:txBody>
            <a:bodyPr/>
            <a:lstStyle/>
            <a:p>
              <a:endParaRPr lang="en-US"/>
            </a:p>
          </p:txBody>
        </p:sp>
        <p:sp>
          <p:nvSpPr>
            <p:cNvPr id="45" name="Shape 23">
              <a:extLst>
                <a:ext uri="{FF2B5EF4-FFF2-40B4-BE49-F238E27FC236}">
                  <a16:creationId xmlns:a16="http://schemas.microsoft.com/office/drawing/2014/main" id="{F982DA27-F835-ED1F-EC6B-8CA9AB27BEDD}"/>
                </a:ext>
              </a:extLst>
            </p:cNvPr>
            <p:cNvSpPr/>
            <p:nvPr/>
          </p:nvSpPr>
          <p:spPr>
            <a:xfrm>
              <a:off x="5453315" y="3702239"/>
              <a:ext cx="1901952" cy="2066544"/>
            </a:xfrm>
            <a:prstGeom prst="roundRect">
              <a:avLst>
                <a:gd name="adj" fmla="val 5769"/>
              </a:avLst>
            </a:prstGeom>
            <a:solidFill>
              <a:srgbClr val="E2F0D9"/>
            </a:solidFill>
            <a:ln w="12700">
              <a:solidFill>
                <a:srgbClr val="70AD47"/>
              </a:solidFill>
              <a:prstDash val="solid"/>
            </a:ln>
          </p:spPr>
          <p:txBody>
            <a:bodyPr/>
            <a:lstStyle/>
            <a:p>
              <a:endParaRPr lang="en-US"/>
            </a:p>
          </p:txBody>
        </p:sp>
        <p:sp>
          <p:nvSpPr>
            <p:cNvPr id="47" name="Shape 26">
              <a:extLst>
                <a:ext uri="{FF2B5EF4-FFF2-40B4-BE49-F238E27FC236}">
                  <a16:creationId xmlns:a16="http://schemas.microsoft.com/office/drawing/2014/main" id="{0473F51F-97C8-8E93-0D69-39F57DC68853}"/>
                </a:ext>
              </a:extLst>
            </p:cNvPr>
            <p:cNvSpPr/>
            <p:nvPr/>
          </p:nvSpPr>
          <p:spPr>
            <a:xfrm>
              <a:off x="7931339" y="3702239"/>
              <a:ext cx="1819656" cy="2066544"/>
            </a:xfrm>
            <a:prstGeom prst="roundRect">
              <a:avLst>
                <a:gd name="adj" fmla="val 6030"/>
              </a:avLst>
            </a:prstGeom>
            <a:solidFill>
              <a:srgbClr val="FCE4D6"/>
            </a:solidFill>
            <a:ln w="12700">
              <a:solidFill>
                <a:srgbClr val="ED7D31"/>
              </a:solidFill>
              <a:prstDash val="solid"/>
            </a:ln>
          </p:spPr>
          <p:txBody>
            <a:bodyPr/>
            <a:lstStyle/>
            <a:p>
              <a:endParaRPr lang="en-US"/>
            </a:p>
          </p:txBody>
        </p:sp>
        <p:sp>
          <p:nvSpPr>
            <p:cNvPr id="49" name="Shape 29">
              <a:extLst>
                <a:ext uri="{FF2B5EF4-FFF2-40B4-BE49-F238E27FC236}">
                  <a16:creationId xmlns:a16="http://schemas.microsoft.com/office/drawing/2014/main" id="{B808B853-0B95-712D-E96B-E5B9FCA0345E}"/>
                </a:ext>
              </a:extLst>
            </p:cNvPr>
            <p:cNvSpPr/>
            <p:nvPr/>
          </p:nvSpPr>
          <p:spPr>
            <a:xfrm>
              <a:off x="10025315" y="3702239"/>
              <a:ext cx="1709928" cy="2066544"/>
            </a:xfrm>
            <a:prstGeom prst="roundRect">
              <a:avLst>
                <a:gd name="adj" fmla="val 6417"/>
              </a:avLst>
            </a:prstGeom>
            <a:solidFill>
              <a:srgbClr val="EEF4FA"/>
            </a:solidFill>
            <a:ln w="12700">
              <a:solidFill>
                <a:srgbClr val="C6D4E1"/>
              </a:solidFill>
              <a:prstDash val="solid"/>
            </a:ln>
          </p:spPr>
          <p:txBody>
            <a:bodyPr/>
            <a:lstStyle/>
            <a:p>
              <a:endParaRPr lang="en-US"/>
            </a:p>
          </p:txBody>
        </p:sp>
      </p:grpSp>
      <p:sp>
        <p:nvSpPr>
          <p:cNvPr id="53" name="Shape 2">
            <a:extLst>
              <a:ext uri="{FF2B5EF4-FFF2-40B4-BE49-F238E27FC236}">
                <a16:creationId xmlns:a16="http://schemas.microsoft.com/office/drawing/2014/main" id="{C7162C97-161C-142C-279C-40E9F521ABC1}"/>
              </a:ext>
            </a:extLst>
          </p:cNvPr>
          <p:cNvSpPr/>
          <p:nvPr/>
        </p:nvSpPr>
        <p:spPr>
          <a:xfrm>
            <a:off x="808875" y="4937276"/>
            <a:ext cx="1434184" cy="350397"/>
          </a:xfrm>
          <a:prstGeom prst="roundRect">
            <a:avLst>
              <a:gd name="adj" fmla="val 25806"/>
            </a:avLst>
          </a:prstGeom>
          <a:solidFill>
            <a:srgbClr val="2F75B5"/>
          </a:solidFill>
          <a:ln w="12700">
            <a:solidFill>
              <a:srgbClr val="2F75B5"/>
            </a:solidFill>
            <a:prstDash val="solid"/>
          </a:ln>
        </p:spPr>
        <p:txBody>
          <a:bodyPr/>
          <a:lstStyle/>
          <a:p>
            <a:endParaRPr lang="en-US"/>
          </a:p>
        </p:txBody>
      </p:sp>
      <p:sp>
        <p:nvSpPr>
          <p:cNvPr id="55" name="Shape 4">
            <a:extLst>
              <a:ext uri="{FF2B5EF4-FFF2-40B4-BE49-F238E27FC236}">
                <a16:creationId xmlns:a16="http://schemas.microsoft.com/office/drawing/2014/main" id="{7236E1F6-1B16-D453-060D-1EC8550CD396}"/>
              </a:ext>
            </a:extLst>
          </p:cNvPr>
          <p:cNvSpPr/>
          <p:nvPr/>
        </p:nvSpPr>
        <p:spPr>
          <a:xfrm>
            <a:off x="3197055" y="4937276"/>
            <a:ext cx="1504144" cy="350397"/>
          </a:xfrm>
          <a:prstGeom prst="roundRect">
            <a:avLst>
              <a:gd name="adj" fmla="val 25806"/>
            </a:avLst>
          </a:prstGeom>
          <a:solidFill>
            <a:srgbClr val="2F75B5"/>
          </a:solidFill>
          <a:ln w="12700">
            <a:solidFill>
              <a:srgbClr val="2F75B5"/>
            </a:solidFill>
            <a:prstDash val="solid"/>
          </a:ln>
        </p:spPr>
        <p:txBody>
          <a:bodyPr/>
          <a:lstStyle/>
          <a:p>
            <a:endParaRPr lang="en-US"/>
          </a:p>
        </p:txBody>
      </p:sp>
      <p:sp>
        <p:nvSpPr>
          <p:cNvPr id="57" name="Shape 6">
            <a:extLst>
              <a:ext uri="{FF2B5EF4-FFF2-40B4-BE49-F238E27FC236}">
                <a16:creationId xmlns:a16="http://schemas.microsoft.com/office/drawing/2014/main" id="{8D822F53-46FC-4D85-7191-FCDB130331DB}"/>
              </a:ext>
            </a:extLst>
          </p:cNvPr>
          <p:cNvSpPr/>
          <p:nvPr/>
        </p:nvSpPr>
        <p:spPr>
          <a:xfrm>
            <a:off x="5652219" y="4937276"/>
            <a:ext cx="1504144" cy="350397"/>
          </a:xfrm>
          <a:prstGeom prst="roundRect">
            <a:avLst>
              <a:gd name="adj" fmla="val 25806"/>
            </a:avLst>
          </a:prstGeom>
          <a:solidFill>
            <a:srgbClr val="2F75B5"/>
          </a:solidFill>
          <a:ln w="12700">
            <a:solidFill>
              <a:srgbClr val="2F75B5"/>
            </a:solidFill>
            <a:prstDash val="solid"/>
          </a:ln>
        </p:spPr>
        <p:txBody>
          <a:bodyPr/>
          <a:lstStyle/>
          <a:p>
            <a:endParaRPr lang="en-US"/>
          </a:p>
        </p:txBody>
      </p:sp>
      <p:sp>
        <p:nvSpPr>
          <p:cNvPr id="59" name="Shape 8">
            <a:extLst>
              <a:ext uri="{FF2B5EF4-FFF2-40B4-BE49-F238E27FC236}">
                <a16:creationId xmlns:a16="http://schemas.microsoft.com/office/drawing/2014/main" id="{BF4FB056-7CE5-5FD0-C9A2-9159A30A15E0}"/>
              </a:ext>
            </a:extLst>
          </p:cNvPr>
          <p:cNvSpPr/>
          <p:nvPr/>
        </p:nvSpPr>
        <p:spPr>
          <a:xfrm>
            <a:off x="8141565" y="4937275"/>
            <a:ext cx="1399204" cy="350397"/>
          </a:xfrm>
          <a:prstGeom prst="roundRect">
            <a:avLst>
              <a:gd name="adj" fmla="val 25806"/>
            </a:avLst>
          </a:prstGeom>
          <a:solidFill>
            <a:srgbClr val="2F75B5"/>
          </a:solidFill>
          <a:ln w="12700">
            <a:solidFill>
              <a:srgbClr val="2F75B5"/>
            </a:solidFill>
            <a:prstDash val="solid"/>
          </a:ln>
        </p:spPr>
        <p:txBody>
          <a:bodyPr/>
          <a:lstStyle/>
          <a:p>
            <a:endParaRPr lang="en-US"/>
          </a:p>
        </p:txBody>
      </p:sp>
      <p:sp>
        <p:nvSpPr>
          <p:cNvPr id="61" name="Shape 10">
            <a:extLst>
              <a:ext uri="{FF2B5EF4-FFF2-40B4-BE49-F238E27FC236}">
                <a16:creationId xmlns:a16="http://schemas.microsoft.com/office/drawing/2014/main" id="{19D7B0C3-92EB-27C0-2E62-83785A600339}"/>
              </a:ext>
            </a:extLst>
          </p:cNvPr>
          <p:cNvSpPr/>
          <p:nvPr/>
        </p:nvSpPr>
        <p:spPr>
          <a:xfrm>
            <a:off x="10215657" y="4937275"/>
            <a:ext cx="1329244" cy="350397"/>
          </a:xfrm>
          <a:prstGeom prst="roundRect">
            <a:avLst>
              <a:gd name="adj" fmla="val 25806"/>
            </a:avLst>
          </a:prstGeom>
          <a:solidFill>
            <a:srgbClr val="2F75B5"/>
          </a:solidFill>
          <a:ln w="12700">
            <a:solidFill>
              <a:srgbClr val="2F75B5"/>
            </a:solidFill>
            <a:prstDash val="solid"/>
          </a:ln>
        </p:spPr>
        <p:txBody>
          <a:bodyPr/>
          <a:lstStyle/>
          <a:p>
            <a:endParaRPr lang="en-US"/>
          </a:p>
        </p:txBody>
      </p:sp>
      <p:sp>
        <p:nvSpPr>
          <p:cNvPr id="64" name="Text 7">
            <a:extLst>
              <a:ext uri="{FF2B5EF4-FFF2-40B4-BE49-F238E27FC236}">
                <a16:creationId xmlns:a16="http://schemas.microsoft.com/office/drawing/2014/main" id="{72EC211C-3960-417F-8D93-53A4094C70D7}"/>
              </a:ext>
            </a:extLst>
          </p:cNvPr>
          <p:cNvSpPr/>
          <p:nvPr/>
        </p:nvSpPr>
        <p:spPr>
          <a:xfrm>
            <a:off x="806604" y="4989781"/>
            <a:ext cx="1426464" cy="265355"/>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Form and Event Signals</a:t>
            </a:r>
            <a:endParaRPr lang="en-US" sz="930"/>
          </a:p>
        </p:txBody>
      </p:sp>
      <p:sp>
        <p:nvSpPr>
          <p:cNvPr id="66" name="Text 7">
            <a:extLst>
              <a:ext uri="{FF2B5EF4-FFF2-40B4-BE49-F238E27FC236}">
                <a16:creationId xmlns:a16="http://schemas.microsoft.com/office/drawing/2014/main" id="{95D5D7AD-8265-B13B-B39A-D4362819031F}"/>
              </a:ext>
            </a:extLst>
          </p:cNvPr>
          <p:cNvSpPr/>
          <p:nvPr/>
        </p:nvSpPr>
        <p:spPr>
          <a:xfrm>
            <a:off x="3208506" y="4989781"/>
            <a:ext cx="1426464" cy="265355"/>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SFMC Qualification</a:t>
            </a:r>
            <a:endParaRPr lang="en-US" sz="930"/>
          </a:p>
        </p:txBody>
      </p:sp>
      <p:sp>
        <p:nvSpPr>
          <p:cNvPr id="68" name="Text 7">
            <a:extLst>
              <a:ext uri="{FF2B5EF4-FFF2-40B4-BE49-F238E27FC236}">
                <a16:creationId xmlns:a16="http://schemas.microsoft.com/office/drawing/2014/main" id="{C0CDCD21-2CAC-73FF-42F3-296DF4E36901}"/>
              </a:ext>
            </a:extLst>
          </p:cNvPr>
          <p:cNvSpPr/>
          <p:nvPr/>
        </p:nvSpPr>
        <p:spPr>
          <a:xfrm>
            <a:off x="5686530" y="4989781"/>
            <a:ext cx="1426464" cy="265355"/>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Journey Builder</a:t>
            </a:r>
            <a:endParaRPr lang="en-US" sz="930"/>
          </a:p>
        </p:txBody>
      </p:sp>
      <p:sp>
        <p:nvSpPr>
          <p:cNvPr id="70" name="Text 7">
            <a:extLst>
              <a:ext uri="{FF2B5EF4-FFF2-40B4-BE49-F238E27FC236}">
                <a16:creationId xmlns:a16="http://schemas.microsoft.com/office/drawing/2014/main" id="{BB0A398A-5507-7723-82B8-4CCE75543DB8}"/>
              </a:ext>
            </a:extLst>
          </p:cNvPr>
          <p:cNvSpPr/>
          <p:nvPr/>
        </p:nvSpPr>
        <p:spPr>
          <a:xfrm>
            <a:off x="8077705" y="4989781"/>
            <a:ext cx="1426464" cy="265355"/>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Salesforce Task</a:t>
            </a:r>
            <a:endParaRPr lang="en-US" sz="930"/>
          </a:p>
        </p:txBody>
      </p:sp>
      <p:sp>
        <p:nvSpPr>
          <p:cNvPr id="72" name="Text 7">
            <a:extLst>
              <a:ext uri="{FF2B5EF4-FFF2-40B4-BE49-F238E27FC236}">
                <a16:creationId xmlns:a16="http://schemas.microsoft.com/office/drawing/2014/main" id="{1C9FEBF3-1BBB-926B-2F14-7BC60F679946}"/>
              </a:ext>
            </a:extLst>
          </p:cNvPr>
          <p:cNvSpPr/>
          <p:nvPr/>
        </p:nvSpPr>
        <p:spPr>
          <a:xfrm>
            <a:off x="10118437" y="4966702"/>
            <a:ext cx="1426464" cy="265355"/>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Sales Follow-up</a:t>
            </a:r>
            <a:endParaRPr lang="en-US" sz="930"/>
          </a:p>
        </p:txBody>
      </p:sp>
    </p:spTree>
    <p:extLst>
      <p:ext uri="{BB962C8B-B14F-4D97-AF65-F5344CB8AC3E}">
        <p14:creationId xmlns:p14="http://schemas.microsoft.com/office/powerpoint/2010/main" val="3173053693"/>
      </p:ext>
    </p:extLst>
  </p:cSld>
  <p:clrMapOvr>
    <a:masterClrMapping/>
  </p:clrMapOvr>
  <p:extLst>
    <p:ext uri="{6950BFC3-D8DA-4A85-94F7-54DA5524770B}">
      <p188:commentRel xmlns:p188="http://schemas.microsoft.com/office/powerpoint/2018/8/main" r:id="rId3"/>
    </p:ext>
  </p:extLs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A1C0A-3ED2-BFC7-8D7B-DEBC9066F7F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A55BD651-D7C1-DBA4-B1FB-E866089A5C5C}"/>
              </a:ext>
            </a:extLst>
          </p:cNvPr>
          <p:cNvSpPr>
            <a:spLocks noGrp="1"/>
          </p:cNvSpPr>
          <p:nvPr>
            <p:ph type="title"/>
          </p:nvPr>
        </p:nvSpPr>
        <p:spPr>
          <a:xfrm>
            <a:off x="881633" y="444611"/>
            <a:ext cx="10204450" cy="533400"/>
          </a:xfrm>
        </p:spPr>
        <p:txBody>
          <a:bodyPr/>
          <a:lstStyle/>
          <a:p>
            <a:r>
              <a:rPr lang="en-US"/>
              <a:t>How the Automations Qualify Lead-Generation Signals</a:t>
            </a:r>
            <a:endParaRPr lang="en-GB"/>
          </a:p>
        </p:txBody>
      </p:sp>
      <p:sp>
        <p:nvSpPr>
          <p:cNvPr id="4" name="TextBox 3">
            <a:extLst>
              <a:ext uri="{FF2B5EF4-FFF2-40B4-BE49-F238E27FC236}">
                <a16:creationId xmlns:a16="http://schemas.microsoft.com/office/drawing/2014/main" id="{CD8ED7DA-B062-D811-75B3-06B328689700}"/>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grpSp>
        <p:nvGrpSpPr>
          <p:cNvPr id="32" name="Group 31">
            <a:extLst>
              <a:ext uri="{FF2B5EF4-FFF2-40B4-BE49-F238E27FC236}">
                <a16:creationId xmlns:a16="http://schemas.microsoft.com/office/drawing/2014/main" id="{F8F653B1-BA8E-900C-6D87-D054BE07AB71}"/>
              </a:ext>
            </a:extLst>
          </p:cNvPr>
          <p:cNvGrpSpPr/>
          <p:nvPr/>
        </p:nvGrpSpPr>
        <p:grpSpPr>
          <a:xfrm>
            <a:off x="948808" y="1384866"/>
            <a:ext cx="4024947" cy="2336357"/>
            <a:chOff x="257175" y="1521268"/>
            <a:chExt cx="4024947" cy="2336357"/>
          </a:xfrm>
        </p:grpSpPr>
        <p:grpSp>
          <p:nvGrpSpPr>
            <p:cNvPr id="16" name="Group 15">
              <a:extLst>
                <a:ext uri="{FF2B5EF4-FFF2-40B4-BE49-F238E27FC236}">
                  <a16:creationId xmlns:a16="http://schemas.microsoft.com/office/drawing/2014/main" id="{77CA10DB-5448-C1E5-5801-1590539921C8}"/>
                </a:ext>
              </a:extLst>
            </p:cNvPr>
            <p:cNvGrpSpPr/>
            <p:nvPr/>
          </p:nvGrpSpPr>
          <p:grpSpPr>
            <a:xfrm>
              <a:off x="257175" y="1521268"/>
              <a:ext cx="4024947" cy="2336357"/>
              <a:chOff x="727074" y="1521268"/>
              <a:chExt cx="2389505" cy="1424099"/>
            </a:xfrm>
          </p:grpSpPr>
          <p:sp>
            <p:nvSpPr>
              <p:cNvPr id="17" name="Shape 5">
                <a:extLst>
                  <a:ext uri="{FF2B5EF4-FFF2-40B4-BE49-F238E27FC236}">
                    <a16:creationId xmlns:a16="http://schemas.microsoft.com/office/drawing/2014/main" id="{A497F734-BE57-F649-6CB4-AADBC00E94BF}"/>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18" name="Group 17">
                <a:extLst>
                  <a:ext uri="{FF2B5EF4-FFF2-40B4-BE49-F238E27FC236}">
                    <a16:creationId xmlns:a16="http://schemas.microsoft.com/office/drawing/2014/main" id="{AEDCAED6-470C-9C43-A3A2-EAE97B4A11A9}"/>
                  </a:ext>
                </a:extLst>
              </p:cNvPr>
              <p:cNvGrpSpPr/>
              <p:nvPr/>
            </p:nvGrpSpPr>
            <p:grpSpPr>
              <a:xfrm>
                <a:off x="1135442" y="1603199"/>
                <a:ext cx="1572768" cy="219456"/>
                <a:chOff x="832104" y="1577274"/>
                <a:chExt cx="1572768" cy="219456"/>
              </a:xfrm>
            </p:grpSpPr>
            <p:sp>
              <p:nvSpPr>
                <p:cNvPr id="19" name="Shape 6">
                  <a:extLst>
                    <a:ext uri="{FF2B5EF4-FFF2-40B4-BE49-F238E27FC236}">
                      <a16:creationId xmlns:a16="http://schemas.microsoft.com/office/drawing/2014/main" id="{A0A44873-E39A-7D3A-B1CC-8D7F63F9AF0B}"/>
                    </a:ext>
                  </a:extLst>
                </p:cNvPr>
                <p:cNvSpPr/>
                <p:nvPr/>
              </p:nvSpPr>
              <p:spPr>
                <a:xfrm>
                  <a:off x="832104" y="1581912"/>
                  <a:ext cx="1572768" cy="206372"/>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0" name="Text 7">
                  <a:extLst>
                    <a:ext uri="{FF2B5EF4-FFF2-40B4-BE49-F238E27FC236}">
                      <a16:creationId xmlns:a16="http://schemas.microsoft.com/office/drawing/2014/main" id="{E1DD61F8-9A62-49DD-AB23-4D487B04862F}"/>
                    </a:ext>
                  </a:extLst>
                </p:cNvPr>
                <p:cNvSpPr/>
                <p:nvPr/>
              </p:nvSpPr>
              <p:spPr>
                <a:xfrm>
                  <a:off x="905256" y="1577274"/>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Form Qualification</a:t>
                  </a:r>
                  <a:endParaRPr lang="en-US" sz="930"/>
                </a:p>
              </p:txBody>
            </p:sp>
          </p:grpSp>
        </p:grpSp>
        <p:sp>
          <p:nvSpPr>
            <p:cNvPr id="27" name="TextBox 26">
              <a:extLst>
                <a:ext uri="{FF2B5EF4-FFF2-40B4-BE49-F238E27FC236}">
                  <a16:creationId xmlns:a16="http://schemas.microsoft.com/office/drawing/2014/main" id="{6B19F237-DE3E-7646-5DC5-1A5E9E72046C}"/>
                </a:ext>
              </a:extLst>
            </p:cNvPr>
            <p:cNvSpPr txBox="1"/>
            <p:nvPr/>
          </p:nvSpPr>
          <p:spPr>
            <a:xfrm>
              <a:off x="369594" y="2065628"/>
              <a:ext cx="3729175" cy="1655595"/>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Match submissions to an existing Salesforce Lead or Contact</a:t>
              </a: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Recover missing Salesforce IDs from master form data when possible</a:t>
              </a: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Limit processing to selected inquiry types and recent activity</a:t>
              </a: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Prepare task subjects and follow-up context from the form submission</a:t>
              </a:r>
            </a:p>
            <a:p>
              <a:pPr algn="l">
                <a:spcAft>
                  <a:spcPts val="600"/>
                </a:spcAft>
              </a:pPr>
              <a:endParaRPr lang="en-US" sz="1500" b="1">
                <a:solidFill>
                  <a:schemeClr val="tx2"/>
                </a:solidFill>
              </a:endParaRPr>
            </a:p>
          </p:txBody>
        </p:sp>
      </p:grpSp>
      <p:grpSp>
        <p:nvGrpSpPr>
          <p:cNvPr id="33" name="Group 32">
            <a:extLst>
              <a:ext uri="{FF2B5EF4-FFF2-40B4-BE49-F238E27FC236}">
                <a16:creationId xmlns:a16="http://schemas.microsoft.com/office/drawing/2014/main" id="{DBF07331-F050-8CEA-CB00-4E693BBBDDF2}"/>
              </a:ext>
            </a:extLst>
          </p:cNvPr>
          <p:cNvGrpSpPr/>
          <p:nvPr/>
        </p:nvGrpSpPr>
        <p:grpSpPr>
          <a:xfrm>
            <a:off x="5784840" y="1384866"/>
            <a:ext cx="4933441" cy="2336357"/>
            <a:chOff x="6096000" y="1384866"/>
            <a:chExt cx="4933441" cy="2336357"/>
          </a:xfrm>
        </p:grpSpPr>
        <p:grpSp>
          <p:nvGrpSpPr>
            <p:cNvPr id="5" name="Group 4">
              <a:extLst>
                <a:ext uri="{FF2B5EF4-FFF2-40B4-BE49-F238E27FC236}">
                  <a16:creationId xmlns:a16="http://schemas.microsoft.com/office/drawing/2014/main" id="{2B1DED90-F5C4-F478-B243-E651957FE803}"/>
                </a:ext>
              </a:extLst>
            </p:cNvPr>
            <p:cNvGrpSpPr/>
            <p:nvPr/>
          </p:nvGrpSpPr>
          <p:grpSpPr>
            <a:xfrm>
              <a:off x="6096000" y="1384866"/>
              <a:ext cx="4933441" cy="2336357"/>
              <a:chOff x="727074" y="1521268"/>
              <a:chExt cx="2389505" cy="1424099"/>
            </a:xfrm>
          </p:grpSpPr>
          <p:sp>
            <p:nvSpPr>
              <p:cNvPr id="8" name="Shape 5">
                <a:extLst>
                  <a:ext uri="{FF2B5EF4-FFF2-40B4-BE49-F238E27FC236}">
                    <a16:creationId xmlns:a16="http://schemas.microsoft.com/office/drawing/2014/main" id="{AC491D09-572D-3A32-5397-D4469DA2F887}"/>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12" name="Group 11">
                <a:extLst>
                  <a:ext uri="{FF2B5EF4-FFF2-40B4-BE49-F238E27FC236}">
                    <a16:creationId xmlns:a16="http://schemas.microsoft.com/office/drawing/2014/main" id="{9908F322-3D4C-E41B-9E1B-5DBE6CA2B2E5}"/>
                  </a:ext>
                </a:extLst>
              </p:cNvPr>
              <p:cNvGrpSpPr/>
              <p:nvPr/>
            </p:nvGrpSpPr>
            <p:grpSpPr>
              <a:xfrm>
                <a:off x="1135442" y="1598696"/>
                <a:ext cx="1572768" cy="219456"/>
                <a:chOff x="832104" y="1572771"/>
                <a:chExt cx="1572768" cy="219456"/>
              </a:xfrm>
            </p:grpSpPr>
            <p:sp>
              <p:nvSpPr>
                <p:cNvPr id="13" name="Shape 6">
                  <a:extLst>
                    <a:ext uri="{FF2B5EF4-FFF2-40B4-BE49-F238E27FC236}">
                      <a16:creationId xmlns:a16="http://schemas.microsoft.com/office/drawing/2014/main" id="{9A0EE3F4-D840-ECE5-4731-02ABD86E2D61}"/>
                    </a:ext>
                  </a:extLst>
                </p:cNvPr>
                <p:cNvSpPr/>
                <p:nvPr/>
              </p:nvSpPr>
              <p:spPr>
                <a:xfrm>
                  <a:off x="832104" y="1581912"/>
                  <a:ext cx="1572768" cy="206372"/>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4" name="Text 7">
                  <a:extLst>
                    <a:ext uri="{FF2B5EF4-FFF2-40B4-BE49-F238E27FC236}">
                      <a16:creationId xmlns:a16="http://schemas.microsoft.com/office/drawing/2014/main" id="{D30817E6-0F3F-DB80-9588-F4F277042AE1}"/>
                    </a:ext>
                  </a:extLst>
                </p:cNvPr>
                <p:cNvSpPr/>
                <p:nvPr/>
              </p:nvSpPr>
              <p:spPr>
                <a:xfrm>
                  <a:off x="877730" y="1572771"/>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Event Qualification</a:t>
                  </a:r>
                  <a:endParaRPr lang="en-US" sz="930"/>
                </a:p>
              </p:txBody>
            </p:sp>
          </p:grpSp>
        </p:grpSp>
        <p:sp>
          <p:nvSpPr>
            <p:cNvPr id="29" name="TextBox 28">
              <a:extLst>
                <a:ext uri="{FF2B5EF4-FFF2-40B4-BE49-F238E27FC236}">
                  <a16:creationId xmlns:a16="http://schemas.microsoft.com/office/drawing/2014/main" id="{16EB20C6-5A98-45F8-FD69-76581644D9EE}"/>
                </a:ext>
              </a:extLst>
            </p:cNvPr>
            <p:cNvSpPr txBox="1"/>
            <p:nvPr/>
          </p:nvSpPr>
          <p:spPr>
            <a:xfrm>
              <a:off x="6210300" y="1952845"/>
              <a:ext cx="4617676" cy="1631975"/>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Require </a:t>
              </a:r>
              <a:r>
                <a:rPr lang="en-US" sz="1050" b="1">
                  <a:solidFill>
                    <a:srgbClr val="000000"/>
                  </a:solidFill>
                  <a:latin typeface="Segoe UI" panose="020B0502040204020203" pitchFamily="34" charset="0"/>
                </a:rPr>
                <a:t>Attended Yes</a:t>
              </a:r>
              <a:endParaRPr lang="en-US" sz="1050">
                <a:solidFill>
                  <a:srgbClr val="000000"/>
                </a:solidFill>
                <a:latin typeface="Segoe UI" panose="020B0502040204020203" pitchFamily="34" charset="0"/>
              </a:endParaRP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Validate </a:t>
              </a:r>
              <a:r>
                <a:rPr lang="en-US" sz="1050" b="1">
                  <a:solidFill>
                    <a:srgbClr val="000000"/>
                  </a:solidFill>
                  <a:latin typeface="Segoe UI" panose="020B0502040204020203" pitchFamily="34" charset="0"/>
                </a:rPr>
                <a:t>In-person events</a:t>
              </a:r>
              <a:r>
                <a:rPr lang="en-US" sz="1050">
                  <a:solidFill>
                    <a:srgbClr val="000000"/>
                  </a:solidFill>
                  <a:latin typeface="Segoe UI" panose="020B0502040204020203" pitchFamily="34" charset="0"/>
                </a:rPr>
                <a:t> campaign channel and qualifying tactic type</a:t>
              </a: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Apply 15-day lookback and rolling five-day attendance logic</a:t>
              </a: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Exclude KPMG, host, alliance, restricted, invalid, or previously processed scenarios as applicable</a:t>
              </a:r>
            </a:p>
            <a:p>
              <a:pPr marL="342900" lvl="0" indent="-342900" fontAlgn="t">
                <a:lnSpc>
                  <a:spcPts val="1500"/>
                </a:lnSpc>
                <a:buFont typeface="Arial" panose="020B0604020202020204" pitchFamily="34" charset="0"/>
                <a:buChar char="•"/>
                <a:defRPr/>
              </a:pPr>
              <a:r>
                <a:rPr lang="en-US" sz="1050">
                  <a:solidFill>
                    <a:srgbClr val="000000"/>
                  </a:solidFill>
                  <a:latin typeface="Segoe UI" panose="020B0502040204020203" pitchFamily="34" charset="0"/>
                </a:rPr>
                <a:t>Handle standard Leads and Contacts, converted Leads, and Contact merge scenarios</a:t>
              </a:r>
            </a:p>
            <a:p>
              <a:pPr algn="l">
                <a:spcAft>
                  <a:spcPts val="600"/>
                </a:spcAft>
              </a:pPr>
              <a:endParaRPr lang="en-US" sz="1500" b="1">
                <a:solidFill>
                  <a:schemeClr val="tx2"/>
                </a:solidFill>
              </a:endParaRPr>
            </a:p>
          </p:txBody>
        </p:sp>
      </p:grpSp>
      <p:grpSp>
        <p:nvGrpSpPr>
          <p:cNvPr id="74" name="Group 73">
            <a:extLst>
              <a:ext uri="{FF2B5EF4-FFF2-40B4-BE49-F238E27FC236}">
                <a16:creationId xmlns:a16="http://schemas.microsoft.com/office/drawing/2014/main" id="{52FAB6A5-8D51-38E3-7022-635020046ADC}"/>
              </a:ext>
            </a:extLst>
          </p:cNvPr>
          <p:cNvGrpSpPr/>
          <p:nvPr/>
        </p:nvGrpSpPr>
        <p:grpSpPr>
          <a:xfrm>
            <a:off x="332544" y="4611346"/>
            <a:ext cx="11784256" cy="861772"/>
            <a:chOff x="326828" y="5122645"/>
            <a:chExt cx="11989163" cy="764699"/>
          </a:xfrm>
        </p:grpSpPr>
        <p:grpSp>
          <p:nvGrpSpPr>
            <p:cNvPr id="59" name="Group 58">
              <a:extLst>
                <a:ext uri="{FF2B5EF4-FFF2-40B4-BE49-F238E27FC236}">
                  <a16:creationId xmlns:a16="http://schemas.microsoft.com/office/drawing/2014/main" id="{F6DA8072-8C21-6958-EF3D-E81757D70163}"/>
                </a:ext>
              </a:extLst>
            </p:cNvPr>
            <p:cNvGrpSpPr/>
            <p:nvPr/>
          </p:nvGrpSpPr>
          <p:grpSpPr>
            <a:xfrm>
              <a:off x="326828" y="5122645"/>
              <a:ext cx="11788961" cy="764699"/>
              <a:chOff x="371112" y="4948760"/>
              <a:chExt cx="9964477" cy="764699"/>
            </a:xfrm>
          </p:grpSpPr>
          <p:sp>
            <p:nvSpPr>
              <p:cNvPr id="35" name="Shape 5">
                <a:extLst>
                  <a:ext uri="{FF2B5EF4-FFF2-40B4-BE49-F238E27FC236}">
                    <a16:creationId xmlns:a16="http://schemas.microsoft.com/office/drawing/2014/main" id="{7381B492-C12E-1B5B-4951-C3B0CBCAE5FE}"/>
                  </a:ext>
                </a:extLst>
              </p:cNvPr>
              <p:cNvSpPr/>
              <p:nvPr/>
            </p:nvSpPr>
            <p:spPr>
              <a:xfrm>
                <a:off x="1664654" y="5338083"/>
                <a:ext cx="473247" cy="0"/>
              </a:xfrm>
              <a:prstGeom prst="line">
                <a:avLst/>
              </a:prstGeom>
              <a:noFill/>
              <a:ln w="22860">
                <a:solidFill>
                  <a:srgbClr val="A6A6A6"/>
                </a:solidFill>
                <a:prstDash val="solid"/>
                <a:headEnd type="none"/>
                <a:tailEnd type="triangle"/>
              </a:ln>
            </p:spPr>
            <p:txBody>
              <a:bodyPr/>
              <a:lstStyle/>
              <a:p>
                <a:endParaRPr lang="en-US"/>
              </a:p>
            </p:txBody>
          </p:sp>
          <p:sp>
            <p:nvSpPr>
              <p:cNvPr id="37" name="Shape 6">
                <a:extLst>
                  <a:ext uri="{FF2B5EF4-FFF2-40B4-BE49-F238E27FC236}">
                    <a16:creationId xmlns:a16="http://schemas.microsoft.com/office/drawing/2014/main" id="{1F3AC334-B6EC-A30C-3FCF-48086755B23B}"/>
                  </a:ext>
                </a:extLst>
              </p:cNvPr>
              <p:cNvSpPr/>
              <p:nvPr/>
            </p:nvSpPr>
            <p:spPr>
              <a:xfrm>
                <a:off x="3412512" y="5323864"/>
                <a:ext cx="492177" cy="0"/>
              </a:xfrm>
              <a:prstGeom prst="line">
                <a:avLst/>
              </a:prstGeom>
              <a:noFill/>
              <a:ln w="22860">
                <a:solidFill>
                  <a:srgbClr val="A6A6A6"/>
                </a:solidFill>
                <a:prstDash val="solid"/>
                <a:headEnd type="none"/>
                <a:tailEnd type="triangle"/>
              </a:ln>
            </p:spPr>
            <p:txBody>
              <a:bodyPr/>
              <a:lstStyle/>
              <a:p>
                <a:endParaRPr lang="en-US"/>
              </a:p>
            </p:txBody>
          </p:sp>
          <p:sp>
            <p:nvSpPr>
              <p:cNvPr id="39" name="Shape 7">
                <a:extLst>
                  <a:ext uri="{FF2B5EF4-FFF2-40B4-BE49-F238E27FC236}">
                    <a16:creationId xmlns:a16="http://schemas.microsoft.com/office/drawing/2014/main" id="{72625888-D31A-8423-8C74-D348B1C48832}"/>
                  </a:ext>
                </a:extLst>
              </p:cNvPr>
              <p:cNvSpPr/>
              <p:nvPr/>
            </p:nvSpPr>
            <p:spPr>
              <a:xfrm>
                <a:off x="5135131" y="5329255"/>
                <a:ext cx="504797" cy="0"/>
              </a:xfrm>
              <a:prstGeom prst="line">
                <a:avLst/>
              </a:prstGeom>
              <a:noFill/>
              <a:ln w="22860">
                <a:solidFill>
                  <a:srgbClr val="A6A6A6"/>
                </a:solidFill>
                <a:prstDash val="solid"/>
                <a:headEnd type="none"/>
                <a:tailEnd type="triangle"/>
              </a:ln>
            </p:spPr>
            <p:txBody>
              <a:bodyPr/>
              <a:lstStyle/>
              <a:p>
                <a:endParaRPr lang="en-US"/>
              </a:p>
            </p:txBody>
          </p:sp>
          <p:sp>
            <p:nvSpPr>
              <p:cNvPr id="41" name="Shape 8">
                <a:extLst>
                  <a:ext uri="{FF2B5EF4-FFF2-40B4-BE49-F238E27FC236}">
                    <a16:creationId xmlns:a16="http://schemas.microsoft.com/office/drawing/2014/main" id="{8F64319C-51BA-4112-3DBA-78D7B8768515}"/>
                  </a:ext>
                </a:extLst>
              </p:cNvPr>
              <p:cNvSpPr/>
              <p:nvPr/>
            </p:nvSpPr>
            <p:spPr>
              <a:xfrm>
                <a:off x="6889300" y="5329255"/>
                <a:ext cx="454317" cy="0"/>
              </a:xfrm>
              <a:prstGeom prst="line">
                <a:avLst/>
              </a:prstGeom>
              <a:noFill/>
              <a:ln w="22860">
                <a:solidFill>
                  <a:srgbClr val="A6A6A6"/>
                </a:solidFill>
                <a:prstDash val="solid"/>
                <a:headEnd type="none"/>
                <a:tailEnd type="triangle"/>
              </a:ln>
            </p:spPr>
            <p:txBody>
              <a:bodyPr/>
              <a:lstStyle/>
              <a:p>
                <a:endParaRPr lang="en-US"/>
              </a:p>
            </p:txBody>
          </p:sp>
          <p:sp>
            <p:nvSpPr>
              <p:cNvPr id="43" name="Shape 11">
                <a:extLst>
                  <a:ext uri="{FF2B5EF4-FFF2-40B4-BE49-F238E27FC236}">
                    <a16:creationId xmlns:a16="http://schemas.microsoft.com/office/drawing/2014/main" id="{A9C5DA40-DCE7-2463-F624-03759DA8D515}"/>
                  </a:ext>
                </a:extLst>
              </p:cNvPr>
              <p:cNvSpPr/>
              <p:nvPr/>
            </p:nvSpPr>
            <p:spPr>
              <a:xfrm>
                <a:off x="371112" y="4962706"/>
                <a:ext cx="1293542" cy="750753"/>
              </a:xfrm>
              <a:prstGeom prst="roundRect">
                <a:avLst>
                  <a:gd name="adj" fmla="val 9091"/>
                </a:avLst>
              </a:prstGeom>
              <a:solidFill>
                <a:srgbClr val="FFFFFF"/>
              </a:solidFill>
              <a:ln w="15240">
                <a:solidFill>
                  <a:srgbClr val="2F75B5"/>
                </a:solidFill>
                <a:prstDash val="solid"/>
              </a:ln>
            </p:spPr>
            <p:txBody>
              <a:bodyPr/>
              <a:lstStyle/>
              <a:p>
                <a:endParaRPr lang="en-US"/>
              </a:p>
            </p:txBody>
          </p:sp>
          <p:sp>
            <p:nvSpPr>
              <p:cNvPr id="45" name="Shape 16">
                <a:extLst>
                  <a:ext uri="{FF2B5EF4-FFF2-40B4-BE49-F238E27FC236}">
                    <a16:creationId xmlns:a16="http://schemas.microsoft.com/office/drawing/2014/main" id="{F9990EBE-C1AA-48D8-4D5C-6203292D1F5B}"/>
                  </a:ext>
                </a:extLst>
              </p:cNvPr>
              <p:cNvSpPr/>
              <p:nvPr/>
            </p:nvSpPr>
            <p:spPr>
              <a:xfrm>
                <a:off x="2137901" y="4948760"/>
                <a:ext cx="1261992" cy="750753"/>
              </a:xfrm>
              <a:prstGeom prst="roundRect">
                <a:avLst>
                  <a:gd name="adj" fmla="val 9091"/>
                </a:avLst>
              </a:prstGeom>
              <a:solidFill>
                <a:srgbClr val="EAF4E5"/>
              </a:solidFill>
              <a:ln w="15240">
                <a:solidFill>
                  <a:srgbClr val="70AD47"/>
                </a:solidFill>
                <a:prstDash val="solid"/>
              </a:ln>
            </p:spPr>
            <p:txBody>
              <a:bodyPr/>
              <a:lstStyle/>
              <a:p>
                <a:endParaRPr lang="en-US"/>
              </a:p>
            </p:txBody>
          </p:sp>
          <p:sp>
            <p:nvSpPr>
              <p:cNvPr id="47" name="Shape 21">
                <a:extLst>
                  <a:ext uri="{FF2B5EF4-FFF2-40B4-BE49-F238E27FC236}">
                    <a16:creationId xmlns:a16="http://schemas.microsoft.com/office/drawing/2014/main" id="{CD7073BE-2FC4-4E25-9CAD-405B9DF0A550}"/>
                  </a:ext>
                </a:extLst>
              </p:cNvPr>
              <p:cNvSpPr/>
              <p:nvPr/>
            </p:nvSpPr>
            <p:spPr>
              <a:xfrm>
                <a:off x="3904689" y="4948760"/>
                <a:ext cx="1230442" cy="750753"/>
              </a:xfrm>
              <a:prstGeom prst="roundRect">
                <a:avLst>
                  <a:gd name="adj" fmla="val 9091"/>
                </a:avLst>
              </a:prstGeom>
              <a:solidFill>
                <a:srgbClr val="F3EFF8"/>
              </a:solidFill>
              <a:ln w="15240">
                <a:solidFill>
                  <a:srgbClr val="8064A2"/>
                </a:solidFill>
                <a:prstDash val="solid"/>
              </a:ln>
            </p:spPr>
            <p:txBody>
              <a:bodyPr/>
              <a:lstStyle/>
              <a:p>
                <a:endParaRPr lang="en-US"/>
              </a:p>
            </p:txBody>
          </p:sp>
          <p:sp>
            <p:nvSpPr>
              <p:cNvPr id="49" name="Shape 26">
                <a:extLst>
                  <a:ext uri="{FF2B5EF4-FFF2-40B4-BE49-F238E27FC236}">
                    <a16:creationId xmlns:a16="http://schemas.microsoft.com/office/drawing/2014/main" id="{E31360D0-5707-2F62-0597-9AC5FC517834}"/>
                  </a:ext>
                </a:extLst>
              </p:cNvPr>
              <p:cNvSpPr/>
              <p:nvPr/>
            </p:nvSpPr>
            <p:spPr>
              <a:xfrm>
                <a:off x="5639928" y="4948760"/>
                <a:ext cx="1230442" cy="750753"/>
              </a:xfrm>
              <a:prstGeom prst="roundRect">
                <a:avLst>
                  <a:gd name="adj" fmla="val 9091"/>
                </a:avLst>
              </a:prstGeom>
              <a:solidFill>
                <a:srgbClr val="FFF1E8"/>
              </a:solidFill>
              <a:ln w="15240">
                <a:solidFill>
                  <a:srgbClr val="ED7D31"/>
                </a:solidFill>
                <a:prstDash val="solid"/>
              </a:ln>
            </p:spPr>
            <p:txBody>
              <a:bodyPr/>
              <a:lstStyle/>
              <a:p>
                <a:endParaRPr lang="en-US"/>
              </a:p>
            </p:txBody>
          </p:sp>
          <p:sp>
            <p:nvSpPr>
              <p:cNvPr id="51" name="Shape 31">
                <a:extLst>
                  <a:ext uri="{FF2B5EF4-FFF2-40B4-BE49-F238E27FC236}">
                    <a16:creationId xmlns:a16="http://schemas.microsoft.com/office/drawing/2014/main" id="{71628EF2-7151-5E56-6DF6-0123E6C67325}"/>
                  </a:ext>
                </a:extLst>
              </p:cNvPr>
              <p:cNvSpPr/>
              <p:nvPr/>
            </p:nvSpPr>
            <p:spPr>
              <a:xfrm>
                <a:off x="7340988" y="4953879"/>
                <a:ext cx="1261991" cy="750753"/>
              </a:xfrm>
              <a:prstGeom prst="roundRect">
                <a:avLst>
                  <a:gd name="adj" fmla="val 9091"/>
                </a:avLst>
              </a:prstGeom>
              <a:solidFill>
                <a:srgbClr val="FFFFFF"/>
              </a:solidFill>
              <a:ln w="15240">
                <a:solidFill>
                  <a:srgbClr val="16365C"/>
                </a:solidFill>
                <a:prstDash val="solid"/>
              </a:ln>
            </p:spPr>
            <p:txBody>
              <a:bodyPr/>
              <a:lstStyle/>
              <a:p>
                <a:endParaRPr lang="en-US"/>
              </a:p>
            </p:txBody>
          </p:sp>
          <p:sp>
            <p:nvSpPr>
              <p:cNvPr id="56" name="Shape 5">
                <a:extLst>
                  <a:ext uri="{FF2B5EF4-FFF2-40B4-BE49-F238E27FC236}">
                    <a16:creationId xmlns:a16="http://schemas.microsoft.com/office/drawing/2014/main" id="{35F95B69-8234-0154-ABE1-B4C84B17F6D4}"/>
                  </a:ext>
                </a:extLst>
              </p:cNvPr>
              <p:cNvSpPr/>
              <p:nvPr/>
            </p:nvSpPr>
            <p:spPr>
              <a:xfrm>
                <a:off x="8600350" y="5338083"/>
                <a:ext cx="473247" cy="0"/>
              </a:xfrm>
              <a:prstGeom prst="line">
                <a:avLst/>
              </a:prstGeom>
              <a:noFill/>
              <a:ln w="22860">
                <a:solidFill>
                  <a:srgbClr val="A6A6A6"/>
                </a:solidFill>
                <a:prstDash val="solid"/>
                <a:headEnd type="none"/>
                <a:tailEnd type="triangle"/>
              </a:ln>
            </p:spPr>
            <p:txBody>
              <a:bodyPr/>
              <a:lstStyle/>
              <a:p>
                <a:endParaRPr lang="en-US"/>
              </a:p>
            </p:txBody>
          </p:sp>
          <p:sp>
            <p:nvSpPr>
              <p:cNvPr id="58" name="Shape 16">
                <a:extLst>
                  <a:ext uri="{FF2B5EF4-FFF2-40B4-BE49-F238E27FC236}">
                    <a16:creationId xmlns:a16="http://schemas.microsoft.com/office/drawing/2014/main" id="{907FBA4D-C2E9-1638-E44C-57E60919C0E7}"/>
                  </a:ext>
                </a:extLst>
              </p:cNvPr>
              <p:cNvSpPr/>
              <p:nvPr/>
            </p:nvSpPr>
            <p:spPr>
              <a:xfrm>
                <a:off x="9073597" y="4948760"/>
                <a:ext cx="1261992" cy="750753"/>
              </a:xfrm>
              <a:prstGeom prst="roundRect">
                <a:avLst>
                  <a:gd name="adj" fmla="val 9091"/>
                </a:avLst>
              </a:prstGeom>
              <a:solidFill>
                <a:srgbClr val="EAF4E5"/>
              </a:solidFill>
              <a:ln w="15240">
                <a:solidFill>
                  <a:srgbClr val="70AD47"/>
                </a:solidFill>
                <a:prstDash val="solid"/>
              </a:ln>
            </p:spPr>
            <p:txBody>
              <a:bodyPr/>
              <a:lstStyle/>
              <a:p>
                <a:endParaRPr lang="en-US"/>
              </a:p>
            </p:txBody>
          </p:sp>
        </p:grpSp>
        <p:sp>
          <p:nvSpPr>
            <p:cNvPr id="61" name="Text 12">
              <a:extLst>
                <a:ext uri="{FF2B5EF4-FFF2-40B4-BE49-F238E27FC236}">
                  <a16:creationId xmlns:a16="http://schemas.microsoft.com/office/drawing/2014/main" id="{1520CEBF-8596-9DE8-E226-4A85AF6D39F9}"/>
                </a:ext>
              </a:extLst>
            </p:cNvPr>
            <p:cNvSpPr/>
            <p:nvPr/>
          </p:nvSpPr>
          <p:spPr>
            <a:xfrm>
              <a:off x="647678" y="5372407"/>
              <a:ext cx="822731" cy="265176"/>
            </a:xfrm>
            <a:prstGeom prst="rect">
              <a:avLst/>
            </a:prstGeom>
            <a:noFill/>
            <a:ln/>
          </p:spPr>
          <p:txBody>
            <a:bodyPr wrap="square" lIns="0" tIns="0" rIns="0" bIns="0" rtlCol="0" anchor="ctr">
              <a:normAutofit/>
            </a:bodyPr>
            <a:lstStyle/>
            <a:p>
              <a:pPr marL="0" indent="0">
                <a:buNone/>
              </a:pPr>
              <a:r>
                <a:rPr lang="en-US" sz="1220" b="1">
                  <a:solidFill>
                    <a:srgbClr val="16365C"/>
                  </a:solidFill>
                </a:rPr>
                <a:t>All Activity</a:t>
              </a:r>
              <a:endParaRPr lang="en-US" sz="1220"/>
            </a:p>
          </p:txBody>
        </p:sp>
        <p:sp>
          <p:nvSpPr>
            <p:cNvPr id="63" name="Text 12">
              <a:extLst>
                <a:ext uri="{FF2B5EF4-FFF2-40B4-BE49-F238E27FC236}">
                  <a16:creationId xmlns:a16="http://schemas.microsoft.com/office/drawing/2014/main" id="{2641A576-3B16-A594-201C-E34BC0F90010}"/>
                </a:ext>
              </a:extLst>
            </p:cNvPr>
            <p:cNvSpPr/>
            <p:nvPr/>
          </p:nvSpPr>
          <p:spPr>
            <a:xfrm>
              <a:off x="2621089" y="5372407"/>
              <a:ext cx="1162874" cy="265176"/>
            </a:xfrm>
            <a:prstGeom prst="rect">
              <a:avLst/>
            </a:prstGeom>
            <a:noFill/>
            <a:ln/>
          </p:spPr>
          <p:txBody>
            <a:bodyPr wrap="square" lIns="0" tIns="0" rIns="0" bIns="0" rtlCol="0" anchor="ctr">
              <a:normAutofit/>
            </a:bodyPr>
            <a:lstStyle/>
            <a:p>
              <a:pPr marL="0" indent="0">
                <a:buNone/>
              </a:pPr>
              <a:r>
                <a:rPr lang="en-US" sz="1220" b="1">
                  <a:solidFill>
                    <a:srgbClr val="16365C"/>
                  </a:solidFill>
                </a:rPr>
                <a:t>Eligible Signal</a:t>
              </a:r>
              <a:endParaRPr lang="en-US" sz="1220"/>
            </a:p>
          </p:txBody>
        </p:sp>
        <p:sp>
          <p:nvSpPr>
            <p:cNvPr id="65" name="Text 12">
              <a:extLst>
                <a:ext uri="{FF2B5EF4-FFF2-40B4-BE49-F238E27FC236}">
                  <a16:creationId xmlns:a16="http://schemas.microsoft.com/office/drawing/2014/main" id="{02DAE7C4-F4EA-E88F-E9C4-30355679E62C}"/>
                </a:ext>
              </a:extLst>
            </p:cNvPr>
            <p:cNvSpPr/>
            <p:nvPr/>
          </p:nvSpPr>
          <p:spPr>
            <a:xfrm>
              <a:off x="4713359" y="5372407"/>
              <a:ext cx="1043824" cy="265176"/>
            </a:xfrm>
            <a:prstGeom prst="rect">
              <a:avLst/>
            </a:prstGeom>
            <a:noFill/>
            <a:ln/>
          </p:spPr>
          <p:txBody>
            <a:bodyPr wrap="square" lIns="0" tIns="0" rIns="0" bIns="0" rtlCol="0" anchor="ctr">
              <a:normAutofit/>
            </a:bodyPr>
            <a:lstStyle/>
            <a:p>
              <a:pPr marL="0" indent="0">
                <a:buNone/>
              </a:pPr>
              <a:r>
                <a:rPr lang="en-US" sz="1220" b="1">
                  <a:solidFill>
                    <a:srgbClr val="16365C"/>
                  </a:solidFill>
                </a:rPr>
                <a:t>Valid Identity</a:t>
              </a:r>
              <a:endParaRPr lang="en-US" sz="1220"/>
            </a:p>
          </p:txBody>
        </p:sp>
        <p:sp>
          <p:nvSpPr>
            <p:cNvPr id="67" name="Text 12">
              <a:extLst>
                <a:ext uri="{FF2B5EF4-FFF2-40B4-BE49-F238E27FC236}">
                  <a16:creationId xmlns:a16="http://schemas.microsoft.com/office/drawing/2014/main" id="{C952D81F-E997-A364-5173-429FE951A95B}"/>
                </a:ext>
              </a:extLst>
            </p:cNvPr>
            <p:cNvSpPr/>
            <p:nvPr/>
          </p:nvSpPr>
          <p:spPr>
            <a:xfrm>
              <a:off x="6706795" y="5372407"/>
              <a:ext cx="1309305" cy="265176"/>
            </a:xfrm>
            <a:prstGeom prst="rect">
              <a:avLst/>
            </a:prstGeom>
            <a:noFill/>
            <a:ln/>
          </p:spPr>
          <p:txBody>
            <a:bodyPr wrap="square" lIns="0" tIns="0" rIns="0" bIns="0" rtlCol="0" anchor="ctr">
              <a:normAutofit/>
            </a:bodyPr>
            <a:lstStyle/>
            <a:p>
              <a:pPr marL="0" indent="0">
                <a:buNone/>
              </a:pPr>
              <a:r>
                <a:rPr lang="en-US" sz="1220" b="1">
                  <a:solidFill>
                    <a:srgbClr val="16365C"/>
                  </a:solidFill>
                </a:rPr>
                <a:t>Business Rules</a:t>
              </a:r>
              <a:endParaRPr lang="en-US" sz="1220"/>
            </a:p>
          </p:txBody>
        </p:sp>
        <p:sp>
          <p:nvSpPr>
            <p:cNvPr id="69" name="Text 12">
              <a:extLst>
                <a:ext uri="{FF2B5EF4-FFF2-40B4-BE49-F238E27FC236}">
                  <a16:creationId xmlns:a16="http://schemas.microsoft.com/office/drawing/2014/main" id="{560C5AF8-176C-ADE7-A6FE-725619B28F1C}"/>
                </a:ext>
              </a:extLst>
            </p:cNvPr>
            <p:cNvSpPr/>
            <p:nvPr/>
          </p:nvSpPr>
          <p:spPr>
            <a:xfrm>
              <a:off x="8737981" y="5372407"/>
              <a:ext cx="1162874" cy="265176"/>
            </a:xfrm>
            <a:prstGeom prst="rect">
              <a:avLst/>
            </a:prstGeom>
            <a:noFill/>
            <a:ln/>
          </p:spPr>
          <p:txBody>
            <a:bodyPr wrap="square" lIns="0" tIns="0" rIns="0" bIns="0" rtlCol="0" anchor="ctr">
              <a:normAutofit fontScale="92500"/>
            </a:bodyPr>
            <a:lstStyle/>
            <a:p>
              <a:pPr marL="0" indent="0">
                <a:buNone/>
              </a:pPr>
              <a:r>
                <a:rPr lang="en-US" sz="1220" b="1">
                  <a:solidFill>
                    <a:srgbClr val="16365C"/>
                  </a:solidFill>
                </a:rPr>
                <a:t>Duplicate Check</a:t>
              </a:r>
              <a:endParaRPr lang="en-US" sz="1220"/>
            </a:p>
          </p:txBody>
        </p:sp>
        <p:sp>
          <p:nvSpPr>
            <p:cNvPr id="73" name="Text 12">
              <a:extLst>
                <a:ext uri="{FF2B5EF4-FFF2-40B4-BE49-F238E27FC236}">
                  <a16:creationId xmlns:a16="http://schemas.microsoft.com/office/drawing/2014/main" id="{D4AC34A1-1265-712D-921D-02B482E629F4}"/>
                </a:ext>
              </a:extLst>
            </p:cNvPr>
            <p:cNvSpPr/>
            <p:nvPr/>
          </p:nvSpPr>
          <p:spPr>
            <a:xfrm>
              <a:off x="11015256" y="5369823"/>
              <a:ext cx="1300735" cy="300196"/>
            </a:xfrm>
            <a:prstGeom prst="rect">
              <a:avLst/>
            </a:prstGeom>
            <a:noFill/>
            <a:ln/>
          </p:spPr>
          <p:txBody>
            <a:bodyPr wrap="square" lIns="0" tIns="0" rIns="0" bIns="0" rtlCol="0" anchor="ctr">
              <a:normAutofit lnSpcReduction="10000"/>
            </a:bodyPr>
            <a:lstStyle/>
            <a:p>
              <a:pPr marL="0" indent="0">
                <a:buNone/>
              </a:pPr>
              <a:r>
                <a:rPr lang="en-US" sz="1220" b="1">
                  <a:solidFill>
                    <a:srgbClr val="16365C"/>
                  </a:solidFill>
                </a:rPr>
                <a:t>Task-Ready Record</a:t>
              </a:r>
              <a:endParaRPr lang="en-US" sz="1220"/>
            </a:p>
          </p:txBody>
        </p:sp>
      </p:grpSp>
    </p:spTree>
    <p:extLst>
      <p:ext uri="{BB962C8B-B14F-4D97-AF65-F5344CB8AC3E}">
        <p14:creationId xmlns:p14="http://schemas.microsoft.com/office/powerpoint/2010/main" val="1325070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0B6C2-0410-FE40-9E03-54A24DDE127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00651A1-D4EE-1A50-F91B-FCE07B636930}"/>
              </a:ext>
            </a:extLst>
          </p:cNvPr>
          <p:cNvSpPr>
            <a:spLocks noGrp="1"/>
          </p:cNvSpPr>
          <p:nvPr>
            <p:ph type="title"/>
          </p:nvPr>
        </p:nvSpPr>
        <p:spPr>
          <a:xfrm>
            <a:off x="881633" y="444611"/>
            <a:ext cx="10204450" cy="533400"/>
          </a:xfrm>
        </p:spPr>
        <p:txBody>
          <a:bodyPr/>
          <a:lstStyle/>
          <a:p>
            <a:r>
              <a:rPr lang="en-US"/>
              <a:t>Identity Resolution and Duplicate Prevention</a:t>
            </a:r>
            <a:endParaRPr lang="en-GB"/>
          </a:p>
        </p:txBody>
      </p:sp>
      <p:sp>
        <p:nvSpPr>
          <p:cNvPr id="4" name="TextBox 3">
            <a:extLst>
              <a:ext uri="{FF2B5EF4-FFF2-40B4-BE49-F238E27FC236}">
                <a16:creationId xmlns:a16="http://schemas.microsoft.com/office/drawing/2014/main" id="{DE4A3C17-0CB8-6015-4564-8449B5881DCF}"/>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grpSp>
        <p:nvGrpSpPr>
          <p:cNvPr id="24" name="Group 23">
            <a:extLst>
              <a:ext uri="{FF2B5EF4-FFF2-40B4-BE49-F238E27FC236}">
                <a16:creationId xmlns:a16="http://schemas.microsoft.com/office/drawing/2014/main" id="{2D6472BD-2BBE-25D1-18D5-AD8D41C90A45}"/>
              </a:ext>
            </a:extLst>
          </p:cNvPr>
          <p:cNvGrpSpPr/>
          <p:nvPr/>
        </p:nvGrpSpPr>
        <p:grpSpPr>
          <a:xfrm>
            <a:off x="1023114" y="1387012"/>
            <a:ext cx="4024947" cy="2336357"/>
            <a:chOff x="257175" y="1521268"/>
            <a:chExt cx="4024947" cy="2336357"/>
          </a:xfrm>
        </p:grpSpPr>
        <p:grpSp>
          <p:nvGrpSpPr>
            <p:cNvPr id="25" name="Group 24">
              <a:extLst>
                <a:ext uri="{FF2B5EF4-FFF2-40B4-BE49-F238E27FC236}">
                  <a16:creationId xmlns:a16="http://schemas.microsoft.com/office/drawing/2014/main" id="{93B3D99B-D3D5-D0F7-B589-C8EC06F9DBDC}"/>
                </a:ext>
              </a:extLst>
            </p:cNvPr>
            <p:cNvGrpSpPr/>
            <p:nvPr/>
          </p:nvGrpSpPr>
          <p:grpSpPr>
            <a:xfrm>
              <a:off x="257175" y="1521268"/>
              <a:ext cx="4024947" cy="2336357"/>
              <a:chOff x="727074" y="1521268"/>
              <a:chExt cx="2389505" cy="1424099"/>
            </a:xfrm>
          </p:grpSpPr>
          <p:sp>
            <p:nvSpPr>
              <p:cNvPr id="27" name="Shape 5">
                <a:extLst>
                  <a:ext uri="{FF2B5EF4-FFF2-40B4-BE49-F238E27FC236}">
                    <a16:creationId xmlns:a16="http://schemas.microsoft.com/office/drawing/2014/main" id="{B6C333C6-3856-4505-2A52-2A0AEEC45779}"/>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28" name="Group 27">
                <a:extLst>
                  <a:ext uri="{FF2B5EF4-FFF2-40B4-BE49-F238E27FC236}">
                    <a16:creationId xmlns:a16="http://schemas.microsoft.com/office/drawing/2014/main" id="{A2194888-3ADF-AACE-9178-E855D0D686F0}"/>
                  </a:ext>
                </a:extLst>
              </p:cNvPr>
              <p:cNvGrpSpPr/>
              <p:nvPr/>
            </p:nvGrpSpPr>
            <p:grpSpPr>
              <a:xfrm>
                <a:off x="1135442" y="1603199"/>
                <a:ext cx="1572768" cy="219456"/>
                <a:chOff x="832104" y="1577274"/>
                <a:chExt cx="1572768" cy="219456"/>
              </a:xfrm>
            </p:grpSpPr>
            <p:sp>
              <p:nvSpPr>
                <p:cNvPr id="29" name="Shape 6">
                  <a:extLst>
                    <a:ext uri="{FF2B5EF4-FFF2-40B4-BE49-F238E27FC236}">
                      <a16:creationId xmlns:a16="http://schemas.microsoft.com/office/drawing/2014/main" id="{B1BD3A0F-4C41-6881-87C1-C1B4C001115F}"/>
                    </a:ext>
                  </a:extLst>
                </p:cNvPr>
                <p:cNvSpPr/>
                <p:nvPr/>
              </p:nvSpPr>
              <p:spPr>
                <a:xfrm>
                  <a:off x="832104" y="1581912"/>
                  <a:ext cx="1572768" cy="206372"/>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30" name="Text 7">
                  <a:extLst>
                    <a:ext uri="{FF2B5EF4-FFF2-40B4-BE49-F238E27FC236}">
                      <a16:creationId xmlns:a16="http://schemas.microsoft.com/office/drawing/2014/main" id="{A0993DE6-B15B-7E50-EA11-DB13CE63D1C2}"/>
                    </a:ext>
                  </a:extLst>
                </p:cNvPr>
                <p:cNvSpPr/>
                <p:nvPr/>
              </p:nvSpPr>
              <p:spPr>
                <a:xfrm>
                  <a:off x="905256" y="1577274"/>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Identity Handling</a:t>
                  </a:r>
                  <a:endParaRPr lang="en-US" sz="930"/>
                </a:p>
              </p:txBody>
            </p:sp>
          </p:grpSp>
        </p:grpSp>
        <p:sp>
          <p:nvSpPr>
            <p:cNvPr id="26" name="TextBox 25">
              <a:extLst>
                <a:ext uri="{FF2B5EF4-FFF2-40B4-BE49-F238E27FC236}">
                  <a16:creationId xmlns:a16="http://schemas.microsoft.com/office/drawing/2014/main" id="{1F92A576-5115-489E-8FCC-29CDD705FA77}"/>
                </a:ext>
              </a:extLst>
            </p:cNvPr>
            <p:cNvSpPr txBox="1"/>
            <p:nvPr/>
          </p:nvSpPr>
          <p:spPr>
            <a:xfrm>
              <a:off x="369594" y="2065628"/>
              <a:ext cx="3729175" cy="1655595"/>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50">
                  <a:latin typeface="Segoe UI" panose="020B0502040204020203" pitchFamily="34" charset="0"/>
                </a:rPr>
                <a:t>Email is used to match applicable form submissions to Salesforce records</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Salesforce ID is carried forward as the Journey and task linkage key</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Salesforce ID prefix controls routing: </a:t>
              </a:r>
            </a:p>
            <a:p>
              <a:pPr marL="742950" lvl="1" indent="-285750" fontAlgn="t">
                <a:lnSpc>
                  <a:spcPts val="1500"/>
                </a:lnSpc>
                <a:buFont typeface="Arial" panose="020B0604020202020204" pitchFamily="34" charset="0"/>
                <a:buChar char="•"/>
              </a:pPr>
              <a:r>
                <a:rPr lang="en-US" sz="1050" b="1">
                  <a:latin typeface="Segoe UI" panose="020B0502040204020203" pitchFamily="34" charset="0"/>
                </a:rPr>
                <a:t>003:</a:t>
              </a:r>
              <a:r>
                <a:rPr lang="en-US" sz="1050">
                  <a:latin typeface="Segoe UI" panose="020B0502040204020203" pitchFamily="34" charset="0"/>
                </a:rPr>
                <a:t> Contact</a:t>
              </a:r>
            </a:p>
            <a:p>
              <a:pPr marL="742950" lvl="1" indent="-285750" fontAlgn="t">
                <a:lnSpc>
                  <a:spcPts val="1500"/>
                </a:lnSpc>
                <a:buFont typeface="Arial" panose="020B0604020202020204" pitchFamily="34" charset="0"/>
                <a:buChar char="•"/>
              </a:pPr>
              <a:r>
                <a:rPr lang="en-US" sz="1050" b="1">
                  <a:latin typeface="Segoe UI" panose="020B0502040204020203" pitchFamily="34" charset="0"/>
                </a:rPr>
                <a:t>00Q:</a:t>
              </a:r>
              <a:r>
                <a:rPr lang="en-US" sz="1050">
                  <a:latin typeface="Segoe UI" panose="020B0502040204020203" pitchFamily="34" charset="0"/>
                </a:rPr>
                <a:t> Lead</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Converted Lead and Contact merge logic preserves valid event signals</a:t>
              </a:r>
            </a:p>
            <a:p>
              <a:pPr algn="l">
                <a:spcAft>
                  <a:spcPts val="600"/>
                </a:spcAft>
              </a:pPr>
              <a:endParaRPr lang="en-US" sz="1500" b="1">
                <a:solidFill>
                  <a:schemeClr val="tx2"/>
                </a:solidFill>
              </a:endParaRPr>
            </a:p>
          </p:txBody>
        </p:sp>
      </p:grpSp>
      <p:grpSp>
        <p:nvGrpSpPr>
          <p:cNvPr id="31" name="Group 30">
            <a:extLst>
              <a:ext uri="{FF2B5EF4-FFF2-40B4-BE49-F238E27FC236}">
                <a16:creationId xmlns:a16="http://schemas.microsoft.com/office/drawing/2014/main" id="{F76AB800-64ED-9CFB-4342-112F0A2CE30E}"/>
              </a:ext>
            </a:extLst>
          </p:cNvPr>
          <p:cNvGrpSpPr/>
          <p:nvPr/>
        </p:nvGrpSpPr>
        <p:grpSpPr>
          <a:xfrm>
            <a:off x="6264507" y="1387012"/>
            <a:ext cx="4933441" cy="2336357"/>
            <a:chOff x="6096000" y="1384866"/>
            <a:chExt cx="4933441" cy="2336357"/>
          </a:xfrm>
        </p:grpSpPr>
        <p:grpSp>
          <p:nvGrpSpPr>
            <p:cNvPr id="32" name="Group 31">
              <a:extLst>
                <a:ext uri="{FF2B5EF4-FFF2-40B4-BE49-F238E27FC236}">
                  <a16:creationId xmlns:a16="http://schemas.microsoft.com/office/drawing/2014/main" id="{603FFBC2-716B-9D25-39EA-9EF0D05602B1}"/>
                </a:ext>
              </a:extLst>
            </p:cNvPr>
            <p:cNvGrpSpPr/>
            <p:nvPr/>
          </p:nvGrpSpPr>
          <p:grpSpPr>
            <a:xfrm>
              <a:off x="6096000" y="1384866"/>
              <a:ext cx="4933441" cy="2336357"/>
              <a:chOff x="727074" y="1521268"/>
              <a:chExt cx="2389505" cy="1424099"/>
            </a:xfrm>
          </p:grpSpPr>
          <p:sp>
            <p:nvSpPr>
              <p:cNvPr id="34" name="Shape 5">
                <a:extLst>
                  <a:ext uri="{FF2B5EF4-FFF2-40B4-BE49-F238E27FC236}">
                    <a16:creationId xmlns:a16="http://schemas.microsoft.com/office/drawing/2014/main" id="{9AD96292-C983-86A8-ACE4-1BF6B0C120DE}"/>
                  </a:ext>
                </a:extLst>
              </p:cNvPr>
              <p:cNvSpPr/>
              <p:nvPr/>
            </p:nvSpPr>
            <p:spPr>
              <a:xfrm>
                <a:off x="727074" y="1521268"/>
                <a:ext cx="2389505" cy="1424099"/>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35" name="Group 34">
                <a:extLst>
                  <a:ext uri="{FF2B5EF4-FFF2-40B4-BE49-F238E27FC236}">
                    <a16:creationId xmlns:a16="http://schemas.microsoft.com/office/drawing/2014/main" id="{A4BEE6E7-0EEA-6D94-74F7-3A64D417D7DB}"/>
                  </a:ext>
                </a:extLst>
              </p:cNvPr>
              <p:cNvGrpSpPr/>
              <p:nvPr/>
            </p:nvGrpSpPr>
            <p:grpSpPr>
              <a:xfrm>
                <a:off x="1135442" y="1598696"/>
                <a:ext cx="1572768" cy="219456"/>
                <a:chOff x="832104" y="1572771"/>
                <a:chExt cx="1572768" cy="219456"/>
              </a:xfrm>
            </p:grpSpPr>
            <p:sp>
              <p:nvSpPr>
                <p:cNvPr id="36" name="Shape 6">
                  <a:extLst>
                    <a:ext uri="{FF2B5EF4-FFF2-40B4-BE49-F238E27FC236}">
                      <a16:creationId xmlns:a16="http://schemas.microsoft.com/office/drawing/2014/main" id="{1825623B-116C-8E59-AE7C-6761EA7B573D}"/>
                    </a:ext>
                  </a:extLst>
                </p:cNvPr>
                <p:cNvSpPr/>
                <p:nvPr/>
              </p:nvSpPr>
              <p:spPr>
                <a:xfrm>
                  <a:off x="832104" y="1581912"/>
                  <a:ext cx="1572768" cy="206372"/>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37" name="Text 7">
                  <a:extLst>
                    <a:ext uri="{FF2B5EF4-FFF2-40B4-BE49-F238E27FC236}">
                      <a16:creationId xmlns:a16="http://schemas.microsoft.com/office/drawing/2014/main" id="{60922C1A-2490-C211-62B7-BAFC94AD6995}"/>
                    </a:ext>
                  </a:extLst>
                </p:cNvPr>
                <p:cNvSpPr/>
                <p:nvPr/>
              </p:nvSpPr>
              <p:spPr>
                <a:xfrm>
                  <a:off x="877730" y="1572771"/>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Duplicate Controls</a:t>
                  </a:r>
                  <a:endParaRPr lang="en-US" sz="930"/>
                </a:p>
              </p:txBody>
            </p:sp>
          </p:grpSp>
        </p:grpSp>
        <p:sp>
          <p:nvSpPr>
            <p:cNvPr id="33" name="TextBox 32">
              <a:extLst>
                <a:ext uri="{FF2B5EF4-FFF2-40B4-BE49-F238E27FC236}">
                  <a16:creationId xmlns:a16="http://schemas.microsoft.com/office/drawing/2014/main" id="{38B5CBB5-A601-140F-C774-7DD5DD5628B7}"/>
                </a:ext>
              </a:extLst>
            </p:cNvPr>
            <p:cNvSpPr txBox="1"/>
            <p:nvPr/>
          </p:nvSpPr>
          <p:spPr>
            <a:xfrm>
              <a:off x="6210300" y="1952845"/>
              <a:ext cx="4617676" cy="1631975"/>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50">
                  <a:latin typeface="Segoe UI" panose="020B0502040204020203" pitchFamily="34" charset="0"/>
                </a:rPr>
                <a:t>Record Keeper Data Extensions maintain processing history</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Existing Salesforce Tasks are checked by Salesforce ID, task subject, and recent date</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Composite activity keys identify unique event records</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Final datasets retain one task-ready record per: </a:t>
              </a:r>
            </a:p>
            <a:p>
              <a:pPr marL="742950" lvl="1" indent="-285750" fontAlgn="t">
                <a:lnSpc>
                  <a:spcPts val="1500"/>
                </a:lnSpc>
                <a:buFont typeface="Arial" panose="020B0604020202020204" pitchFamily="34" charset="0"/>
                <a:buChar char="•"/>
              </a:pPr>
              <a:r>
                <a:rPr lang="en-US" sz="1050">
                  <a:latin typeface="Segoe UI" panose="020B0502040204020203" pitchFamily="34" charset="0"/>
                </a:rPr>
                <a:t>Salesforce ID</a:t>
              </a:r>
            </a:p>
            <a:p>
              <a:pPr marL="742950" lvl="1" indent="-285750" fontAlgn="t">
                <a:lnSpc>
                  <a:spcPts val="1500"/>
                </a:lnSpc>
                <a:buFont typeface="Arial" panose="020B0604020202020204" pitchFamily="34" charset="0"/>
                <a:buChar char="•"/>
              </a:pPr>
              <a:r>
                <a:rPr lang="en-US" sz="1050">
                  <a:latin typeface="Segoe UI" panose="020B0502040204020203" pitchFamily="34" charset="0"/>
                </a:rPr>
                <a:t>Account and Campaign combination</a:t>
              </a:r>
            </a:p>
            <a:p>
              <a:pPr marL="742950" lvl="1" indent="-285750" fontAlgn="t">
                <a:lnSpc>
                  <a:spcPts val="1500"/>
                </a:lnSpc>
                <a:buFont typeface="Arial" panose="020B0604020202020204" pitchFamily="34" charset="0"/>
                <a:buChar char="•"/>
              </a:pPr>
              <a:r>
                <a:rPr lang="en-US" sz="1050">
                  <a:latin typeface="Segoe UI" panose="020B0502040204020203" pitchFamily="34" charset="0"/>
                </a:rPr>
                <a:t>Qualified engagement scenario</a:t>
              </a:r>
            </a:p>
            <a:p>
              <a:pPr algn="l">
                <a:spcAft>
                  <a:spcPts val="600"/>
                </a:spcAft>
              </a:pPr>
              <a:endParaRPr lang="en-US" sz="1500" b="1">
                <a:solidFill>
                  <a:schemeClr val="tx2"/>
                </a:solidFill>
              </a:endParaRPr>
            </a:p>
          </p:txBody>
        </p:sp>
      </p:grpSp>
      <p:grpSp>
        <p:nvGrpSpPr>
          <p:cNvPr id="50" name="Group 49">
            <a:extLst>
              <a:ext uri="{FF2B5EF4-FFF2-40B4-BE49-F238E27FC236}">
                <a16:creationId xmlns:a16="http://schemas.microsoft.com/office/drawing/2014/main" id="{BE72CF39-1131-FC7A-57A6-80D369FBF266}"/>
              </a:ext>
            </a:extLst>
          </p:cNvPr>
          <p:cNvGrpSpPr/>
          <p:nvPr/>
        </p:nvGrpSpPr>
        <p:grpSpPr>
          <a:xfrm>
            <a:off x="1060027" y="4630485"/>
            <a:ext cx="9734377" cy="713476"/>
            <a:chOff x="2553174" y="1252087"/>
            <a:chExt cx="5963412" cy="713476"/>
          </a:xfrm>
        </p:grpSpPr>
        <p:sp>
          <p:nvSpPr>
            <p:cNvPr id="39" name="Shape 2">
              <a:extLst>
                <a:ext uri="{FF2B5EF4-FFF2-40B4-BE49-F238E27FC236}">
                  <a16:creationId xmlns:a16="http://schemas.microsoft.com/office/drawing/2014/main" id="{F61D678D-4E16-3E5F-6081-7049BAFC0C71}"/>
                </a:ext>
              </a:extLst>
            </p:cNvPr>
            <p:cNvSpPr/>
            <p:nvPr/>
          </p:nvSpPr>
          <p:spPr>
            <a:xfrm>
              <a:off x="2553174" y="1252087"/>
              <a:ext cx="2240280" cy="713232"/>
            </a:xfrm>
            <a:prstGeom prst="chevron">
              <a:avLst/>
            </a:prstGeom>
            <a:solidFill>
              <a:srgbClr val="D9EAF7"/>
            </a:solidFill>
            <a:ln w="12700">
              <a:solidFill>
                <a:srgbClr val="2F75B5"/>
              </a:solidFill>
              <a:prstDash val="solid"/>
            </a:ln>
          </p:spPr>
          <p:txBody>
            <a:bodyPr/>
            <a:lstStyle/>
            <a:p>
              <a:endParaRPr lang="en-US"/>
            </a:p>
          </p:txBody>
        </p:sp>
        <p:sp>
          <p:nvSpPr>
            <p:cNvPr id="41" name="Text 3">
              <a:extLst>
                <a:ext uri="{FF2B5EF4-FFF2-40B4-BE49-F238E27FC236}">
                  <a16:creationId xmlns:a16="http://schemas.microsoft.com/office/drawing/2014/main" id="{1AE8AC39-5C0C-F9CC-1A22-4F92DFE99D91}"/>
                </a:ext>
              </a:extLst>
            </p:cNvPr>
            <p:cNvSpPr/>
            <p:nvPr/>
          </p:nvSpPr>
          <p:spPr>
            <a:xfrm>
              <a:off x="2836638" y="1279519"/>
              <a:ext cx="1776984" cy="6583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a:solidFill>
                    <a:srgbClr val="16365C"/>
                  </a:solidFill>
                  <a:latin typeface="Aptos" pitchFamily="34" charset="0"/>
                  <a:ea typeface="Aptos" pitchFamily="34" charset="-122"/>
                  <a:cs typeface="Aptos" pitchFamily="34" charset="-120"/>
                </a:rPr>
                <a:t>Identity Confirmed</a:t>
              </a:r>
              <a:endParaRPr lang="en-US" sz="1150"/>
            </a:p>
          </p:txBody>
        </p:sp>
        <p:sp>
          <p:nvSpPr>
            <p:cNvPr id="43" name="Shape 6">
              <a:extLst>
                <a:ext uri="{FF2B5EF4-FFF2-40B4-BE49-F238E27FC236}">
                  <a16:creationId xmlns:a16="http://schemas.microsoft.com/office/drawing/2014/main" id="{FE1C0E3B-80C8-296F-F980-E9DBF83F3562}"/>
                </a:ext>
              </a:extLst>
            </p:cNvPr>
            <p:cNvSpPr/>
            <p:nvPr/>
          </p:nvSpPr>
          <p:spPr>
            <a:xfrm>
              <a:off x="4573998" y="1252331"/>
              <a:ext cx="2148840" cy="713232"/>
            </a:xfrm>
            <a:prstGeom prst="chevron">
              <a:avLst/>
            </a:prstGeom>
            <a:solidFill>
              <a:srgbClr val="D9EAF7"/>
            </a:solidFill>
            <a:ln w="12700">
              <a:solidFill>
                <a:srgbClr val="2F75B5"/>
              </a:solidFill>
              <a:prstDash val="solid"/>
            </a:ln>
          </p:spPr>
          <p:txBody>
            <a:bodyPr/>
            <a:lstStyle/>
            <a:p>
              <a:endParaRPr lang="en-US"/>
            </a:p>
          </p:txBody>
        </p:sp>
        <p:sp>
          <p:nvSpPr>
            <p:cNvPr id="45" name="Text 7">
              <a:extLst>
                <a:ext uri="{FF2B5EF4-FFF2-40B4-BE49-F238E27FC236}">
                  <a16:creationId xmlns:a16="http://schemas.microsoft.com/office/drawing/2014/main" id="{6C47340C-F1A8-0409-B11B-8E5078DC3367}"/>
                </a:ext>
              </a:extLst>
            </p:cNvPr>
            <p:cNvSpPr/>
            <p:nvPr/>
          </p:nvSpPr>
          <p:spPr>
            <a:xfrm>
              <a:off x="4647150" y="1279763"/>
              <a:ext cx="1947672" cy="6583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a:solidFill>
                    <a:srgbClr val="16365C"/>
                  </a:solidFill>
                  <a:latin typeface="Aptos" pitchFamily="34" charset="0"/>
                  <a:ea typeface="Aptos" pitchFamily="34" charset="-122"/>
                  <a:cs typeface="Aptos" pitchFamily="34" charset="-120"/>
                </a:rPr>
                <a:t>Eligibility Validated</a:t>
              </a:r>
              <a:endParaRPr lang="en-US" sz="1150"/>
            </a:p>
          </p:txBody>
        </p:sp>
        <p:sp>
          <p:nvSpPr>
            <p:cNvPr id="47" name="Shape 8">
              <a:extLst>
                <a:ext uri="{FF2B5EF4-FFF2-40B4-BE49-F238E27FC236}">
                  <a16:creationId xmlns:a16="http://schemas.microsoft.com/office/drawing/2014/main" id="{C1BE607D-7E19-92A5-86B5-12F472ACD63B}"/>
                </a:ext>
              </a:extLst>
            </p:cNvPr>
            <p:cNvSpPr/>
            <p:nvPr/>
          </p:nvSpPr>
          <p:spPr>
            <a:xfrm>
              <a:off x="6459186" y="1252087"/>
              <a:ext cx="2057400" cy="713232"/>
            </a:xfrm>
            <a:prstGeom prst="chevron">
              <a:avLst/>
            </a:prstGeom>
            <a:solidFill>
              <a:srgbClr val="D9EAF7"/>
            </a:solidFill>
            <a:ln w="12700">
              <a:solidFill>
                <a:srgbClr val="2F75B5"/>
              </a:solidFill>
              <a:prstDash val="solid"/>
            </a:ln>
          </p:spPr>
          <p:txBody>
            <a:bodyPr/>
            <a:lstStyle/>
            <a:p>
              <a:endParaRPr lang="en-US"/>
            </a:p>
          </p:txBody>
        </p:sp>
        <p:sp>
          <p:nvSpPr>
            <p:cNvPr id="49" name="Text 9">
              <a:extLst>
                <a:ext uri="{FF2B5EF4-FFF2-40B4-BE49-F238E27FC236}">
                  <a16:creationId xmlns:a16="http://schemas.microsoft.com/office/drawing/2014/main" id="{CED2F2B5-91AE-9373-1212-DFBDF5F4ECAD}"/>
                </a:ext>
              </a:extLst>
            </p:cNvPr>
            <p:cNvSpPr/>
            <p:nvPr/>
          </p:nvSpPr>
          <p:spPr>
            <a:xfrm>
              <a:off x="6532338" y="1293479"/>
              <a:ext cx="1856232" cy="6583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a:solidFill>
                    <a:srgbClr val="16365C"/>
                  </a:solidFill>
                  <a:latin typeface="Aptos" pitchFamily="34" charset="0"/>
                  <a:ea typeface="Aptos" pitchFamily="34" charset="-122"/>
                  <a:cs typeface="Aptos" pitchFamily="34" charset="-120"/>
                </a:rPr>
                <a:t>No Prior Task or Processed Record</a:t>
              </a:r>
              <a:endParaRPr lang="en-US" sz="1150"/>
            </a:p>
          </p:txBody>
        </p:sp>
      </p:grpSp>
    </p:spTree>
    <p:extLst>
      <p:ext uri="{BB962C8B-B14F-4D97-AF65-F5344CB8AC3E}">
        <p14:creationId xmlns:p14="http://schemas.microsoft.com/office/powerpoint/2010/main" val="3681543910"/>
      </p:ext>
    </p:extLst>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3DE5-0739-915B-820E-EE310B82C3C2}"/>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B6D9735-FAAE-E54D-DF60-2EDC9345468B}"/>
              </a:ext>
            </a:extLst>
          </p:cNvPr>
          <p:cNvSpPr>
            <a:spLocks noGrp="1"/>
          </p:cNvSpPr>
          <p:nvPr>
            <p:ph type="title"/>
          </p:nvPr>
        </p:nvSpPr>
        <p:spPr>
          <a:xfrm>
            <a:off x="881633" y="444611"/>
            <a:ext cx="10204450" cy="533400"/>
          </a:xfrm>
        </p:spPr>
        <p:txBody>
          <a:bodyPr/>
          <a:lstStyle/>
          <a:p>
            <a:r>
              <a:rPr lang="en-US"/>
              <a:t>Journey Activation and Salesforce Task Experience</a:t>
            </a:r>
            <a:endParaRPr lang="en-GB"/>
          </a:p>
        </p:txBody>
      </p:sp>
      <p:sp>
        <p:nvSpPr>
          <p:cNvPr id="4" name="TextBox 3">
            <a:extLst>
              <a:ext uri="{FF2B5EF4-FFF2-40B4-BE49-F238E27FC236}">
                <a16:creationId xmlns:a16="http://schemas.microsoft.com/office/drawing/2014/main" id="{F7D81614-808E-1BF9-3D85-9FE98C3082E1}"/>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pic>
        <p:nvPicPr>
          <p:cNvPr id="12" name="Picture 11">
            <a:extLst>
              <a:ext uri="{FF2B5EF4-FFF2-40B4-BE49-F238E27FC236}">
                <a16:creationId xmlns:a16="http://schemas.microsoft.com/office/drawing/2014/main" id="{5A98A68D-1D3C-D0A8-2051-8D5AFAD3CE32}"/>
              </a:ext>
            </a:extLst>
          </p:cNvPr>
          <p:cNvPicPr>
            <a:picLocks noChangeAspect="1"/>
          </p:cNvPicPr>
          <p:nvPr/>
        </p:nvPicPr>
        <p:blipFill>
          <a:blip r:embed="rId4"/>
          <a:stretch>
            <a:fillRect/>
          </a:stretch>
        </p:blipFill>
        <p:spPr>
          <a:xfrm>
            <a:off x="10286847" y="1737713"/>
            <a:ext cx="1371905" cy="3994154"/>
          </a:xfrm>
          <a:prstGeom prst="rect">
            <a:avLst/>
          </a:prstGeom>
        </p:spPr>
      </p:pic>
      <p:grpSp>
        <p:nvGrpSpPr>
          <p:cNvPr id="31" name="Group 30">
            <a:extLst>
              <a:ext uri="{FF2B5EF4-FFF2-40B4-BE49-F238E27FC236}">
                <a16:creationId xmlns:a16="http://schemas.microsoft.com/office/drawing/2014/main" id="{458595EA-B2BF-03BE-F663-A58F14419679}"/>
              </a:ext>
            </a:extLst>
          </p:cNvPr>
          <p:cNvGrpSpPr/>
          <p:nvPr/>
        </p:nvGrpSpPr>
        <p:grpSpPr>
          <a:xfrm>
            <a:off x="299222" y="1737713"/>
            <a:ext cx="9625828" cy="3430205"/>
            <a:chOff x="572921" y="1252995"/>
            <a:chExt cx="11074626" cy="3076879"/>
          </a:xfrm>
        </p:grpSpPr>
        <p:sp>
          <p:nvSpPr>
            <p:cNvPr id="5" name="Shape 5">
              <a:extLst>
                <a:ext uri="{FF2B5EF4-FFF2-40B4-BE49-F238E27FC236}">
                  <a16:creationId xmlns:a16="http://schemas.microsoft.com/office/drawing/2014/main" id="{32D6CD01-5DB6-1F58-9F4B-A62C5D430094}"/>
                </a:ext>
              </a:extLst>
            </p:cNvPr>
            <p:cNvSpPr/>
            <p:nvPr/>
          </p:nvSpPr>
          <p:spPr>
            <a:xfrm>
              <a:off x="572921" y="1252995"/>
              <a:ext cx="2389505" cy="3076879"/>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16" name="Shape 5">
              <a:extLst>
                <a:ext uri="{FF2B5EF4-FFF2-40B4-BE49-F238E27FC236}">
                  <a16:creationId xmlns:a16="http://schemas.microsoft.com/office/drawing/2014/main" id="{93A19DF8-695F-7E3C-9CA7-0DBBB8B4FAE9}"/>
                </a:ext>
              </a:extLst>
            </p:cNvPr>
            <p:cNvSpPr/>
            <p:nvPr/>
          </p:nvSpPr>
          <p:spPr>
            <a:xfrm>
              <a:off x="3256750" y="1252995"/>
              <a:ext cx="4024947" cy="3076879"/>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22" name="Shape 5">
              <a:extLst>
                <a:ext uri="{FF2B5EF4-FFF2-40B4-BE49-F238E27FC236}">
                  <a16:creationId xmlns:a16="http://schemas.microsoft.com/office/drawing/2014/main" id="{4DDF331B-CC2E-D1CB-DCBA-5ACFBADED24B}"/>
                </a:ext>
              </a:extLst>
            </p:cNvPr>
            <p:cNvSpPr/>
            <p:nvPr/>
          </p:nvSpPr>
          <p:spPr>
            <a:xfrm>
              <a:off x="7576021" y="1252995"/>
              <a:ext cx="4071526" cy="3076879"/>
            </a:xfrm>
            <a:prstGeom prst="roundRect">
              <a:avLst>
                <a:gd name="adj" fmla="val 6061"/>
              </a:avLst>
            </a:prstGeom>
            <a:solidFill>
              <a:srgbClr val="FFFFFF"/>
            </a:solidFill>
            <a:ln w="15240">
              <a:solidFill>
                <a:srgbClr val="2F75B5"/>
              </a:solidFill>
              <a:prstDash val="solid"/>
            </a:ln>
          </p:spPr>
          <p:txBody>
            <a:bodyPr/>
            <a:lstStyle/>
            <a:p>
              <a:endParaRPr lang="en-US"/>
            </a:p>
          </p:txBody>
        </p:sp>
      </p:grpSp>
      <p:grpSp>
        <p:nvGrpSpPr>
          <p:cNvPr id="28" name="Group 27">
            <a:extLst>
              <a:ext uri="{FF2B5EF4-FFF2-40B4-BE49-F238E27FC236}">
                <a16:creationId xmlns:a16="http://schemas.microsoft.com/office/drawing/2014/main" id="{B91FC06F-F3A6-D0FD-653D-E61D2B1D051D}"/>
              </a:ext>
            </a:extLst>
          </p:cNvPr>
          <p:cNvGrpSpPr/>
          <p:nvPr/>
        </p:nvGrpSpPr>
        <p:grpSpPr>
          <a:xfrm>
            <a:off x="643508" y="1893169"/>
            <a:ext cx="8576692" cy="334534"/>
            <a:chOff x="1135442" y="1708307"/>
            <a:chExt cx="9970430" cy="671716"/>
          </a:xfrm>
        </p:grpSpPr>
        <p:grpSp>
          <p:nvGrpSpPr>
            <p:cNvPr id="8" name="Group 7">
              <a:extLst>
                <a:ext uri="{FF2B5EF4-FFF2-40B4-BE49-F238E27FC236}">
                  <a16:creationId xmlns:a16="http://schemas.microsoft.com/office/drawing/2014/main" id="{A20BFB62-62CB-2251-C467-4C881DA6A5B4}"/>
                </a:ext>
              </a:extLst>
            </p:cNvPr>
            <p:cNvGrpSpPr/>
            <p:nvPr/>
          </p:nvGrpSpPr>
          <p:grpSpPr>
            <a:xfrm>
              <a:off x="1135442" y="1708307"/>
              <a:ext cx="1572768" cy="671716"/>
              <a:chOff x="832104" y="1581912"/>
              <a:chExt cx="1572768" cy="310896"/>
            </a:xfrm>
          </p:grpSpPr>
          <p:sp>
            <p:nvSpPr>
              <p:cNvPr id="9" name="Shape 6">
                <a:extLst>
                  <a:ext uri="{FF2B5EF4-FFF2-40B4-BE49-F238E27FC236}">
                    <a16:creationId xmlns:a16="http://schemas.microsoft.com/office/drawing/2014/main" id="{ACD9919A-7A9D-548D-8D3F-832F695A0868}"/>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3" name="Text 7">
                <a:extLst>
                  <a:ext uri="{FF2B5EF4-FFF2-40B4-BE49-F238E27FC236}">
                    <a16:creationId xmlns:a16="http://schemas.microsoft.com/office/drawing/2014/main" id="{EC480AFD-DC36-FF9E-E20B-793AF7B88603}"/>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Journey Processing</a:t>
                </a:r>
                <a:endParaRPr lang="en-US" sz="930"/>
              </a:p>
            </p:txBody>
          </p:sp>
        </p:grpSp>
        <p:grpSp>
          <p:nvGrpSpPr>
            <p:cNvPr id="17" name="Group 16">
              <a:extLst>
                <a:ext uri="{FF2B5EF4-FFF2-40B4-BE49-F238E27FC236}">
                  <a16:creationId xmlns:a16="http://schemas.microsoft.com/office/drawing/2014/main" id="{4FA92977-8C8E-F57F-4FF5-2ADEA5A7088A}"/>
                </a:ext>
              </a:extLst>
            </p:cNvPr>
            <p:cNvGrpSpPr/>
            <p:nvPr/>
          </p:nvGrpSpPr>
          <p:grpSpPr>
            <a:xfrm>
              <a:off x="4098769" y="1708307"/>
              <a:ext cx="2649213" cy="671716"/>
              <a:chOff x="832104" y="1581912"/>
              <a:chExt cx="1572768" cy="310896"/>
            </a:xfrm>
          </p:grpSpPr>
          <p:sp>
            <p:nvSpPr>
              <p:cNvPr id="18" name="Shape 6">
                <a:extLst>
                  <a:ext uri="{FF2B5EF4-FFF2-40B4-BE49-F238E27FC236}">
                    <a16:creationId xmlns:a16="http://schemas.microsoft.com/office/drawing/2014/main" id="{15F4DAE9-2041-9817-8FD0-D9EFF824ED75}"/>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9" name="Text 7">
                <a:extLst>
                  <a:ext uri="{FF2B5EF4-FFF2-40B4-BE49-F238E27FC236}">
                    <a16:creationId xmlns:a16="http://schemas.microsoft.com/office/drawing/2014/main" id="{3DE2F5C7-1609-E2E4-17BC-157DF70B4106}"/>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Task Delivered to Salesforce</a:t>
                </a:r>
                <a:endParaRPr lang="en-US" sz="930"/>
              </a:p>
            </p:txBody>
          </p:sp>
        </p:grpSp>
        <p:grpSp>
          <p:nvGrpSpPr>
            <p:cNvPr id="23" name="Group 22">
              <a:extLst>
                <a:ext uri="{FF2B5EF4-FFF2-40B4-BE49-F238E27FC236}">
                  <a16:creationId xmlns:a16="http://schemas.microsoft.com/office/drawing/2014/main" id="{F1A03A67-83EE-C140-6B3C-829C6EEC6327}"/>
                </a:ext>
              </a:extLst>
            </p:cNvPr>
            <p:cNvGrpSpPr/>
            <p:nvPr/>
          </p:nvGrpSpPr>
          <p:grpSpPr>
            <a:xfrm>
              <a:off x="8426001" y="1708307"/>
              <a:ext cx="2679871" cy="671716"/>
              <a:chOff x="832104" y="1581912"/>
              <a:chExt cx="1572768" cy="310896"/>
            </a:xfrm>
          </p:grpSpPr>
          <p:sp>
            <p:nvSpPr>
              <p:cNvPr id="24" name="Shape 6">
                <a:extLst>
                  <a:ext uri="{FF2B5EF4-FFF2-40B4-BE49-F238E27FC236}">
                    <a16:creationId xmlns:a16="http://schemas.microsoft.com/office/drawing/2014/main" id="{1F38A33C-8345-9724-E2A0-AE1BE9762AF7}"/>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5" name="Text 7">
                <a:extLst>
                  <a:ext uri="{FF2B5EF4-FFF2-40B4-BE49-F238E27FC236}">
                    <a16:creationId xmlns:a16="http://schemas.microsoft.com/office/drawing/2014/main" id="{576A8766-9AC0-9F3F-43F2-BE3D409116E6}"/>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Examples of Task Subjects</a:t>
                </a:r>
                <a:endParaRPr lang="en-US" sz="930"/>
              </a:p>
            </p:txBody>
          </p:sp>
        </p:grpSp>
      </p:grpSp>
      <p:grpSp>
        <p:nvGrpSpPr>
          <p:cNvPr id="40" name="Group 39">
            <a:extLst>
              <a:ext uri="{FF2B5EF4-FFF2-40B4-BE49-F238E27FC236}">
                <a16:creationId xmlns:a16="http://schemas.microsoft.com/office/drawing/2014/main" id="{3AFD9BC9-370C-F70B-41E1-B265B20D012E}"/>
              </a:ext>
            </a:extLst>
          </p:cNvPr>
          <p:cNvGrpSpPr/>
          <p:nvPr/>
        </p:nvGrpSpPr>
        <p:grpSpPr>
          <a:xfrm>
            <a:off x="388117" y="2464934"/>
            <a:ext cx="8188330" cy="2842913"/>
            <a:chOff x="479420" y="1909138"/>
            <a:chExt cx="8188330" cy="2842913"/>
          </a:xfrm>
        </p:grpSpPr>
        <p:sp>
          <p:nvSpPr>
            <p:cNvPr id="34" name="TextBox 33">
              <a:extLst>
                <a:ext uri="{FF2B5EF4-FFF2-40B4-BE49-F238E27FC236}">
                  <a16:creationId xmlns:a16="http://schemas.microsoft.com/office/drawing/2014/main" id="{9EE10FCC-AEAD-20A0-302C-16D7FB9A6FA6}"/>
                </a:ext>
              </a:extLst>
            </p:cNvPr>
            <p:cNvSpPr txBox="1"/>
            <p:nvPr/>
          </p:nvSpPr>
          <p:spPr>
            <a:xfrm>
              <a:off x="479420" y="1909138"/>
              <a:ext cx="1895475" cy="2789900"/>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00">
                  <a:latin typeface="Segoe UI" panose="020B0502040204020203" pitchFamily="34" charset="0"/>
                </a:rPr>
                <a:t>Task-ready Data Extension acts as the Journey entry source</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Decision Split routes each record to the Contact or Lead path</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Journey creates the Salesforce Task and links it to the appropriate record</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Unrecognized Salesforce ID formats follow a remainder path without task creation</a:t>
              </a:r>
            </a:p>
            <a:p>
              <a:pPr algn="l">
                <a:spcAft>
                  <a:spcPts val="600"/>
                </a:spcAft>
              </a:pPr>
              <a:endParaRPr lang="en-US" sz="1500" b="1">
                <a:solidFill>
                  <a:schemeClr val="tx2"/>
                </a:solidFill>
              </a:endParaRPr>
            </a:p>
          </p:txBody>
        </p:sp>
        <p:sp>
          <p:nvSpPr>
            <p:cNvPr id="36" name="TextBox 35">
              <a:extLst>
                <a:ext uri="{FF2B5EF4-FFF2-40B4-BE49-F238E27FC236}">
                  <a16:creationId xmlns:a16="http://schemas.microsoft.com/office/drawing/2014/main" id="{1A659D06-1E4A-DEEA-9107-D36214029267}"/>
                </a:ext>
              </a:extLst>
            </p:cNvPr>
            <p:cNvSpPr txBox="1"/>
            <p:nvPr/>
          </p:nvSpPr>
          <p:spPr>
            <a:xfrm>
              <a:off x="3000375" y="1909138"/>
              <a:ext cx="3095625" cy="2789900"/>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00" b="1">
                  <a:latin typeface="Segoe UI" panose="020B0502040204020203" pitchFamily="34" charset="0"/>
                </a:rPr>
                <a:t>Status:</a:t>
              </a:r>
              <a:r>
                <a:rPr lang="en-US" sz="1000">
                  <a:latin typeface="Segoe UI" panose="020B0502040204020203" pitchFamily="34" charset="0"/>
                </a:rPr>
                <a:t> Open</a:t>
              </a: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Priority:</a:t>
              </a:r>
              <a:r>
                <a:rPr lang="en-US" sz="1000">
                  <a:latin typeface="Segoe UI" panose="020B0502040204020203" pitchFamily="34" charset="0"/>
                </a:rPr>
                <a:t> High</a:t>
              </a: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Type:</a:t>
              </a:r>
              <a:r>
                <a:rPr lang="en-US" sz="1000">
                  <a:latin typeface="Segoe UI" panose="020B0502040204020203" pitchFamily="34" charset="0"/>
                </a:rPr>
                <a:t> Pending Enrichment, where configured</a:t>
              </a: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Assigned to:</a:t>
              </a:r>
              <a:r>
                <a:rPr lang="en-US" sz="1000">
                  <a:latin typeface="Segoe UI" panose="020B0502040204020203" pitchFamily="34" charset="0"/>
                </a:rPr>
                <a:t> Enrichment Queue, where applicable</a:t>
              </a: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Due date:</a:t>
              </a:r>
              <a:r>
                <a:rPr lang="en-US" sz="1000">
                  <a:latin typeface="Segoe UI" panose="020B0502040204020203" pitchFamily="34" charset="0"/>
                </a:rPr>
                <a:t> Based on submission or activity date</a:t>
              </a: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Context included:</a:t>
              </a:r>
              <a:r>
                <a:rPr lang="en-US" sz="1000">
                  <a:latin typeface="Segoe UI" panose="020B0502040204020203" pitchFamily="34" charset="0"/>
                </a:rPr>
                <a:t> </a:t>
              </a:r>
            </a:p>
            <a:p>
              <a:pPr marL="742950" lvl="1" indent="-285750" fontAlgn="t">
                <a:lnSpc>
                  <a:spcPts val="1500"/>
                </a:lnSpc>
                <a:buFont typeface="Arial" panose="020B0604020202020204" pitchFamily="34" charset="0"/>
                <a:buChar char="•"/>
              </a:pPr>
              <a:r>
                <a:rPr lang="en-US" sz="1000">
                  <a:latin typeface="Segoe UI" panose="020B0502040204020203" pitchFamily="34" charset="0"/>
                </a:rPr>
                <a:t>Inquiry or event type</a:t>
              </a:r>
            </a:p>
            <a:p>
              <a:pPr marL="742950" lvl="1" indent="-285750" fontAlgn="t">
                <a:lnSpc>
                  <a:spcPts val="1500"/>
                </a:lnSpc>
                <a:buFont typeface="Arial" panose="020B0604020202020204" pitchFamily="34" charset="0"/>
                <a:buChar char="•"/>
              </a:pPr>
              <a:r>
                <a:rPr lang="en-US" sz="1000">
                  <a:latin typeface="Segoe UI" panose="020B0502040204020203" pitchFamily="34" charset="0"/>
                </a:rPr>
                <a:t>User message or RFP comments</a:t>
              </a:r>
            </a:p>
            <a:p>
              <a:pPr marL="742950" lvl="1" indent="-285750" fontAlgn="t">
                <a:lnSpc>
                  <a:spcPts val="1500"/>
                </a:lnSpc>
                <a:buFont typeface="Arial" panose="020B0604020202020204" pitchFamily="34" charset="0"/>
                <a:buChar char="•"/>
              </a:pPr>
              <a:r>
                <a:rPr lang="en-US" sz="1000">
                  <a:latin typeface="Segoe UI" panose="020B0502040204020203" pitchFamily="34" charset="0"/>
                </a:rPr>
                <a:t>Account and Campaign</a:t>
              </a:r>
            </a:p>
            <a:p>
              <a:pPr marL="742950" lvl="1" indent="-285750" fontAlgn="t">
                <a:lnSpc>
                  <a:spcPts val="1500"/>
                </a:lnSpc>
                <a:buFont typeface="Arial" panose="020B0604020202020204" pitchFamily="34" charset="0"/>
                <a:buChar char="•"/>
              </a:pPr>
              <a:r>
                <a:rPr lang="en-US" sz="1000">
                  <a:latin typeface="Segoe UI" panose="020B0502040204020203" pitchFamily="34" charset="0"/>
                </a:rPr>
                <a:t>Restricted-account status</a:t>
              </a:r>
            </a:p>
            <a:p>
              <a:pPr marL="742950" lvl="1" indent="-285750" fontAlgn="t">
                <a:lnSpc>
                  <a:spcPts val="1500"/>
                </a:lnSpc>
                <a:buFont typeface="Arial" panose="020B0604020202020204" pitchFamily="34" charset="0"/>
                <a:buChar char="•"/>
              </a:pPr>
              <a:r>
                <a:rPr lang="en-US" sz="1000">
                  <a:latin typeface="Segoe UI" panose="020B0502040204020203" pitchFamily="34" charset="0"/>
                </a:rPr>
                <a:t>Follow-up comments</a:t>
              </a:r>
            </a:p>
            <a:p>
              <a:pPr marL="742950" lvl="1" indent="-285750" fontAlgn="t">
                <a:lnSpc>
                  <a:spcPts val="1500"/>
                </a:lnSpc>
                <a:buFont typeface="Arial" panose="020B0604020202020204" pitchFamily="34" charset="0"/>
                <a:buChar char="•"/>
              </a:pPr>
              <a:r>
                <a:rPr lang="en-US" sz="1000">
                  <a:latin typeface="Segoe UI" panose="020B0502040204020203" pitchFamily="34" charset="0"/>
                </a:rPr>
                <a:t>Source page URL for active </a:t>
              </a:r>
              <a:r>
                <a:rPr lang="en-US" sz="1000" err="1">
                  <a:latin typeface="Segoe UI" panose="020B0502040204020203" pitchFamily="34" charset="0"/>
                </a:rPr>
                <a:t>handraisers</a:t>
              </a:r>
              <a:endParaRPr lang="en-US" sz="1000">
                <a:latin typeface="Segoe UI" panose="020B0502040204020203" pitchFamily="34" charset="0"/>
              </a:endParaRPr>
            </a:p>
            <a:p>
              <a:pPr algn="l">
                <a:spcAft>
                  <a:spcPts val="600"/>
                </a:spcAft>
              </a:pPr>
              <a:endParaRPr lang="en-US" sz="1500" b="1">
                <a:solidFill>
                  <a:schemeClr val="tx2"/>
                </a:solidFill>
              </a:endParaRPr>
            </a:p>
          </p:txBody>
        </p:sp>
        <p:sp>
          <p:nvSpPr>
            <p:cNvPr id="38" name="TextBox 37">
              <a:extLst>
                <a:ext uri="{FF2B5EF4-FFF2-40B4-BE49-F238E27FC236}">
                  <a16:creationId xmlns:a16="http://schemas.microsoft.com/office/drawing/2014/main" id="{DFC932A7-F743-AE50-05B2-80B300856CF7}"/>
                </a:ext>
              </a:extLst>
            </p:cNvPr>
            <p:cNvSpPr txBox="1"/>
            <p:nvPr/>
          </p:nvSpPr>
          <p:spPr>
            <a:xfrm>
              <a:off x="6772275" y="1962151"/>
              <a:ext cx="1895475" cy="2789900"/>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00" b="1">
                  <a:latin typeface="Segoe UI" panose="020B0502040204020203" pitchFamily="34" charset="0"/>
                </a:rPr>
                <a:t>Global RFP Requires Enrichment</a:t>
              </a:r>
              <a:endParaRPr lang="en-US" sz="1000">
                <a:latin typeface="Segoe UI" panose="020B0502040204020203" pitchFamily="34" charset="0"/>
              </a:endParaRP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Attended 2+ Events - Requires Enrichment</a:t>
              </a:r>
              <a:endParaRPr lang="en-US" sz="1000">
                <a:latin typeface="Segoe UI" panose="020B0502040204020203" pitchFamily="34" charset="0"/>
              </a:endParaRP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Single In-Person Event Attended </a:t>
              </a:r>
            </a:p>
            <a:p>
              <a:pPr marL="342900" lvl="0" indent="-342900" fontAlgn="t">
                <a:lnSpc>
                  <a:spcPts val="1500"/>
                </a:lnSpc>
                <a:buFont typeface="Arial" panose="020B0604020202020204" pitchFamily="34" charset="0"/>
                <a:buChar char="•"/>
              </a:pPr>
              <a:r>
                <a:rPr lang="en-US" sz="1000" b="1">
                  <a:latin typeface="Segoe UI" panose="020B0502040204020203" pitchFamily="34" charset="0"/>
                </a:rPr>
                <a:t>Multiple Event Attendees from same Account</a:t>
              </a:r>
              <a:endParaRPr lang="en-US" sz="1000">
                <a:latin typeface="Segoe UI" panose="020B0502040204020203" pitchFamily="34" charset="0"/>
              </a:endParaRPr>
            </a:p>
            <a:p>
              <a:pPr algn="l">
                <a:spcAft>
                  <a:spcPts val="600"/>
                </a:spcAft>
              </a:pPr>
              <a:endParaRPr lang="en-US" sz="1500" b="1">
                <a:solidFill>
                  <a:schemeClr val="tx2"/>
                </a:solidFill>
              </a:endParaRPr>
            </a:p>
          </p:txBody>
        </p:sp>
      </p:grpSp>
    </p:spTree>
    <p:extLst>
      <p:ext uri="{BB962C8B-B14F-4D97-AF65-F5344CB8AC3E}">
        <p14:creationId xmlns:p14="http://schemas.microsoft.com/office/powerpoint/2010/main" val="1856302770"/>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8E319-50A3-A8EC-B6F9-EEA637222EE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F61B063-A1D8-0669-A2AB-0C2CF4075601}"/>
              </a:ext>
            </a:extLst>
          </p:cNvPr>
          <p:cNvGrpSpPr/>
          <p:nvPr/>
        </p:nvGrpSpPr>
        <p:grpSpPr>
          <a:xfrm>
            <a:off x="8408004" y="1512782"/>
            <a:ext cx="3535909" cy="3597510"/>
            <a:chOff x="8329346" y="-551992"/>
            <a:chExt cx="3535909" cy="3597510"/>
          </a:xfrm>
        </p:grpSpPr>
        <p:sp>
          <p:nvSpPr>
            <p:cNvPr id="6" name="Rectangle 5">
              <a:extLst>
                <a:ext uri="{FF2B5EF4-FFF2-40B4-BE49-F238E27FC236}">
                  <a16:creationId xmlns:a16="http://schemas.microsoft.com/office/drawing/2014/main" id="{68158A8F-8FDB-8087-C07A-A06326281929}"/>
                </a:ext>
              </a:extLst>
            </p:cNvPr>
            <p:cNvSpPr/>
            <p:nvPr/>
          </p:nvSpPr>
          <p:spPr>
            <a:xfrm>
              <a:off x="9407347" y="1024129"/>
              <a:ext cx="1470355" cy="4322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pic>
          <p:nvPicPr>
            <p:cNvPr id="7" name="Picture 6">
              <a:extLst>
                <a:ext uri="{FF2B5EF4-FFF2-40B4-BE49-F238E27FC236}">
                  <a16:creationId xmlns:a16="http://schemas.microsoft.com/office/drawing/2014/main" id="{967BDFC3-B9A0-7574-AEBC-68018F209B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29346" y="-551992"/>
              <a:ext cx="3535909" cy="3597510"/>
            </a:xfrm>
            <a:prstGeom prst="rect">
              <a:avLst/>
            </a:prstGeom>
          </p:spPr>
        </p:pic>
      </p:grpSp>
      <p:sp>
        <p:nvSpPr>
          <p:cNvPr id="9" name="Text Placeholder 8">
            <a:extLst>
              <a:ext uri="{FF2B5EF4-FFF2-40B4-BE49-F238E27FC236}">
                <a16:creationId xmlns:a16="http://schemas.microsoft.com/office/drawing/2014/main" id="{B5520736-E3E8-EEDA-3658-608346BD5B0C}"/>
              </a:ext>
            </a:extLst>
          </p:cNvPr>
          <p:cNvSpPr>
            <a:spLocks noGrp="1"/>
          </p:cNvSpPr>
          <p:nvPr>
            <p:ph type="body" sz="quarter" idx="12"/>
          </p:nvPr>
        </p:nvSpPr>
        <p:spPr>
          <a:xfrm>
            <a:off x="1289860" y="3031327"/>
            <a:ext cx="6581295" cy="812530"/>
          </a:xfrm>
        </p:spPr>
        <p:txBody>
          <a:bodyPr anchor="ctr"/>
          <a:lstStyle/>
          <a:p>
            <a:pPr fontAlgn="b"/>
            <a:r>
              <a:rPr lang="en-US"/>
              <a:t>Campaign Member Status</a:t>
            </a:r>
          </a:p>
        </p:txBody>
      </p:sp>
    </p:spTree>
    <p:extLst>
      <p:ext uri="{BB962C8B-B14F-4D97-AF65-F5344CB8AC3E}">
        <p14:creationId xmlns:p14="http://schemas.microsoft.com/office/powerpoint/2010/main" val="587910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73970-E871-6EB2-DC55-72167257EBFC}"/>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63C8A802-FAD3-F9C7-587D-C380ADFBEF85}"/>
              </a:ext>
            </a:extLst>
          </p:cNvPr>
          <p:cNvSpPr>
            <a:spLocks noGrp="1"/>
          </p:cNvSpPr>
          <p:nvPr>
            <p:ph type="title"/>
          </p:nvPr>
        </p:nvSpPr>
        <p:spPr>
          <a:xfrm>
            <a:off x="881633" y="444611"/>
            <a:ext cx="10204450" cy="533400"/>
          </a:xfrm>
        </p:spPr>
        <p:txBody>
          <a:bodyPr/>
          <a:lstStyle/>
          <a:p>
            <a:r>
              <a:rPr lang="en-US"/>
              <a:t>Campaign Member Status Purpose and Lifecycle</a:t>
            </a:r>
            <a:endParaRPr lang="en-GB"/>
          </a:p>
        </p:txBody>
      </p:sp>
      <p:sp>
        <p:nvSpPr>
          <p:cNvPr id="12" name="Shape 5">
            <a:extLst>
              <a:ext uri="{FF2B5EF4-FFF2-40B4-BE49-F238E27FC236}">
                <a16:creationId xmlns:a16="http://schemas.microsoft.com/office/drawing/2014/main" id="{41773212-6227-2A59-72D3-D9877F63F2C8}"/>
              </a:ext>
            </a:extLst>
          </p:cNvPr>
          <p:cNvSpPr/>
          <p:nvPr/>
        </p:nvSpPr>
        <p:spPr>
          <a:xfrm>
            <a:off x="211997" y="1215242"/>
            <a:ext cx="2502628" cy="4890283"/>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14" name="Shape 5">
            <a:extLst>
              <a:ext uri="{FF2B5EF4-FFF2-40B4-BE49-F238E27FC236}">
                <a16:creationId xmlns:a16="http://schemas.microsoft.com/office/drawing/2014/main" id="{419F116C-49D1-AFDB-F5F8-4CA284D093C8}"/>
              </a:ext>
            </a:extLst>
          </p:cNvPr>
          <p:cNvSpPr/>
          <p:nvPr/>
        </p:nvSpPr>
        <p:spPr>
          <a:xfrm>
            <a:off x="6717822" y="1206945"/>
            <a:ext cx="3498398" cy="4898580"/>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15" name="Shape 5">
            <a:extLst>
              <a:ext uri="{FF2B5EF4-FFF2-40B4-BE49-F238E27FC236}">
                <a16:creationId xmlns:a16="http://schemas.microsoft.com/office/drawing/2014/main" id="{D7C2BF1B-C476-943E-1603-FD37A166DFAB}"/>
              </a:ext>
            </a:extLst>
          </p:cNvPr>
          <p:cNvSpPr/>
          <p:nvPr/>
        </p:nvSpPr>
        <p:spPr>
          <a:xfrm>
            <a:off x="2967109" y="1215242"/>
            <a:ext cx="3538883" cy="4890283"/>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16" name="Group 15">
            <a:extLst>
              <a:ext uri="{FF2B5EF4-FFF2-40B4-BE49-F238E27FC236}">
                <a16:creationId xmlns:a16="http://schemas.microsoft.com/office/drawing/2014/main" id="{640429BA-4597-FBEA-3161-31CA8801D4B9}"/>
              </a:ext>
            </a:extLst>
          </p:cNvPr>
          <p:cNvGrpSpPr/>
          <p:nvPr/>
        </p:nvGrpSpPr>
        <p:grpSpPr>
          <a:xfrm>
            <a:off x="792982" y="1391163"/>
            <a:ext cx="8576692" cy="334534"/>
            <a:chOff x="1135442" y="1708307"/>
            <a:chExt cx="9970430" cy="671716"/>
          </a:xfrm>
        </p:grpSpPr>
        <p:grpSp>
          <p:nvGrpSpPr>
            <p:cNvPr id="17" name="Group 16">
              <a:extLst>
                <a:ext uri="{FF2B5EF4-FFF2-40B4-BE49-F238E27FC236}">
                  <a16:creationId xmlns:a16="http://schemas.microsoft.com/office/drawing/2014/main" id="{693F392A-B324-ECD6-67BD-23B89CE1287F}"/>
                </a:ext>
              </a:extLst>
            </p:cNvPr>
            <p:cNvGrpSpPr/>
            <p:nvPr/>
          </p:nvGrpSpPr>
          <p:grpSpPr>
            <a:xfrm>
              <a:off x="1135442" y="1708307"/>
              <a:ext cx="1572768" cy="671716"/>
              <a:chOff x="832104" y="1581912"/>
              <a:chExt cx="1572768" cy="310896"/>
            </a:xfrm>
          </p:grpSpPr>
          <p:sp>
            <p:nvSpPr>
              <p:cNvPr id="24" name="Shape 6">
                <a:extLst>
                  <a:ext uri="{FF2B5EF4-FFF2-40B4-BE49-F238E27FC236}">
                    <a16:creationId xmlns:a16="http://schemas.microsoft.com/office/drawing/2014/main" id="{AD8058F7-B7DA-81C0-0EFD-280623B71517}"/>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5" name="Text 7">
                <a:extLst>
                  <a:ext uri="{FF2B5EF4-FFF2-40B4-BE49-F238E27FC236}">
                    <a16:creationId xmlns:a16="http://schemas.microsoft.com/office/drawing/2014/main" id="{61CB0A09-16DE-01A4-15E6-E30D4B5FF9B4}"/>
                  </a:ext>
                </a:extLst>
              </p:cNvPr>
              <p:cNvSpPr/>
              <p:nvPr/>
            </p:nvSpPr>
            <p:spPr>
              <a:xfrm>
                <a:off x="905256" y="1636776"/>
                <a:ext cx="1426464" cy="219456"/>
              </a:xfrm>
              <a:prstGeom prst="rect">
                <a:avLst/>
              </a:prstGeom>
              <a:noFill/>
              <a:ln/>
            </p:spPr>
            <p:txBody>
              <a:bodyPr wrap="square" lIns="254" tIns="254" rIns="254" bIns="254" rtlCol="0" anchor="ctr">
                <a:normAutofit fontScale="92500" lnSpcReduction="20000"/>
              </a:bodyPr>
              <a:lstStyle/>
              <a:p>
                <a:pPr marL="0" indent="0" algn="ctr">
                  <a:buNone/>
                </a:pPr>
                <a:r>
                  <a:rPr lang="en-US" sz="930" b="1">
                    <a:solidFill>
                      <a:srgbClr val="FFFFFF"/>
                    </a:solidFill>
                  </a:rPr>
                  <a:t>What the Process Accomplishes</a:t>
                </a:r>
                <a:endParaRPr lang="en-US" sz="930"/>
              </a:p>
            </p:txBody>
          </p:sp>
        </p:grpSp>
        <p:grpSp>
          <p:nvGrpSpPr>
            <p:cNvPr id="18" name="Group 17">
              <a:extLst>
                <a:ext uri="{FF2B5EF4-FFF2-40B4-BE49-F238E27FC236}">
                  <a16:creationId xmlns:a16="http://schemas.microsoft.com/office/drawing/2014/main" id="{C2A81632-560A-B94C-AF0E-85864F6365A8}"/>
                </a:ext>
              </a:extLst>
            </p:cNvPr>
            <p:cNvGrpSpPr/>
            <p:nvPr/>
          </p:nvGrpSpPr>
          <p:grpSpPr>
            <a:xfrm>
              <a:off x="4098769" y="1708307"/>
              <a:ext cx="2649213" cy="671716"/>
              <a:chOff x="832104" y="1581912"/>
              <a:chExt cx="1572768" cy="310896"/>
            </a:xfrm>
          </p:grpSpPr>
          <p:sp>
            <p:nvSpPr>
              <p:cNvPr id="22" name="Shape 6">
                <a:extLst>
                  <a:ext uri="{FF2B5EF4-FFF2-40B4-BE49-F238E27FC236}">
                    <a16:creationId xmlns:a16="http://schemas.microsoft.com/office/drawing/2014/main" id="{D9B858FD-0F1D-872D-6178-002187EB815D}"/>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3" name="Text 7">
                <a:extLst>
                  <a:ext uri="{FF2B5EF4-FFF2-40B4-BE49-F238E27FC236}">
                    <a16:creationId xmlns:a16="http://schemas.microsoft.com/office/drawing/2014/main" id="{8EC660C1-47B4-F700-69AB-C4C47E7DEBE6}"/>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Examples of Statuses Processed</a:t>
                </a:r>
                <a:endParaRPr lang="en-US" sz="930"/>
              </a:p>
            </p:txBody>
          </p:sp>
        </p:grpSp>
        <p:grpSp>
          <p:nvGrpSpPr>
            <p:cNvPr id="19" name="Group 18">
              <a:extLst>
                <a:ext uri="{FF2B5EF4-FFF2-40B4-BE49-F238E27FC236}">
                  <a16:creationId xmlns:a16="http://schemas.microsoft.com/office/drawing/2014/main" id="{F5AF4A2E-7326-4A25-319C-40E0403DED32}"/>
                </a:ext>
              </a:extLst>
            </p:cNvPr>
            <p:cNvGrpSpPr/>
            <p:nvPr/>
          </p:nvGrpSpPr>
          <p:grpSpPr>
            <a:xfrm>
              <a:off x="8426001" y="1708307"/>
              <a:ext cx="2679871" cy="671716"/>
              <a:chOff x="832104" y="1581912"/>
              <a:chExt cx="1572768" cy="310896"/>
            </a:xfrm>
          </p:grpSpPr>
          <p:sp>
            <p:nvSpPr>
              <p:cNvPr id="20" name="Shape 6">
                <a:extLst>
                  <a:ext uri="{FF2B5EF4-FFF2-40B4-BE49-F238E27FC236}">
                    <a16:creationId xmlns:a16="http://schemas.microsoft.com/office/drawing/2014/main" id="{5300C145-6340-63D2-D850-CE26F750CE33}"/>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1" name="Text 7">
                <a:extLst>
                  <a:ext uri="{FF2B5EF4-FFF2-40B4-BE49-F238E27FC236}">
                    <a16:creationId xmlns:a16="http://schemas.microsoft.com/office/drawing/2014/main" id="{B9ED3D77-88B3-A470-72D3-2602555B7850}"/>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Business Outcome</a:t>
                </a:r>
                <a:endParaRPr lang="en-US" sz="930"/>
              </a:p>
            </p:txBody>
          </p:sp>
        </p:grpSp>
      </p:grpSp>
      <p:grpSp>
        <p:nvGrpSpPr>
          <p:cNvPr id="26" name="Group 25">
            <a:extLst>
              <a:ext uri="{FF2B5EF4-FFF2-40B4-BE49-F238E27FC236}">
                <a16:creationId xmlns:a16="http://schemas.microsoft.com/office/drawing/2014/main" id="{195A2543-0E88-4DCE-9866-E38D20B51D24}"/>
              </a:ext>
            </a:extLst>
          </p:cNvPr>
          <p:cNvGrpSpPr/>
          <p:nvPr/>
        </p:nvGrpSpPr>
        <p:grpSpPr>
          <a:xfrm>
            <a:off x="278691" y="1901618"/>
            <a:ext cx="9779005" cy="3900025"/>
            <a:chOff x="479420" y="1909138"/>
            <a:chExt cx="9779005" cy="3900025"/>
          </a:xfrm>
        </p:grpSpPr>
        <p:sp>
          <p:nvSpPr>
            <p:cNvPr id="27" name="TextBox 26">
              <a:extLst>
                <a:ext uri="{FF2B5EF4-FFF2-40B4-BE49-F238E27FC236}">
                  <a16:creationId xmlns:a16="http://schemas.microsoft.com/office/drawing/2014/main" id="{8AC6678C-B882-F7FE-B7E0-4956881CDF20}"/>
                </a:ext>
              </a:extLst>
            </p:cNvPr>
            <p:cNvSpPr txBox="1"/>
            <p:nvPr/>
          </p:nvSpPr>
          <p:spPr>
            <a:xfrm>
              <a:off x="479420" y="1909138"/>
              <a:ext cx="2326508" cy="2789900"/>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Captures email, digital, event, form, and suppression activity generated across SFMC and related data sources.</a:t>
              </a:r>
            </a:p>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Translates each activity into a standardized Campaign Member Status.</a:t>
              </a:r>
            </a:p>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Updates an existing Campaign Member or creates one when no record currently exists.</a:t>
              </a:r>
            </a:p>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Preserves the highest-priority qualifying status rather than allowing a lower-ranked activity to overwrite stronger engagement.</a:t>
              </a:r>
            </a:p>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Makes engagement visible to account teams and sales stakeholders through Salesforce Campaign Members and downstream dashboards.</a:t>
              </a:r>
            </a:p>
            <a:p>
              <a:pPr algn="l">
                <a:spcAft>
                  <a:spcPts val="600"/>
                </a:spcAft>
              </a:pPr>
              <a:endParaRPr lang="en-US" sz="1500" b="1">
                <a:solidFill>
                  <a:schemeClr val="tx2"/>
                </a:solidFill>
              </a:endParaRPr>
            </a:p>
          </p:txBody>
        </p:sp>
        <p:sp>
          <p:nvSpPr>
            <p:cNvPr id="28" name="TextBox 27">
              <a:extLst>
                <a:ext uri="{FF2B5EF4-FFF2-40B4-BE49-F238E27FC236}">
                  <a16:creationId xmlns:a16="http://schemas.microsoft.com/office/drawing/2014/main" id="{5FF15EA1-2CAC-C58A-E578-A23C272AAF3D}"/>
                </a:ext>
              </a:extLst>
            </p:cNvPr>
            <p:cNvSpPr txBox="1"/>
            <p:nvPr/>
          </p:nvSpPr>
          <p:spPr>
            <a:xfrm>
              <a:off x="3389466" y="1909138"/>
              <a:ext cx="3095625" cy="2789900"/>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Email activity:</a:t>
              </a:r>
              <a:r>
                <a:rPr lang="en-US" sz="1000">
                  <a:solidFill>
                    <a:srgbClr val="000000"/>
                  </a:solidFill>
                  <a:latin typeface="Segoe UI" panose="020B0502040204020203" pitchFamily="34" charset="0"/>
                </a:rPr>
                <a:t> Emailed, Email Click, Bounced</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Digital and form activity:</a:t>
              </a:r>
              <a:r>
                <a:rPr lang="en-US" sz="1000">
                  <a:solidFill>
                    <a:srgbClr val="000000"/>
                  </a:solidFill>
                  <a:latin typeface="Segoe UI" panose="020B0502040204020203" pitchFamily="34" charset="0"/>
                </a:rPr>
                <a:t> Web Contact Engaged, Form Submit</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Non-email activity:</a:t>
              </a:r>
              <a:r>
                <a:rPr lang="en-US" sz="1000">
                  <a:solidFill>
                    <a:srgbClr val="000000"/>
                  </a:solidFill>
                  <a:latin typeface="Segoe UI" panose="020B0502040204020203" pitchFamily="34" charset="0"/>
                </a:rPr>
                <a:t> Registered, Attended, Cancelled</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Suppression activity:</a:t>
              </a:r>
              <a:r>
                <a:rPr lang="en-US" sz="1000">
                  <a:solidFill>
                    <a:srgbClr val="000000"/>
                  </a:solidFill>
                  <a:latin typeface="Segoe UI" panose="020B0502040204020203" pitchFamily="34" charset="0"/>
                </a:rPr>
                <a:t> </a:t>
              </a:r>
              <a:r>
                <a:rPr lang="en-US" sz="1000" err="1">
                  <a:solidFill>
                    <a:srgbClr val="000000"/>
                  </a:solidFill>
                  <a:latin typeface="Segoe UI" panose="020B0502040204020203" pitchFamily="34" charset="0"/>
                </a:rPr>
                <a:t>Opt</a:t>
              </a:r>
              <a:r>
                <a:rPr lang="en-US" sz="1000">
                  <a:solidFill>
                    <a:srgbClr val="000000"/>
                  </a:solidFill>
                  <a:latin typeface="Segoe UI" panose="020B0502040204020203" pitchFamily="34" charset="0"/>
                </a:rPr>
                <a:t> Out, Competitor, KAM, Account Dormancy, Invalid Email, International/EU/Government, and Alliance</a:t>
              </a:r>
            </a:p>
            <a:p>
              <a:pPr algn="l">
                <a:spcAft>
                  <a:spcPts val="600"/>
                </a:spcAft>
              </a:pPr>
              <a:endParaRPr lang="en-US" sz="1500" b="1">
                <a:solidFill>
                  <a:schemeClr val="tx2"/>
                </a:solidFill>
              </a:endParaRPr>
            </a:p>
          </p:txBody>
        </p:sp>
        <p:sp>
          <p:nvSpPr>
            <p:cNvPr id="29" name="TextBox 28">
              <a:extLst>
                <a:ext uri="{FF2B5EF4-FFF2-40B4-BE49-F238E27FC236}">
                  <a16:creationId xmlns:a16="http://schemas.microsoft.com/office/drawing/2014/main" id="{490E34D2-B290-B22D-A1C1-A51372D48961}"/>
                </a:ext>
              </a:extLst>
            </p:cNvPr>
            <p:cNvSpPr txBox="1"/>
            <p:nvPr/>
          </p:nvSpPr>
          <p:spPr>
            <a:xfrm>
              <a:off x="7077075" y="1909138"/>
              <a:ext cx="3181350" cy="3900025"/>
            </a:xfrm>
            <a:prstGeom prst="rect">
              <a:avLst/>
            </a:prstGeom>
          </p:spPr>
          <p:txBody>
            <a:bodyPr vert="horz" wrap="square" lIns="0" tIns="0" rIns="0" bIns="0" rtlCol="0" anchor="t" anchorCtr="0">
              <a:noAutofit/>
            </a:bodyPr>
            <a:lstStyle/>
            <a:p>
              <a:pPr lvl="0" fontAlgn="t">
                <a:lnSpc>
                  <a:spcPts val="1500"/>
                </a:lnSpc>
                <a:defRPr/>
              </a:pPr>
              <a:r>
                <a:rPr lang="en-US" sz="1000">
                  <a:solidFill>
                    <a:srgbClr val="000000"/>
                  </a:solidFill>
                  <a:latin typeface="Segoe UI" panose="020B0502040204020203" pitchFamily="34" charset="0"/>
                </a:rPr>
                <a:t>A Campaign Member record reflects the individual’s most relevant known interaction with a campaign, improving marketing visibility, follow-up context, and campaign attribution.</a:t>
              </a:r>
            </a:p>
            <a:p>
              <a:pPr algn="l">
                <a:spcAft>
                  <a:spcPts val="600"/>
                </a:spcAft>
              </a:pPr>
              <a:endParaRPr lang="en-US" sz="1500" b="1">
                <a:solidFill>
                  <a:schemeClr val="tx2"/>
                </a:solidFill>
              </a:endParaRPr>
            </a:p>
          </p:txBody>
        </p:sp>
      </p:grpSp>
      <p:sp>
        <p:nvSpPr>
          <p:cNvPr id="50" name="TextBox 49">
            <a:extLst>
              <a:ext uri="{FF2B5EF4-FFF2-40B4-BE49-F238E27FC236}">
                <a16:creationId xmlns:a16="http://schemas.microsoft.com/office/drawing/2014/main" id="{D8C86B99-EA06-1FBD-2C6F-863FE88BB629}"/>
              </a:ext>
            </a:extLst>
          </p:cNvPr>
          <p:cNvSpPr txBox="1"/>
          <p:nvPr/>
        </p:nvSpPr>
        <p:spPr>
          <a:xfrm>
            <a:off x="10704460" y="1391163"/>
            <a:ext cx="747529" cy="275499"/>
          </a:xfrm>
          <a:prstGeom prst="rect">
            <a:avLst/>
          </a:prstGeom>
        </p:spPr>
        <p:txBody>
          <a:bodyPr vert="horz" wrap="square" lIns="0" tIns="0" rIns="0" bIns="0" rtlCol="0" anchor="t" anchorCtr="0">
            <a:noAutofit/>
          </a:bodyPr>
          <a:lstStyle/>
          <a:p>
            <a:pPr algn="l">
              <a:spcAft>
                <a:spcPts val="600"/>
              </a:spcAft>
            </a:pPr>
            <a:endParaRPr lang="en-US" sz="1500" b="1">
              <a:solidFill>
                <a:schemeClr val="tx2"/>
              </a:solidFill>
            </a:endParaRPr>
          </a:p>
        </p:txBody>
      </p:sp>
      <p:sp>
        <p:nvSpPr>
          <p:cNvPr id="51" name="TextBox 50">
            <a:extLst>
              <a:ext uri="{FF2B5EF4-FFF2-40B4-BE49-F238E27FC236}">
                <a16:creationId xmlns:a16="http://schemas.microsoft.com/office/drawing/2014/main" id="{B296E1B4-E690-9B57-902E-0CD6B8770967}"/>
              </a:ext>
            </a:extLst>
          </p:cNvPr>
          <p:cNvSpPr txBox="1"/>
          <p:nvPr/>
        </p:nvSpPr>
        <p:spPr>
          <a:xfrm>
            <a:off x="10704460" y="1391163"/>
            <a:ext cx="1275537" cy="510455"/>
          </a:xfrm>
          <a:prstGeom prst="rect">
            <a:avLst/>
          </a:prstGeom>
        </p:spPr>
        <p:txBody>
          <a:bodyPr vert="horz" wrap="square" lIns="0" tIns="0" rIns="0" bIns="0" rtlCol="0" anchor="t" anchorCtr="0">
            <a:noAutofit/>
          </a:bodyPr>
          <a:lstStyle/>
          <a:p>
            <a:pPr algn="l">
              <a:spcAft>
                <a:spcPts val="600"/>
              </a:spcAft>
            </a:pPr>
            <a:endParaRPr lang="en-US" sz="1500" b="1">
              <a:solidFill>
                <a:schemeClr val="tx2"/>
              </a:solidFill>
            </a:endParaRPr>
          </a:p>
        </p:txBody>
      </p:sp>
      <p:grpSp>
        <p:nvGrpSpPr>
          <p:cNvPr id="63" name="Group 62">
            <a:extLst>
              <a:ext uri="{FF2B5EF4-FFF2-40B4-BE49-F238E27FC236}">
                <a16:creationId xmlns:a16="http://schemas.microsoft.com/office/drawing/2014/main" id="{76D0B407-A876-82AE-A31A-2B365644F08D}"/>
              </a:ext>
            </a:extLst>
          </p:cNvPr>
          <p:cNvGrpSpPr/>
          <p:nvPr/>
        </p:nvGrpSpPr>
        <p:grpSpPr>
          <a:xfrm>
            <a:off x="10483172" y="1215242"/>
            <a:ext cx="1496825" cy="4898581"/>
            <a:chOff x="10655198" y="1206944"/>
            <a:chExt cx="1496825" cy="4898581"/>
          </a:xfrm>
        </p:grpSpPr>
        <p:grpSp>
          <p:nvGrpSpPr>
            <p:cNvPr id="32" name="Group 31">
              <a:extLst>
                <a:ext uri="{FF2B5EF4-FFF2-40B4-BE49-F238E27FC236}">
                  <a16:creationId xmlns:a16="http://schemas.microsoft.com/office/drawing/2014/main" id="{AB01700B-F948-3357-B2C3-9F254D10795D}"/>
                </a:ext>
              </a:extLst>
            </p:cNvPr>
            <p:cNvGrpSpPr/>
            <p:nvPr/>
          </p:nvGrpSpPr>
          <p:grpSpPr>
            <a:xfrm rot="5400000">
              <a:off x="8917158" y="2944984"/>
              <a:ext cx="4898581" cy="1422502"/>
              <a:chOff x="371112" y="4948760"/>
              <a:chExt cx="8231867" cy="764699"/>
            </a:xfrm>
          </p:grpSpPr>
          <p:sp>
            <p:nvSpPr>
              <p:cNvPr id="39" name="Shape 5">
                <a:extLst>
                  <a:ext uri="{FF2B5EF4-FFF2-40B4-BE49-F238E27FC236}">
                    <a16:creationId xmlns:a16="http://schemas.microsoft.com/office/drawing/2014/main" id="{63810892-8D4B-947D-8C98-E5B405C05F21}"/>
                  </a:ext>
                </a:extLst>
              </p:cNvPr>
              <p:cNvSpPr/>
              <p:nvPr/>
            </p:nvSpPr>
            <p:spPr>
              <a:xfrm>
                <a:off x="1664654" y="5338083"/>
                <a:ext cx="473247" cy="0"/>
              </a:xfrm>
              <a:prstGeom prst="line">
                <a:avLst/>
              </a:prstGeom>
              <a:noFill/>
              <a:ln w="22860">
                <a:solidFill>
                  <a:srgbClr val="A6A6A6"/>
                </a:solidFill>
                <a:prstDash val="solid"/>
                <a:headEnd type="none"/>
                <a:tailEnd type="triangle"/>
              </a:ln>
            </p:spPr>
            <p:txBody>
              <a:bodyPr/>
              <a:lstStyle/>
              <a:p>
                <a:endParaRPr lang="en-US"/>
              </a:p>
            </p:txBody>
          </p:sp>
          <p:sp>
            <p:nvSpPr>
              <p:cNvPr id="40" name="Shape 6">
                <a:extLst>
                  <a:ext uri="{FF2B5EF4-FFF2-40B4-BE49-F238E27FC236}">
                    <a16:creationId xmlns:a16="http://schemas.microsoft.com/office/drawing/2014/main" id="{6DA5FCE5-943E-9AB4-4556-5BE60FA399B6}"/>
                  </a:ext>
                </a:extLst>
              </p:cNvPr>
              <p:cNvSpPr/>
              <p:nvPr/>
            </p:nvSpPr>
            <p:spPr>
              <a:xfrm>
                <a:off x="3412512" y="5323864"/>
                <a:ext cx="492177" cy="0"/>
              </a:xfrm>
              <a:prstGeom prst="line">
                <a:avLst/>
              </a:prstGeom>
              <a:noFill/>
              <a:ln w="22860">
                <a:solidFill>
                  <a:srgbClr val="A6A6A6"/>
                </a:solidFill>
                <a:prstDash val="solid"/>
                <a:headEnd type="none"/>
                <a:tailEnd type="triangle"/>
              </a:ln>
            </p:spPr>
            <p:txBody>
              <a:bodyPr/>
              <a:lstStyle/>
              <a:p>
                <a:endParaRPr lang="en-US"/>
              </a:p>
            </p:txBody>
          </p:sp>
          <p:sp>
            <p:nvSpPr>
              <p:cNvPr id="41" name="Shape 7">
                <a:extLst>
                  <a:ext uri="{FF2B5EF4-FFF2-40B4-BE49-F238E27FC236}">
                    <a16:creationId xmlns:a16="http://schemas.microsoft.com/office/drawing/2014/main" id="{24429A2A-EEDD-7F5A-1E2E-D0C859D86A26}"/>
                  </a:ext>
                </a:extLst>
              </p:cNvPr>
              <p:cNvSpPr/>
              <p:nvPr/>
            </p:nvSpPr>
            <p:spPr>
              <a:xfrm>
                <a:off x="5135131" y="5329255"/>
                <a:ext cx="504797" cy="0"/>
              </a:xfrm>
              <a:prstGeom prst="line">
                <a:avLst/>
              </a:prstGeom>
              <a:noFill/>
              <a:ln w="22860">
                <a:solidFill>
                  <a:srgbClr val="A6A6A6"/>
                </a:solidFill>
                <a:prstDash val="solid"/>
                <a:headEnd type="none"/>
                <a:tailEnd type="triangle"/>
              </a:ln>
            </p:spPr>
            <p:txBody>
              <a:bodyPr/>
              <a:lstStyle/>
              <a:p>
                <a:endParaRPr lang="en-US"/>
              </a:p>
            </p:txBody>
          </p:sp>
          <p:sp>
            <p:nvSpPr>
              <p:cNvPr id="42" name="Shape 8">
                <a:extLst>
                  <a:ext uri="{FF2B5EF4-FFF2-40B4-BE49-F238E27FC236}">
                    <a16:creationId xmlns:a16="http://schemas.microsoft.com/office/drawing/2014/main" id="{8B6C412A-1F67-2A08-EE9A-E9708DE3528B}"/>
                  </a:ext>
                </a:extLst>
              </p:cNvPr>
              <p:cNvSpPr/>
              <p:nvPr/>
            </p:nvSpPr>
            <p:spPr>
              <a:xfrm>
                <a:off x="6889300" y="5329255"/>
                <a:ext cx="454317" cy="0"/>
              </a:xfrm>
              <a:prstGeom prst="line">
                <a:avLst/>
              </a:prstGeom>
              <a:noFill/>
              <a:ln w="22860">
                <a:solidFill>
                  <a:srgbClr val="A6A6A6"/>
                </a:solidFill>
                <a:prstDash val="solid"/>
                <a:headEnd type="none"/>
                <a:tailEnd type="triangle"/>
              </a:ln>
            </p:spPr>
            <p:txBody>
              <a:bodyPr/>
              <a:lstStyle/>
              <a:p>
                <a:endParaRPr lang="en-US"/>
              </a:p>
            </p:txBody>
          </p:sp>
          <p:sp>
            <p:nvSpPr>
              <p:cNvPr id="43" name="Shape 11">
                <a:extLst>
                  <a:ext uri="{FF2B5EF4-FFF2-40B4-BE49-F238E27FC236}">
                    <a16:creationId xmlns:a16="http://schemas.microsoft.com/office/drawing/2014/main" id="{5534C489-9F22-863E-73FD-7F398C8D8902}"/>
                  </a:ext>
                </a:extLst>
              </p:cNvPr>
              <p:cNvSpPr/>
              <p:nvPr/>
            </p:nvSpPr>
            <p:spPr>
              <a:xfrm>
                <a:off x="371112" y="4962706"/>
                <a:ext cx="1293542" cy="750753"/>
              </a:xfrm>
              <a:prstGeom prst="roundRect">
                <a:avLst>
                  <a:gd name="adj" fmla="val 9091"/>
                </a:avLst>
              </a:prstGeom>
              <a:solidFill>
                <a:srgbClr val="FFFFFF"/>
              </a:solidFill>
              <a:ln w="15240">
                <a:solidFill>
                  <a:srgbClr val="2F75B5"/>
                </a:solidFill>
                <a:prstDash val="solid"/>
              </a:ln>
            </p:spPr>
            <p:txBody>
              <a:bodyPr/>
              <a:lstStyle/>
              <a:p>
                <a:endParaRPr lang="en-US"/>
              </a:p>
            </p:txBody>
          </p:sp>
          <p:sp>
            <p:nvSpPr>
              <p:cNvPr id="44" name="Shape 16">
                <a:extLst>
                  <a:ext uri="{FF2B5EF4-FFF2-40B4-BE49-F238E27FC236}">
                    <a16:creationId xmlns:a16="http://schemas.microsoft.com/office/drawing/2014/main" id="{161022FE-18C8-7A15-C097-60CE6288D224}"/>
                  </a:ext>
                </a:extLst>
              </p:cNvPr>
              <p:cNvSpPr/>
              <p:nvPr/>
            </p:nvSpPr>
            <p:spPr>
              <a:xfrm>
                <a:off x="2137901" y="4948760"/>
                <a:ext cx="1261992" cy="750753"/>
              </a:xfrm>
              <a:prstGeom prst="roundRect">
                <a:avLst>
                  <a:gd name="adj" fmla="val 9091"/>
                </a:avLst>
              </a:prstGeom>
              <a:solidFill>
                <a:srgbClr val="EAF4E5"/>
              </a:solidFill>
              <a:ln w="15240">
                <a:solidFill>
                  <a:srgbClr val="70AD47"/>
                </a:solidFill>
                <a:prstDash val="solid"/>
              </a:ln>
            </p:spPr>
            <p:txBody>
              <a:bodyPr/>
              <a:lstStyle/>
              <a:p>
                <a:endParaRPr lang="en-US"/>
              </a:p>
            </p:txBody>
          </p:sp>
          <p:sp>
            <p:nvSpPr>
              <p:cNvPr id="45" name="Shape 21">
                <a:extLst>
                  <a:ext uri="{FF2B5EF4-FFF2-40B4-BE49-F238E27FC236}">
                    <a16:creationId xmlns:a16="http://schemas.microsoft.com/office/drawing/2014/main" id="{C4F796B2-C81A-2232-34FA-28CFEFB0084F}"/>
                  </a:ext>
                </a:extLst>
              </p:cNvPr>
              <p:cNvSpPr/>
              <p:nvPr/>
            </p:nvSpPr>
            <p:spPr>
              <a:xfrm>
                <a:off x="3904689" y="4948760"/>
                <a:ext cx="1230442" cy="750753"/>
              </a:xfrm>
              <a:prstGeom prst="roundRect">
                <a:avLst>
                  <a:gd name="adj" fmla="val 9091"/>
                </a:avLst>
              </a:prstGeom>
              <a:solidFill>
                <a:srgbClr val="F3EFF8"/>
              </a:solidFill>
              <a:ln w="15240">
                <a:solidFill>
                  <a:srgbClr val="8064A2"/>
                </a:solidFill>
                <a:prstDash val="solid"/>
              </a:ln>
            </p:spPr>
            <p:txBody>
              <a:bodyPr/>
              <a:lstStyle/>
              <a:p>
                <a:endParaRPr lang="en-US"/>
              </a:p>
            </p:txBody>
          </p:sp>
          <p:sp>
            <p:nvSpPr>
              <p:cNvPr id="46" name="Shape 26">
                <a:extLst>
                  <a:ext uri="{FF2B5EF4-FFF2-40B4-BE49-F238E27FC236}">
                    <a16:creationId xmlns:a16="http://schemas.microsoft.com/office/drawing/2014/main" id="{FB4C90D1-FB0B-8CCB-D68B-D11ACE897121}"/>
                  </a:ext>
                </a:extLst>
              </p:cNvPr>
              <p:cNvSpPr/>
              <p:nvPr/>
            </p:nvSpPr>
            <p:spPr>
              <a:xfrm>
                <a:off x="5639928" y="4948760"/>
                <a:ext cx="1230442" cy="750753"/>
              </a:xfrm>
              <a:prstGeom prst="roundRect">
                <a:avLst>
                  <a:gd name="adj" fmla="val 9091"/>
                </a:avLst>
              </a:prstGeom>
              <a:solidFill>
                <a:srgbClr val="FFF1E8"/>
              </a:solidFill>
              <a:ln w="15240">
                <a:solidFill>
                  <a:srgbClr val="ED7D31"/>
                </a:solidFill>
                <a:prstDash val="solid"/>
              </a:ln>
            </p:spPr>
            <p:txBody>
              <a:bodyPr/>
              <a:lstStyle/>
              <a:p>
                <a:endParaRPr lang="en-US"/>
              </a:p>
            </p:txBody>
          </p:sp>
          <p:sp>
            <p:nvSpPr>
              <p:cNvPr id="47" name="Shape 31">
                <a:extLst>
                  <a:ext uri="{FF2B5EF4-FFF2-40B4-BE49-F238E27FC236}">
                    <a16:creationId xmlns:a16="http://schemas.microsoft.com/office/drawing/2014/main" id="{AFCCBCEF-D7CD-593C-E42C-CA15739C34CF}"/>
                  </a:ext>
                </a:extLst>
              </p:cNvPr>
              <p:cNvSpPr/>
              <p:nvPr/>
            </p:nvSpPr>
            <p:spPr>
              <a:xfrm>
                <a:off x="7340988" y="4953879"/>
                <a:ext cx="1261991" cy="750753"/>
              </a:xfrm>
              <a:prstGeom prst="roundRect">
                <a:avLst>
                  <a:gd name="adj" fmla="val 9091"/>
                </a:avLst>
              </a:prstGeom>
              <a:solidFill>
                <a:srgbClr val="FFFFFF"/>
              </a:solidFill>
              <a:ln w="15240">
                <a:solidFill>
                  <a:srgbClr val="16365C"/>
                </a:solidFill>
                <a:prstDash val="solid"/>
              </a:ln>
            </p:spPr>
            <p:txBody>
              <a:bodyPr/>
              <a:lstStyle/>
              <a:p>
                <a:endParaRPr lang="en-US"/>
              </a:p>
            </p:txBody>
          </p:sp>
        </p:grpSp>
        <p:sp>
          <p:nvSpPr>
            <p:cNvPr id="54" name="TextBox 53">
              <a:extLst>
                <a:ext uri="{FF2B5EF4-FFF2-40B4-BE49-F238E27FC236}">
                  <a16:creationId xmlns:a16="http://schemas.microsoft.com/office/drawing/2014/main" id="{5ADF1E62-A393-D1B0-1B98-4CAA69221C7C}"/>
                </a:ext>
              </a:extLst>
            </p:cNvPr>
            <p:cNvSpPr txBox="1"/>
            <p:nvPr/>
          </p:nvSpPr>
          <p:spPr>
            <a:xfrm>
              <a:off x="10966345" y="1458853"/>
              <a:ext cx="747528" cy="295177"/>
            </a:xfrm>
            <a:prstGeom prst="rect">
              <a:avLst/>
            </a:prstGeom>
          </p:spPr>
          <p:txBody>
            <a:bodyPr vert="horz" wrap="square" lIns="0" tIns="0" rIns="0" bIns="0" rtlCol="0" anchor="t" anchorCtr="0">
              <a:noAutofit/>
            </a:bodyPr>
            <a:lstStyle/>
            <a:p>
              <a:pPr>
                <a:spcAft>
                  <a:spcPts val="600"/>
                </a:spcAft>
              </a:pPr>
              <a:r>
                <a:rPr lang="en-US" sz="1600"/>
                <a:t>Enrolled</a:t>
              </a:r>
              <a:endParaRPr lang="en-US" sz="1500" b="1">
                <a:solidFill>
                  <a:schemeClr val="tx2"/>
                </a:solidFill>
              </a:endParaRPr>
            </a:p>
          </p:txBody>
        </p:sp>
        <p:sp>
          <p:nvSpPr>
            <p:cNvPr id="56" name="TextBox 55">
              <a:extLst>
                <a:ext uri="{FF2B5EF4-FFF2-40B4-BE49-F238E27FC236}">
                  <a16:creationId xmlns:a16="http://schemas.microsoft.com/office/drawing/2014/main" id="{16D09A2F-0BD3-8946-CB76-4ADBD6C96674}"/>
                </a:ext>
              </a:extLst>
            </p:cNvPr>
            <p:cNvSpPr txBox="1"/>
            <p:nvPr/>
          </p:nvSpPr>
          <p:spPr>
            <a:xfrm>
              <a:off x="10966345" y="2496913"/>
              <a:ext cx="747528" cy="295177"/>
            </a:xfrm>
            <a:prstGeom prst="rect">
              <a:avLst/>
            </a:prstGeom>
          </p:spPr>
          <p:txBody>
            <a:bodyPr vert="horz" wrap="square" lIns="0" tIns="0" rIns="0" bIns="0" rtlCol="0" anchor="t" anchorCtr="0">
              <a:noAutofit/>
            </a:bodyPr>
            <a:lstStyle/>
            <a:p>
              <a:pPr>
                <a:spcAft>
                  <a:spcPts val="600"/>
                </a:spcAft>
              </a:pPr>
              <a:r>
                <a:rPr lang="en-US" sz="1600"/>
                <a:t>Emailed</a:t>
              </a:r>
              <a:endParaRPr lang="en-US" sz="1500" b="1">
                <a:solidFill>
                  <a:schemeClr val="tx2"/>
                </a:solidFill>
              </a:endParaRPr>
            </a:p>
          </p:txBody>
        </p:sp>
        <p:sp>
          <p:nvSpPr>
            <p:cNvPr id="58" name="TextBox 57">
              <a:extLst>
                <a:ext uri="{FF2B5EF4-FFF2-40B4-BE49-F238E27FC236}">
                  <a16:creationId xmlns:a16="http://schemas.microsoft.com/office/drawing/2014/main" id="{7CD8D7D0-6D95-299A-40F6-24FC0D2DE292}"/>
                </a:ext>
              </a:extLst>
            </p:cNvPr>
            <p:cNvSpPr txBox="1"/>
            <p:nvPr/>
          </p:nvSpPr>
          <p:spPr>
            <a:xfrm>
              <a:off x="10734071" y="3421325"/>
              <a:ext cx="1347295" cy="497577"/>
            </a:xfrm>
            <a:prstGeom prst="rect">
              <a:avLst/>
            </a:prstGeom>
          </p:spPr>
          <p:txBody>
            <a:bodyPr vert="horz" wrap="square" lIns="0" tIns="0" rIns="0" bIns="0" rtlCol="0" anchor="t" anchorCtr="0">
              <a:noAutofit/>
            </a:bodyPr>
            <a:lstStyle/>
            <a:p>
              <a:pPr>
                <a:spcAft>
                  <a:spcPts val="600"/>
                </a:spcAft>
              </a:pPr>
              <a:r>
                <a:rPr lang="en-US" sz="1350"/>
                <a:t>Email Click /Web Engagement</a:t>
              </a:r>
              <a:endParaRPr lang="en-US" sz="1350" b="1">
                <a:solidFill>
                  <a:schemeClr val="tx2"/>
                </a:solidFill>
              </a:endParaRPr>
            </a:p>
          </p:txBody>
        </p:sp>
        <p:sp>
          <p:nvSpPr>
            <p:cNvPr id="60" name="TextBox 59">
              <a:extLst>
                <a:ext uri="{FF2B5EF4-FFF2-40B4-BE49-F238E27FC236}">
                  <a16:creationId xmlns:a16="http://schemas.microsoft.com/office/drawing/2014/main" id="{F8008AAE-5421-4A3F-A903-70DD2CD6F2D4}"/>
                </a:ext>
              </a:extLst>
            </p:cNvPr>
            <p:cNvSpPr txBox="1"/>
            <p:nvPr/>
          </p:nvSpPr>
          <p:spPr>
            <a:xfrm>
              <a:off x="10821149" y="4513603"/>
              <a:ext cx="1330874" cy="389572"/>
            </a:xfrm>
            <a:prstGeom prst="rect">
              <a:avLst/>
            </a:prstGeom>
          </p:spPr>
          <p:txBody>
            <a:bodyPr vert="horz" wrap="square" lIns="0" tIns="0" rIns="0" bIns="0" rtlCol="0" anchor="t" anchorCtr="0">
              <a:noAutofit/>
            </a:bodyPr>
            <a:lstStyle/>
            <a:p>
              <a:pPr>
                <a:spcAft>
                  <a:spcPts val="600"/>
                </a:spcAft>
              </a:pPr>
              <a:r>
                <a:rPr lang="en-US" sz="1350"/>
                <a:t>Form Submit/ Registered</a:t>
              </a:r>
              <a:endParaRPr lang="en-US" sz="1350" b="1">
                <a:solidFill>
                  <a:schemeClr val="tx2"/>
                </a:solidFill>
              </a:endParaRPr>
            </a:p>
          </p:txBody>
        </p:sp>
        <p:sp>
          <p:nvSpPr>
            <p:cNvPr id="62" name="TextBox 61">
              <a:extLst>
                <a:ext uri="{FF2B5EF4-FFF2-40B4-BE49-F238E27FC236}">
                  <a16:creationId xmlns:a16="http://schemas.microsoft.com/office/drawing/2014/main" id="{CB52F8EB-4F3F-5992-1EE2-E4484B11F76F}"/>
                </a:ext>
              </a:extLst>
            </p:cNvPr>
            <p:cNvSpPr txBox="1"/>
            <p:nvPr/>
          </p:nvSpPr>
          <p:spPr>
            <a:xfrm>
              <a:off x="10966344" y="5583230"/>
              <a:ext cx="882751" cy="295177"/>
            </a:xfrm>
            <a:prstGeom prst="rect">
              <a:avLst/>
            </a:prstGeom>
          </p:spPr>
          <p:txBody>
            <a:bodyPr vert="horz" wrap="square" lIns="0" tIns="0" rIns="0" bIns="0" rtlCol="0" anchor="t" anchorCtr="0">
              <a:noAutofit/>
            </a:bodyPr>
            <a:lstStyle/>
            <a:p>
              <a:pPr>
                <a:spcAft>
                  <a:spcPts val="600"/>
                </a:spcAft>
              </a:pPr>
              <a:r>
                <a:rPr lang="en-US" sz="1600"/>
                <a:t>Attended</a:t>
              </a:r>
              <a:endParaRPr lang="en-US" sz="1500" b="1">
                <a:solidFill>
                  <a:schemeClr val="tx2"/>
                </a:solidFill>
              </a:endParaRPr>
            </a:p>
          </p:txBody>
        </p:sp>
      </p:grpSp>
    </p:spTree>
    <p:extLst>
      <p:ext uri="{BB962C8B-B14F-4D97-AF65-F5344CB8AC3E}">
        <p14:creationId xmlns:p14="http://schemas.microsoft.com/office/powerpoint/2010/main" val="1727078247"/>
      </p:ext>
    </p:extLst>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1181A-E0A9-3E83-1C24-0BD166A1382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C37E54F6-D9A3-DF11-5C1A-86270219B6E9}"/>
              </a:ext>
            </a:extLst>
          </p:cNvPr>
          <p:cNvSpPr>
            <a:spLocks noGrp="1"/>
          </p:cNvSpPr>
          <p:nvPr>
            <p:ph type="title"/>
          </p:nvPr>
        </p:nvSpPr>
        <p:spPr>
          <a:xfrm>
            <a:off x="881633" y="444611"/>
            <a:ext cx="10204450" cy="533400"/>
          </a:xfrm>
        </p:spPr>
        <p:txBody>
          <a:bodyPr/>
          <a:lstStyle/>
          <a:p>
            <a:r>
              <a:rPr lang="en-US"/>
              <a:t>How SFMC Collects and Standardizes Activity</a:t>
            </a:r>
            <a:endParaRPr lang="en-GB"/>
          </a:p>
        </p:txBody>
      </p:sp>
      <p:sp>
        <p:nvSpPr>
          <p:cNvPr id="4" name="TextBox 3">
            <a:extLst>
              <a:ext uri="{FF2B5EF4-FFF2-40B4-BE49-F238E27FC236}">
                <a16:creationId xmlns:a16="http://schemas.microsoft.com/office/drawing/2014/main" id="{D8F45AEC-C2A8-8269-9FBD-81E9EEEA0891}"/>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grpSp>
        <p:nvGrpSpPr>
          <p:cNvPr id="21" name="Group 20">
            <a:extLst>
              <a:ext uri="{FF2B5EF4-FFF2-40B4-BE49-F238E27FC236}">
                <a16:creationId xmlns:a16="http://schemas.microsoft.com/office/drawing/2014/main" id="{19617BE8-57C5-9577-A760-C02A5191002A}"/>
              </a:ext>
            </a:extLst>
          </p:cNvPr>
          <p:cNvGrpSpPr/>
          <p:nvPr/>
        </p:nvGrpSpPr>
        <p:grpSpPr>
          <a:xfrm>
            <a:off x="276225" y="939465"/>
            <a:ext cx="11696700" cy="1983617"/>
            <a:chOff x="276225" y="1215243"/>
            <a:chExt cx="11696700" cy="2366158"/>
          </a:xfrm>
        </p:grpSpPr>
        <p:sp>
          <p:nvSpPr>
            <p:cNvPr id="2" name="Shape 5">
              <a:extLst>
                <a:ext uri="{FF2B5EF4-FFF2-40B4-BE49-F238E27FC236}">
                  <a16:creationId xmlns:a16="http://schemas.microsoft.com/office/drawing/2014/main" id="{D1F67841-6FCC-5E23-8320-8811445F3676}"/>
                </a:ext>
              </a:extLst>
            </p:cNvPr>
            <p:cNvSpPr/>
            <p:nvPr/>
          </p:nvSpPr>
          <p:spPr>
            <a:xfrm>
              <a:off x="276225" y="1215243"/>
              <a:ext cx="11696700" cy="2366158"/>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9" name="Group 8">
              <a:extLst>
                <a:ext uri="{FF2B5EF4-FFF2-40B4-BE49-F238E27FC236}">
                  <a16:creationId xmlns:a16="http://schemas.microsoft.com/office/drawing/2014/main" id="{6275DC7C-C24E-C730-8586-E095FC78851E}"/>
                </a:ext>
              </a:extLst>
            </p:cNvPr>
            <p:cNvGrpSpPr/>
            <p:nvPr/>
          </p:nvGrpSpPr>
          <p:grpSpPr>
            <a:xfrm>
              <a:off x="390801" y="1287897"/>
              <a:ext cx="2638148" cy="334534"/>
              <a:chOff x="832104" y="1581912"/>
              <a:chExt cx="1572768" cy="310896"/>
            </a:xfrm>
          </p:grpSpPr>
          <p:sp>
            <p:nvSpPr>
              <p:cNvPr id="15" name="Shape 6">
                <a:extLst>
                  <a:ext uri="{FF2B5EF4-FFF2-40B4-BE49-F238E27FC236}">
                    <a16:creationId xmlns:a16="http://schemas.microsoft.com/office/drawing/2014/main" id="{512DB458-05F1-6328-2908-CEB73D3DEB3A}"/>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6" name="Text 7">
                <a:extLst>
                  <a:ext uri="{FF2B5EF4-FFF2-40B4-BE49-F238E27FC236}">
                    <a16:creationId xmlns:a16="http://schemas.microsoft.com/office/drawing/2014/main" id="{CD0329FE-2CCF-43CB-A9A6-5CFCA8711F96}"/>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err="1">
                    <a:solidFill>
                      <a:srgbClr val="FFFFFF"/>
                    </a:solidFill>
                  </a:rPr>
                  <a:t>Campaignmember-validateupdatestatus</a:t>
                </a:r>
                <a:endParaRPr lang="en-US" sz="930"/>
              </a:p>
            </p:txBody>
          </p:sp>
        </p:grpSp>
        <p:sp>
          <p:nvSpPr>
            <p:cNvPr id="20" name="TextBox 19">
              <a:extLst>
                <a:ext uri="{FF2B5EF4-FFF2-40B4-BE49-F238E27FC236}">
                  <a16:creationId xmlns:a16="http://schemas.microsoft.com/office/drawing/2014/main" id="{21581F24-A5E5-A472-F452-031B6FE036C1}"/>
                </a:ext>
              </a:extLst>
            </p:cNvPr>
            <p:cNvSpPr txBox="1"/>
            <p:nvPr/>
          </p:nvSpPr>
          <p:spPr>
            <a:xfrm>
              <a:off x="373941" y="1696543"/>
              <a:ext cx="11541834" cy="1403557"/>
            </a:xfrm>
            <a:prstGeom prst="rect">
              <a:avLst/>
            </a:prstGeom>
          </p:spPr>
          <p:txBody>
            <a:bodyPr vert="horz" wrap="square" lIns="0" tIns="0" rIns="0" bIns="0" rtlCol="0" anchor="t" anchorCtr="0">
              <a:noAutofit/>
            </a:bodyPr>
            <a:lstStyle/>
            <a:p>
              <a:pPr lvl="0" fontAlgn="t">
                <a:lnSpc>
                  <a:spcPts val="1500"/>
                </a:lnSpc>
                <a:defRPr/>
              </a:pPr>
              <a:r>
                <a:rPr lang="en-US" sz="1000">
                  <a:solidFill>
                    <a:srgbClr val="000000"/>
                  </a:solidFill>
                  <a:latin typeface="Segoe UI" panose="020B0502040204020203" pitchFamily="34" charset="0"/>
                </a:rPr>
                <a:t>Collects recent activity from multiple sources:</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Emailed:</a:t>
              </a:r>
              <a:r>
                <a:rPr lang="en-US" sz="1000">
                  <a:solidFill>
                    <a:srgbClr val="000000"/>
                  </a:solidFill>
                  <a:latin typeface="Segoe UI" panose="020B0502040204020203" pitchFamily="34" charset="0"/>
                </a:rPr>
                <a:t> SFMC </a:t>
              </a:r>
              <a:r>
                <a:rPr lang="en-US" sz="1000">
                  <a:solidFill>
                    <a:srgbClr val="000000"/>
                  </a:solidFill>
                  <a:latin typeface="Courier New" panose="02070309020205020404" pitchFamily="49" charset="0"/>
                </a:rPr>
                <a:t>_Sent</a:t>
              </a:r>
              <a:r>
                <a:rPr lang="en-US" sz="1000">
                  <a:solidFill>
                    <a:srgbClr val="000000"/>
                  </a:solidFill>
                  <a:latin typeface="Segoe UI" panose="020B0502040204020203" pitchFamily="34" charset="0"/>
                </a:rPr>
                <a:t> data view joined to </a:t>
              </a:r>
              <a:r>
                <a:rPr lang="en-US" sz="1000">
                  <a:solidFill>
                    <a:srgbClr val="000000"/>
                  </a:solidFill>
                  <a:latin typeface="Courier New" panose="02070309020205020404" pitchFamily="49" charset="0"/>
                </a:rPr>
                <a:t>MasterSendLog</a:t>
              </a:r>
              <a:endParaRPr lang="en-US" sz="1000">
                <a:solidFill>
                  <a:srgbClr val="000000"/>
                </a:solidFill>
                <a:latin typeface="Segoe UI" panose="020B0502040204020203" pitchFamily="34" charset="0"/>
              </a:endParaRP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Bounced:</a:t>
              </a:r>
              <a:r>
                <a:rPr lang="en-US" sz="1000">
                  <a:solidFill>
                    <a:srgbClr val="000000"/>
                  </a:solidFill>
                  <a:latin typeface="Segoe UI" panose="020B0502040204020203" pitchFamily="34" charset="0"/>
                </a:rPr>
                <a:t> SFMC </a:t>
              </a:r>
              <a:r>
                <a:rPr lang="en-US" sz="1000">
                  <a:solidFill>
                    <a:srgbClr val="000000"/>
                  </a:solidFill>
                  <a:latin typeface="Courier New" panose="02070309020205020404" pitchFamily="49" charset="0"/>
                </a:rPr>
                <a:t>_Bounce</a:t>
              </a:r>
              <a:r>
                <a:rPr lang="en-US" sz="1000">
                  <a:solidFill>
                    <a:srgbClr val="000000"/>
                  </a:solidFill>
                  <a:latin typeface="Segoe UI" panose="020B0502040204020203" pitchFamily="34" charset="0"/>
                </a:rPr>
                <a:t> data view joined to </a:t>
              </a:r>
              <a:r>
                <a:rPr lang="en-US" sz="1000">
                  <a:solidFill>
                    <a:srgbClr val="000000"/>
                  </a:solidFill>
                  <a:latin typeface="Courier New" panose="02070309020205020404" pitchFamily="49" charset="0"/>
                </a:rPr>
                <a:t>MasterSendLog</a:t>
              </a:r>
              <a:r>
                <a:rPr lang="en-US" sz="1000">
                  <a:solidFill>
                    <a:srgbClr val="000000"/>
                  </a:solidFill>
                  <a:latin typeface="Segoe UI" panose="020B0502040204020203" pitchFamily="34" charset="0"/>
                </a:rPr>
                <a:t>, with qualification for significant bounce types and defined SMTP errors</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Email Click:</a:t>
              </a:r>
              <a:r>
                <a:rPr lang="en-US" sz="1000">
                  <a:solidFill>
                    <a:srgbClr val="000000"/>
                  </a:solidFill>
                  <a:latin typeface="Segoe UI" panose="020B0502040204020203" pitchFamily="34" charset="0"/>
                </a:rPr>
                <a:t> SFMC </a:t>
              </a:r>
              <a:r>
                <a:rPr lang="en-US" sz="1000">
                  <a:solidFill>
                    <a:srgbClr val="000000"/>
                  </a:solidFill>
                  <a:latin typeface="Courier New" panose="02070309020205020404" pitchFamily="49" charset="0"/>
                </a:rPr>
                <a:t>_Click</a:t>
              </a:r>
              <a:r>
                <a:rPr lang="en-US" sz="1000">
                  <a:solidFill>
                    <a:srgbClr val="000000"/>
                  </a:solidFill>
                  <a:latin typeface="Segoe UI" panose="020B0502040204020203" pitchFamily="34" charset="0"/>
                </a:rPr>
                <a:t> data view joined to </a:t>
              </a:r>
              <a:r>
                <a:rPr lang="en-US" sz="1000">
                  <a:solidFill>
                    <a:srgbClr val="000000"/>
                  </a:solidFill>
                  <a:latin typeface="Courier New" panose="02070309020205020404" pitchFamily="49" charset="0"/>
                </a:rPr>
                <a:t>MasterSendLog</a:t>
              </a:r>
              <a:endParaRPr lang="en-US" sz="1000">
                <a:solidFill>
                  <a:srgbClr val="000000"/>
                </a:solidFill>
                <a:latin typeface="Segoe UI" panose="020B0502040204020203" pitchFamily="34" charset="0"/>
              </a:endParaRP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Non-email engagement:</a:t>
              </a:r>
              <a:r>
                <a:rPr lang="en-US" sz="1000">
                  <a:solidFill>
                    <a:srgbClr val="000000"/>
                  </a:solidFill>
                  <a:latin typeface="Segoe UI" panose="020B0502040204020203" pitchFamily="34" charset="0"/>
                </a:rPr>
                <a:t> </a:t>
              </a:r>
              <a:r>
                <a:rPr lang="en-US" sz="1000">
                  <a:solidFill>
                    <a:srgbClr val="000000"/>
                  </a:solidFill>
                  <a:latin typeface="Courier New" panose="02070309020205020404" pitchFamily="49" charset="0"/>
                </a:rPr>
                <a:t>NonEmailEngagedActivities</a:t>
              </a:r>
              <a:r>
                <a:rPr lang="en-US" sz="1000">
                  <a:solidFill>
                    <a:srgbClr val="000000"/>
                  </a:solidFill>
                  <a:latin typeface="Segoe UI" panose="020B0502040204020203" pitchFamily="34" charset="0"/>
                </a:rPr>
                <a:t>, including registration, attendance, cancellation, web engagement, and form activity</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Suppressed activity:</a:t>
              </a:r>
              <a:r>
                <a:rPr lang="en-US" sz="1000">
                  <a:solidFill>
                    <a:srgbClr val="000000"/>
                  </a:solidFill>
                  <a:latin typeface="Segoe UI" panose="020B0502040204020203" pitchFamily="34" charset="0"/>
                </a:rPr>
                <a:t> Standardized suppression records from the consolidated suppression process</a:t>
              </a:r>
            </a:p>
            <a:p>
              <a:pPr lvl="0" fontAlgn="t">
                <a:lnSpc>
                  <a:spcPts val="1500"/>
                </a:lnSpc>
                <a:defRPr/>
              </a:pPr>
              <a:r>
                <a:rPr lang="en-US" sz="1000">
                  <a:solidFill>
                    <a:srgbClr val="000000"/>
                  </a:solidFill>
                  <a:latin typeface="Segoe UI" panose="020B0502040204020203" pitchFamily="34" charset="0"/>
                </a:rPr>
                <a:t>The process uses a </a:t>
              </a:r>
              <a:r>
                <a:rPr lang="en-US" sz="1000" b="1">
                  <a:solidFill>
                    <a:srgbClr val="000000"/>
                  </a:solidFill>
                  <a:latin typeface="Segoe UI" panose="020B0502040204020203" pitchFamily="34" charset="0"/>
                </a:rPr>
                <a:t>180-day activity window</a:t>
              </a:r>
              <a:r>
                <a:rPr lang="en-US" sz="1000">
                  <a:solidFill>
                    <a:srgbClr val="000000"/>
                  </a:solidFill>
                  <a:latin typeface="Segoe UI" panose="020B0502040204020203" pitchFamily="34" charset="0"/>
                </a:rPr>
                <a:t>, requires valid Campaign IDs, and maps each source activity to a standardized status and rank. Salesforce ID is prioritized as the Subscriber Key when available; otherwise, email or the original subscriber identifier is used during staging. </a:t>
              </a:r>
            </a:p>
            <a:p>
              <a:pPr algn="l">
                <a:spcAft>
                  <a:spcPts val="600"/>
                </a:spcAft>
              </a:pPr>
              <a:endParaRPr lang="en-US" sz="1500" b="1">
                <a:solidFill>
                  <a:schemeClr val="tx2"/>
                </a:solidFill>
              </a:endParaRPr>
            </a:p>
          </p:txBody>
        </p:sp>
      </p:grpSp>
      <p:grpSp>
        <p:nvGrpSpPr>
          <p:cNvPr id="22" name="Group 21">
            <a:extLst>
              <a:ext uri="{FF2B5EF4-FFF2-40B4-BE49-F238E27FC236}">
                <a16:creationId xmlns:a16="http://schemas.microsoft.com/office/drawing/2014/main" id="{3AF464DA-8494-1AA0-CEB0-62C349DAFDD1}"/>
              </a:ext>
            </a:extLst>
          </p:cNvPr>
          <p:cNvGrpSpPr/>
          <p:nvPr/>
        </p:nvGrpSpPr>
        <p:grpSpPr>
          <a:xfrm>
            <a:off x="276225" y="2983990"/>
            <a:ext cx="11696700" cy="2061356"/>
            <a:chOff x="276225" y="1215243"/>
            <a:chExt cx="11696700" cy="2366158"/>
          </a:xfrm>
        </p:grpSpPr>
        <p:sp>
          <p:nvSpPr>
            <p:cNvPr id="23" name="Shape 5">
              <a:extLst>
                <a:ext uri="{FF2B5EF4-FFF2-40B4-BE49-F238E27FC236}">
                  <a16:creationId xmlns:a16="http://schemas.microsoft.com/office/drawing/2014/main" id="{2DA2F977-1C65-7308-CA9F-AB5D4194E48C}"/>
                </a:ext>
              </a:extLst>
            </p:cNvPr>
            <p:cNvSpPr/>
            <p:nvPr/>
          </p:nvSpPr>
          <p:spPr>
            <a:xfrm>
              <a:off x="276225" y="1215243"/>
              <a:ext cx="11696700" cy="2366158"/>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24" name="Group 23">
              <a:extLst>
                <a:ext uri="{FF2B5EF4-FFF2-40B4-BE49-F238E27FC236}">
                  <a16:creationId xmlns:a16="http://schemas.microsoft.com/office/drawing/2014/main" id="{E5750794-CF75-83E9-21AF-313EAB31170B}"/>
                </a:ext>
              </a:extLst>
            </p:cNvPr>
            <p:cNvGrpSpPr/>
            <p:nvPr/>
          </p:nvGrpSpPr>
          <p:grpSpPr>
            <a:xfrm>
              <a:off x="390801" y="1287897"/>
              <a:ext cx="3360817" cy="334534"/>
              <a:chOff x="832104" y="1581912"/>
              <a:chExt cx="2003597" cy="310896"/>
            </a:xfrm>
          </p:grpSpPr>
          <p:sp>
            <p:nvSpPr>
              <p:cNvPr id="26" name="Shape 6">
                <a:extLst>
                  <a:ext uri="{FF2B5EF4-FFF2-40B4-BE49-F238E27FC236}">
                    <a16:creationId xmlns:a16="http://schemas.microsoft.com/office/drawing/2014/main" id="{036C8A01-82F9-F842-67EC-79B5FBFCA5E5}"/>
                  </a:ext>
                </a:extLst>
              </p:cNvPr>
              <p:cNvSpPr/>
              <p:nvPr/>
            </p:nvSpPr>
            <p:spPr>
              <a:xfrm>
                <a:off x="832104" y="1581912"/>
                <a:ext cx="2003597"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7" name="Text 7">
                <a:extLst>
                  <a:ext uri="{FF2B5EF4-FFF2-40B4-BE49-F238E27FC236}">
                    <a16:creationId xmlns:a16="http://schemas.microsoft.com/office/drawing/2014/main" id="{94BC8F84-1308-DBA6-587E-7C12117F79F0}"/>
                  </a:ext>
                </a:extLst>
              </p:cNvPr>
              <p:cNvSpPr/>
              <p:nvPr/>
            </p:nvSpPr>
            <p:spPr>
              <a:xfrm>
                <a:off x="905256" y="1636776"/>
                <a:ext cx="1930445" cy="219456"/>
              </a:xfrm>
              <a:prstGeom prst="rect">
                <a:avLst/>
              </a:prstGeom>
              <a:noFill/>
              <a:ln/>
            </p:spPr>
            <p:txBody>
              <a:bodyPr wrap="square" lIns="254" tIns="254" rIns="254" bIns="254" rtlCol="0" anchor="ctr">
                <a:normAutofit/>
              </a:bodyPr>
              <a:lstStyle/>
              <a:p>
                <a:pPr marL="0" indent="0" algn="ctr">
                  <a:buNone/>
                </a:pPr>
                <a:r>
                  <a:rPr lang="en-US" sz="930" b="1" err="1">
                    <a:solidFill>
                      <a:srgbClr val="FFFFFF"/>
                    </a:solidFill>
                  </a:rPr>
                  <a:t>Campaignmember-SuppressedStatusessConsolidation</a:t>
                </a:r>
                <a:endParaRPr lang="en-US" sz="930"/>
              </a:p>
            </p:txBody>
          </p:sp>
        </p:grpSp>
        <p:sp>
          <p:nvSpPr>
            <p:cNvPr id="25" name="TextBox 24">
              <a:extLst>
                <a:ext uri="{FF2B5EF4-FFF2-40B4-BE49-F238E27FC236}">
                  <a16:creationId xmlns:a16="http://schemas.microsoft.com/office/drawing/2014/main" id="{29D5E69F-9B95-D6F9-600E-72218E3885CE}"/>
                </a:ext>
              </a:extLst>
            </p:cNvPr>
            <p:cNvSpPr txBox="1"/>
            <p:nvPr/>
          </p:nvSpPr>
          <p:spPr>
            <a:xfrm>
              <a:off x="373941" y="1696543"/>
              <a:ext cx="11541834" cy="1403557"/>
            </a:xfrm>
            <a:prstGeom prst="rect">
              <a:avLst/>
            </a:prstGeom>
          </p:spPr>
          <p:txBody>
            <a:bodyPr vert="horz" wrap="square" lIns="0" tIns="0" rIns="0" bIns="0" rtlCol="0" anchor="t" anchorCtr="0">
              <a:noAutofit/>
            </a:bodyPr>
            <a:lstStyle/>
            <a:p>
              <a:pPr lvl="0" fontAlgn="t">
                <a:lnSpc>
                  <a:spcPts val="1500"/>
                </a:lnSpc>
                <a:defRPr/>
              </a:pPr>
              <a:r>
                <a:rPr lang="en-US" sz="1000">
                  <a:solidFill>
                    <a:srgbClr val="000000"/>
                  </a:solidFill>
                  <a:latin typeface="Segoe UI" panose="020B0502040204020203" pitchFamily="34" charset="0"/>
                </a:rPr>
                <a:t>Collects recent activity from multiple sources:</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Emailed:</a:t>
              </a:r>
              <a:r>
                <a:rPr lang="en-US" sz="1000">
                  <a:solidFill>
                    <a:srgbClr val="000000"/>
                  </a:solidFill>
                  <a:latin typeface="Segoe UI" panose="020B0502040204020203" pitchFamily="34" charset="0"/>
                </a:rPr>
                <a:t> SFMC </a:t>
              </a:r>
              <a:r>
                <a:rPr lang="en-US" sz="1000">
                  <a:solidFill>
                    <a:srgbClr val="000000"/>
                  </a:solidFill>
                  <a:latin typeface="Courier New" panose="02070309020205020404" pitchFamily="49" charset="0"/>
                </a:rPr>
                <a:t>_Sent</a:t>
              </a:r>
              <a:r>
                <a:rPr lang="en-US" sz="1000">
                  <a:solidFill>
                    <a:srgbClr val="000000"/>
                  </a:solidFill>
                  <a:latin typeface="Segoe UI" panose="020B0502040204020203" pitchFamily="34" charset="0"/>
                </a:rPr>
                <a:t> data view joined to </a:t>
              </a:r>
              <a:r>
                <a:rPr lang="en-US" sz="1000">
                  <a:solidFill>
                    <a:srgbClr val="000000"/>
                  </a:solidFill>
                  <a:latin typeface="Courier New" panose="02070309020205020404" pitchFamily="49" charset="0"/>
                </a:rPr>
                <a:t>MasterSendLog</a:t>
              </a:r>
              <a:endParaRPr lang="en-US" sz="1000">
                <a:solidFill>
                  <a:srgbClr val="000000"/>
                </a:solidFill>
                <a:latin typeface="Segoe UI" panose="020B0502040204020203" pitchFamily="34" charset="0"/>
              </a:endParaRP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Bounced:</a:t>
              </a:r>
              <a:r>
                <a:rPr lang="en-US" sz="1000">
                  <a:solidFill>
                    <a:srgbClr val="000000"/>
                  </a:solidFill>
                  <a:latin typeface="Segoe UI" panose="020B0502040204020203" pitchFamily="34" charset="0"/>
                </a:rPr>
                <a:t> SFMC </a:t>
              </a:r>
              <a:r>
                <a:rPr lang="en-US" sz="1000">
                  <a:solidFill>
                    <a:srgbClr val="000000"/>
                  </a:solidFill>
                  <a:latin typeface="Courier New" panose="02070309020205020404" pitchFamily="49" charset="0"/>
                </a:rPr>
                <a:t>_Bounce</a:t>
              </a:r>
              <a:r>
                <a:rPr lang="en-US" sz="1000">
                  <a:solidFill>
                    <a:srgbClr val="000000"/>
                  </a:solidFill>
                  <a:latin typeface="Segoe UI" panose="020B0502040204020203" pitchFamily="34" charset="0"/>
                </a:rPr>
                <a:t> data view joined to </a:t>
              </a:r>
              <a:r>
                <a:rPr lang="en-US" sz="1000">
                  <a:solidFill>
                    <a:srgbClr val="000000"/>
                  </a:solidFill>
                  <a:latin typeface="Courier New" panose="02070309020205020404" pitchFamily="49" charset="0"/>
                </a:rPr>
                <a:t>MasterSendLog</a:t>
              </a:r>
              <a:r>
                <a:rPr lang="en-US" sz="1000">
                  <a:solidFill>
                    <a:srgbClr val="000000"/>
                  </a:solidFill>
                  <a:latin typeface="Segoe UI" panose="020B0502040204020203" pitchFamily="34" charset="0"/>
                </a:rPr>
                <a:t>, with qualification for significant bounce types and defined SMTP errors</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Email Click:</a:t>
              </a:r>
              <a:r>
                <a:rPr lang="en-US" sz="1000">
                  <a:solidFill>
                    <a:srgbClr val="000000"/>
                  </a:solidFill>
                  <a:latin typeface="Segoe UI" panose="020B0502040204020203" pitchFamily="34" charset="0"/>
                </a:rPr>
                <a:t> SFMC </a:t>
              </a:r>
              <a:r>
                <a:rPr lang="en-US" sz="1000">
                  <a:solidFill>
                    <a:srgbClr val="000000"/>
                  </a:solidFill>
                  <a:latin typeface="Courier New" panose="02070309020205020404" pitchFamily="49" charset="0"/>
                </a:rPr>
                <a:t>_Click</a:t>
              </a:r>
              <a:r>
                <a:rPr lang="en-US" sz="1000">
                  <a:solidFill>
                    <a:srgbClr val="000000"/>
                  </a:solidFill>
                  <a:latin typeface="Segoe UI" panose="020B0502040204020203" pitchFamily="34" charset="0"/>
                </a:rPr>
                <a:t> data view joined to </a:t>
              </a:r>
              <a:r>
                <a:rPr lang="en-US" sz="1000">
                  <a:solidFill>
                    <a:srgbClr val="000000"/>
                  </a:solidFill>
                  <a:latin typeface="Courier New" panose="02070309020205020404" pitchFamily="49" charset="0"/>
                </a:rPr>
                <a:t>MasterSendLog</a:t>
              </a:r>
              <a:endParaRPr lang="en-US" sz="1000">
                <a:solidFill>
                  <a:srgbClr val="000000"/>
                </a:solidFill>
                <a:latin typeface="Segoe UI" panose="020B0502040204020203" pitchFamily="34" charset="0"/>
              </a:endParaRP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Non-email engagement:</a:t>
              </a:r>
              <a:r>
                <a:rPr lang="en-US" sz="1000">
                  <a:solidFill>
                    <a:srgbClr val="000000"/>
                  </a:solidFill>
                  <a:latin typeface="Segoe UI" panose="020B0502040204020203" pitchFamily="34" charset="0"/>
                </a:rPr>
                <a:t> </a:t>
              </a:r>
              <a:r>
                <a:rPr lang="en-US" sz="1000">
                  <a:solidFill>
                    <a:srgbClr val="000000"/>
                  </a:solidFill>
                  <a:latin typeface="Courier New" panose="02070309020205020404" pitchFamily="49" charset="0"/>
                </a:rPr>
                <a:t>NonEmailEngagedActivities</a:t>
              </a:r>
              <a:r>
                <a:rPr lang="en-US" sz="1000">
                  <a:solidFill>
                    <a:srgbClr val="000000"/>
                  </a:solidFill>
                  <a:latin typeface="Segoe UI" panose="020B0502040204020203" pitchFamily="34" charset="0"/>
                </a:rPr>
                <a:t>, including registration, attendance, cancellation, web engagement, and form activity</a:t>
              </a:r>
            </a:p>
            <a:p>
              <a:pPr marL="342900" lvl="0" indent="-342900" fontAlgn="t">
                <a:lnSpc>
                  <a:spcPts val="1500"/>
                </a:lnSpc>
                <a:buFont typeface="Arial" panose="020B0604020202020204" pitchFamily="34" charset="0"/>
                <a:buChar char="•"/>
                <a:defRPr/>
              </a:pPr>
              <a:r>
                <a:rPr lang="en-US" sz="1000" b="1">
                  <a:solidFill>
                    <a:srgbClr val="000000"/>
                  </a:solidFill>
                  <a:latin typeface="Segoe UI" panose="020B0502040204020203" pitchFamily="34" charset="0"/>
                </a:rPr>
                <a:t>Suppressed activity:</a:t>
              </a:r>
              <a:r>
                <a:rPr lang="en-US" sz="1000">
                  <a:solidFill>
                    <a:srgbClr val="000000"/>
                  </a:solidFill>
                  <a:latin typeface="Segoe UI" panose="020B0502040204020203" pitchFamily="34" charset="0"/>
                </a:rPr>
                <a:t> Standardized suppression records from the consolidated suppression process</a:t>
              </a:r>
            </a:p>
            <a:p>
              <a:pPr lvl="0" fontAlgn="t">
                <a:lnSpc>
                  <a:spcPts val="1500"/>
                </a:lnSpc>
                <a:defRPr/>
              </a:pPr>
              <a:r>
                <a:rPr lang="en-US" sz="1000">
                  <a:solidFill>
                    <a:srgbClr val="000000"/>
                  </a:solidFill>
                  <a:latin typeface="Segoe UI" panose="020B0502040204020203" pitchFamily="34" charset="0"/>
                </a:rPr>
                <a:t>The process uses a </a:t>
              </a:r>
              <a:r>
                <a:rPr lang="en-US" sz="1000" b="1">
                  <a:solidFill>
                    <a:srgbClr val="000000"/>
                  </a:solidFill>
                  <a:latin typeface="Segoe UI" panose="020B0502040204020203" pitchFamily="34" charset="0"/>
                </a:rPr>
                <a:t>180-day activity window</a:t>
              </a:r>
              <a:r>
                <a:rPr lang="en-US" sz="1000">
                  <a:solidFill>
                    <a:srgbClr val="000000"/>
                  </a:solidFill>
                  <a:latin typeface="Segoe UI" panose="020B0502040204020203" pitchFamily="34" charset="0"/>
                </a:rPr>
                <a:t>, requires valid Campaign IDs, and maps each source activity to a standardized status and rank. Salesforce ID is prioritized as the Subscriber Key when available; otherwise, email or the original subscriber identifier is used during staging. </a:t>
              </a:r>
            </a:p>
            <a:p>
              <a:pPr algn="l">
                <a:spcAft>
                  <a:spcPts val="600"/>
                </a:spcAft>
              </a:pPr>
              <a:endParaRPr lang="en-US" sz="1500" b="1">
                <a:solidFill>
                  <a:schemeClr val="tx2"/>
                </a:solidFill>
              </a:endParaRPr>
            </a:p>
          </p:txBody>
        </p:sp>
      </p:grpSp>
      <p:grpSp>
        <p:nvGrpSpPr>
          <p:cNvPr id="30" name="Group 29">
            <a:extLst>
              <a:ext uri="{FF2B5EF4-FFF2-40B4-BE49-F238E27FC236}">
                <a16:creationId xmlns:a16="http://schemas.microsoft.com/office/drawing/2014/main" id="{D3B5CDC4-E7C1-31F6-E6B8-BBAD0E48C16F}"/>
              </a:ext>
            </a:extLst>
          </p:cNvPr>
          <p:cNvGrpSpPr/>
          <p:nvPr/>
        </p:nvGrpSpPr>
        <p:grpSpPr>
          <a:xfrm>
            <a:off x="276225" y="5106254"/>
            <a:ext cx="11696700" cy="1189771"/>
            <a:chOff x="276225" y="1215243"/>
            <a:chExt cx="11696700" cy="2366158"/>
          </a:xfrm>
        </p:grpSpPr>
        <p:sp>
          <p:nvSpPr>
            <p:cNvPr id="31" name="Shape 5">
              <a:extLst>
                <a:ext uri="{FF2B5EF4-FFF2-40B4-BE49-F238E27FC236}">
                  <a16:creationId xmlns:a16="http://schemas.microsoft.com/office/drawing/2014/main" id="{7DAFB7BC-0471-0438-D4E0-C547E37BA7DE}"/>
                </a:ext>
              </a:extLst>
            </p:cNvPr>
            <p:cNvSpPr/>
            <p:nvPr/>
          </p:nvSpPr>
          <p:spPr>
            <a:xfrm>
              <a:off x="276225" y="1215243"/>
              <a:ext cx="11696700" cy="2366158"/>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32" name="Group 31">
              <a:extLst>
                <a:ext uri="{FF2B5EF4-FFF2-40B4-BE49-F238E27FC236}">
                  <a16:creationId xmlns:a16="http://schemas.microsoft.com/office/drawing/2014/main" id="{E7309200-0197-3FE4-6A37-BC05F8E1063D}"/>
                </a:ext>
              </a:extLst>
            </p:cNvPr>
            <p:cNvGrpSpPr/>
            <p:nvPr/>
          </p:nvGrpSpPr>
          <p:grpSpPr>
            <a:xfrm>
              <a:off x="390801" y="1272239"/>
              <a:ext cx="3360817" cy="424304"/>
              <a:chOff x="832104" y="1567361"/>
              <a:chExt cx="2003597" cy="394323"/>
            </a:xfrm>
          </p:grpSpPr>
          <p:sp>
            <p:nvSpPr>
              <p:cNvPr id="34" name="Shape 6">
                <a:extLst>
                  <a:ext uri="{FF2B5EF4-FFF2-40B4-BE49-F238E27FC236}">
                    <a16:creationId xmlns:a16="http://schemas.microsoft.com/office/drawing/2014/main" id="{C66F7921-99D7-DF44-3C9E-B751CE984FB3}"/>
                  </a:ext>
                </a:extLst>
              </p:cNvPr>
              <p:cNvSpPr/>
              <p:nvPr/>
            </p:nvSpPr>
            <p:spPr>
              <a:xfrm>
                <a:off x="832104" y="1581912"/>
                <a:ext cx="2003597" cy="379772"/>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35" name="Text 7">
                <a:extLst>
                  <a:ext uri="{FF2B5EF4-FFF2-40B4-BE49-F238E27FC236}">
                    <a16:creationId xmlns:a16="http://schemas.microsoft.com/office/drawing/2014/main" id="{A65CE5D0-4CED-F143-F9E3-DF9841E6C3CF}"/>
                  </a:ext>
                </a:extLst>
              </p:cNvPr>
              <p:cNvSpPr/>
              <p:nvPr/>
            </p:nvSpPr>
            <p:spPr>
              <a:xfrm>
                <a:off x="905256" y="1567361"/>
                <a:ext cx="1930445" cy="392429"/>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Key Staging Flow</a:t>
                </a:r>
                <a:endParaRPr lang="en-US" sz="930"/>
              </a:p>
            </p:txBody>
          </p:sp>
        </p:grpSp>
        <p:sp>
          <p:nvSpPr>
            <p:cNvPr id="33" name="TextBox 32">
              <a:extLst>
                <a:ext uri="{FF2B5EF4-FFF2-40B4-BE49-F238E27FC236}">
                  <a16:creationId xmlns:a16="http://schemas.microsoft.com/office/drawing/2014/main" id="{6348B94D-8920-0AD7-B8AB-4CE528F467D4}"/>
                </a:ext>
              </a:extLst>
            </p:cNvPr>
            <p:cNvSpPr txBox="1"/>
            <p:nvPr/>
          </p:nvSpPr>
          <p:spPr>
            <a:xfrm>
              <a:off x="390801" y="1989674"/>
              <a:ext cx="11541834" cy="1403557"/>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Activity records first enter </a:t>
              </a:r>
              <a:r>
                <a:rPr lang="en-US" sz="1000" err="1">
                  <a:solidFill>
                    <a:srgbClr val="000000"/>
                  </a:solidFill>
                  <a:latin typeface="Courier New" panose="02070309020205020404" pitchFamily="49" charset="0"/>
                </a:rPr>
                <a:t>RK_CM_WithOutPK</a:t>
              </a:r>
              <a:r>
                <a:rPr lang="en-US" sz="1000">
                  <a:solidFill>
                    <a:srgbClr val="000000"/>
                  </a:solidFill>
                  <a:latin typeface="Segoe UI" panose="020B0502040204020203" pitchFamily="34" charset="0"/>
                </a:rPr>
                <a:t>.</a:t>
              </a:r>
            </a:p>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Suppression records move through </a:t>
              </a:r>
              <a:r>
                <a:rPr lang="en-US" sz="1000" err="1">
                  <a:solidFill>
                    <a:srgbClr val="000000"/>
                  </a:solidFill>
                  <a:latin typeface="Courier New" panose="02070309020205020404" pitchFamily="49" charset="0"/>
                </a:rPr>
                <a:t>SuppressedStatusesConsolidation</a:t>
              </a:r>
              <a:r>
                <a:rPr lang="en-US" sz="1000">
                  <a:solidFill>
                    <a:srgbClr val="000000"/>
                  </a:solidFill>
                  <a:latin typeface="Courier New" panose="02070309020205020404" pitchFamily="49" charset="0"/>
                </a:rPr>
                <a:t>, </a:t>
              </a:r>
              <a:r>
                <a:rPr lang="en-US" sz="1000" err="1">
                  <a:solidFill>
                    <a:srgbClr val="000000"/>
                  </a:solidFill>
                  <a:latin typeface="Courier New" panose="02070309020205020404" pitchFamily="49" charset="0"/>
                </a:rPr>
                <a:t>AllSupressedStatuses</a:t>
              </a:r>
              <a:r>
                <a:rPr lang="en-US" sz="1000">
                  <a:solidFill>
                    <a:srgbClr val="000000"/>
                  </a:solidFill>
                  <a:latin typeface="Courier New" panose="02070309020205020404" pitchFamily="49" charset="0"/>
                </a:rPr>
                <a:t>, and </a:t>
              </a:r>
              <a:r>
                <a:rPr lang="en-US" sz="1000" err="1">
                  <a:solidFill>
                    <a:srgbClr val="000000"/>
                  </a:solidFill>
                  <a:latin typeface="Courier New" panose="02070309020205020404" pitchFamily="49" charset="0"/>
                </a:rPr>
                <a:t>AllSupressedStatuses_With_PK</a:t>
              </a:r>
              <a:r>
                <a:rPr lang="en-US" sz="1000">
                  <a:solidFill>
                    <a:srgbClr val="000000"/>
                  </a:solidFill>
                  <a:latin typeface="Segoe UI" panose="020B0502040204020203" pitchFamily="34" charset="0"/>
                </a:rPr>
                <a:t>.</a:t>
              </a:r>
            </a:p>
            <a:p>
              <a:pPr marL="342900" lvl="0" indent="-342900" fontAlgn="t">
                <a:lnSpc>
                  <a:spcPts val="1500"/>
                </a:lnSpc>
                <a:buFont typeface="Arial" panose="020B0604020202020204" pitchFamily="34" charset="0"/>
                <a:buChar char="•"/>
                <a:defRPr/>
              </a:pPr>
              <a:r>
                <a:rPr lang="en-US" sz="1000">
                  <a:solidFill>
                    <a:srgbClr val="000000"/>
                  </a:solidFill>
                  <a:latin typeface="Segoe UI" panose="020B0502040204020203" pitchFamily="34" charset="0"/>
                </a:rPr>
                <a:t>Records are standardized before status comparison and Journey processing.</a:t>
              </a:r>
            </a:p>
            <a:p>
              <a:pPr lvl="0" fontAlgn="t">
                <a:lnSpc>
                  <a:spcPts val="1500"/>
                </a:lnSpc>
                <a:defRPr/>
              </a:pPr>
              <a:endParaRPr lang="en-US" sz="1500" b="1">
                <a:solidFill>
                  <a:schemeClr val="tx2"/>
                </a:solidFill>
              </a:endParaRPr>
            </a:p>
          </p:txBody>
        </p:sp>
      </p:grpSp>
    </p:spTree>
    <p:extLst>
      <p:ext uri="{BB962C8B-B14F-4D97-AF65-F5344CB8AC3E}">
        <p14:creationId xmlns:p14="http://schemas.microsoft.com/office/powerpoint/2010/main" val="3485251050"/>
      </p:ext>
    </p:extLst>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21C6-DFC0-CF25-9156-3E22A3ECAE75}"/>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42D97C3-6BFF-D1EE-E5D5-86C6DB4C7A23}"/>
              </a:ext>
            </a:extLst>
          </p:cNvPr>
          <p:cNvSpPr>
            <a:spLocks noGrp="1"/>
          </p:cNvSpPr>
          <p:nvPr>
            <p:ph type="title"/>
          </p:nvPr>
        </p:nvSpPr>
        <p:spPr>
          <a:xfrm>
            <a:off x="881633" y="444611"/>
            <a:ext cx="10204450" cy="533400"/>
          </a:xfrm>
        </p:spPr>
        <p:txBody>
          <a:bodyPr/>
          <a:lstStyle/>
          <a:p>
            <a:r>
              <a:rPr lang="en-US"/>
              <a:t>How SFMC Collects and Standardizes Activity</a:t>
            </a:r>
            <a:endParaRPr lang="en-GB"/>
          </a:p>
        </p:txBody>
      </p:sp>
      <p:sp>
        <p:nvSpPr>
          <p:cNvPr id="4" name="TextBox 3">
            <a:extLst>
              <a:ext uri="{FF2B5EF4-FFF2-40B4-BE49-F238E27FC236}">
                <a16:creationId xmlns:a16="http://schemas.microsoft.com/office/drawing/2014/main" id="{6B174289-EE4C-C437-0641-CC1D48A832D3}"/>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8" name="TextBox 7">
            <a:extLst>
              <a:ext uri="{FF2B5EF4-FFF2-40B4-BE49-F238E27FC236}">
                <a16:creationId xmlns:a16="http://schemas.microsoft.com/office/drawing/2014/main" id="{D28F3E36-A7C7-C884-5CC6-A2B1E2DF7489}"/>
              </a:ext>
            </a:extLst>
          </p:cNvPr>
          <p:cNvSpPr txBox="1"/>
          <p:nvPr/>
        </p:nvSpPr>
        <p:spPr>
          <a:xfrm>
            <a:off x="1756397" y="2131184"/>
            <a:ext cx="3547770" cy="3477875"/>
          </a:xfrm>
          <a:prstGeom prst="rect">
            <a:avLst/>
          </a:prstGeom>
          <a:noFill/>
        </p:spPr>
        <p:txBody>
          <a:bodyPr wrap="square">
            <a:spAutoFit/>
          </a:bodyPr>
          <a:lstStyle/>
          <a:p>
            <a:r>
              <a:rPr lang="en-US" sz="1000"/>
              <a:t>ENGAGEMENT LANE</a:t>
            </a:r>
          </a:p>
          <a:p>
            <a:endParaRPr lang="en-US" sz="1000"/>
          </a:p>
          <a:p>
            <a:r>
              <a:rPr lang="en-US" sz="1000"/>
              <a:t>Sent | Bounce | Click | Non-email Activity</a:t>
            </a:r>
          </a:p>
          <a:p>
            <a:r>
              <a:rPr lang="en-US" sz="1000"/>
              <a:t>                    ↓</a:t>
            </a:r>
          </a:p>
          <a:p>
            <a:r>
              <a:rPr lang="en-US" sz="1000"/>
              <a:t>             </a:t>
            </a:r>
            <a:r>
              <a:rPr lang="en-US" sz="1000" err="1"/>
              <a:t>RK_CM_WithOutPK</a:t>
            </a:r>
            <a:endParaRPr lang="en-US" sz="1000"/>
          </a:p>
          <a:p>
            <a:endParaRPr lang="en-US" sz="1000"/>
          </a:p>
          <a:p>
            <a:endParaRPr lang="en-US" sz="1000"/>
          </a:p>
          <a:p>
            <a:endParaRPr lang="en-US" sz="1000"/>
          </a:p>
          <a:p>
            <a:endParaRPr lang="en-US" sz="1000"/>
          </a:p>
          <a:p>
            <a:endParaRPr lang="en-US" sz="1000"/>
          </a:p>
          <a:p>
            <a:endParaRPr lang="en-US" sz="1000"/>
          </a:p>
          <a:p>
            <a:r>
              <a:rPr lang="en-US" sz="1000"/>
              <a:t>SUPPRESSION LANE</a:t>
            </a:r>
          </a:p>
          <a:p>
            <a:r>
              <a:rPr lang="en-US" sz="1000" err="1"/>
              <a:t>Opt</a:t>
            </a:r>
            <a:r>
              <a:rPr lang="en-US" sz="1000"/>
              <a:t> Out | Competitor| Invalid | Geographic</a:t>
            </a:r>
          </a:p>
          <a:p>
            <a:r>
              <a:rPr lang="en-US" sz="1000"/>
              <a:t>                    ↓</a:t>
            </a:r>
          </a:p>
          <a:p>
            <a:r>
              <a:rPr lang="en-US" sz="1000"/>
              <a:t> </a:t>
            </a:r>
            <a:r>
              <a:rPr lang="en-US" sz="1000" err="1"/>
              <a:t>SuppressedStatusesConsolidation</a:t>
            </a:r>
            <a:endParaRPr lang="en-US" sz="1000"/>
          </a:p>
          <a:p>
            <a:r>
              <a:rPr lang="en-US" sz="1000"/>
              <a:t>                    ↓</a:t>
            </a:r>
          </a:p>
          <a:p>
            <a:r>
              <a:rPr lang="en-US" sz="1000"/>
              <a:t>        </a:t>
            </a:r>
            <a:r>
              <a:rPr lang="en-US" sz="1000" err="1"/>
              <a:t>AllSupressedStatuses</a:t>
            </a:r>
            <a:endParaRPr lang="en-US" sz="1000"/>
          </a:p>
          <a:p>
            <a:r>
              <a:rPr lang="en-US" sz="1000"/>
              <a:t>                    ↓</a:t>
            </a:r>
          </a:p>
          <a:p>
            <a:r>
              <a:rPr lang="en-US" sz="1000"/>
              <a:t>  </a:t>
            </a:r>
            <a:r>
              <a:rPr lang="en-US" sz="1000" err="1"/>
              <a:t>AllSupressedStatuses_With_PK</a:t>
            </a:r>
            <a:endParaRPr lang="en-US" sz="1000"/>
          </a:p>
          <a:p>
            <a:endParaRPr lang="en-US" sz="1000"/>
          </a:p>
          <a:p>
            <a:r>
              <a:rPr lang="en-US" sz="1000"/>
              <a:t>                    ↓</a:t>
            </a:r>
          </a:p>
          <a:p>
            <a:r>
              <a:rPr lang="en-US" sz="1000"/>
              <a:t>       Common Validation Process</a:t>
            </a:r>
          </a:p>
        </p:txBody>
      </p:sp>
      <p:sp>
        <p:nvSpPr>
          <p:cNvPr id="11" name="TextBox 10">
            <a:extLst>
              <a:ext uri="{FF2B5EF4-FFF2-40B4-BE49-F238E27FC236}">
                <a16:creationId xmlns:a16="http://schemas.microsoft.com/office/drawing/2014/main" id="{BC926EB7-4A1B-4F04-DCCD-B4C12499AA3C}"/>
              </a:ext>
            </a:extLst>
          </p:cNvPr>
          <p:cNvSpPr txBox="1"/>
          <p:nvPr/>
        </p:nvSpPr>
        <p:spPr>
          <a:xfrm>
            <a:off x="2025946" y="1597784"/>
            <a:ext cx="3008671" cy="253916"/>
          </a:xfrm>
          <a:prstGeom prst="rect">
            <a:avLst/>
          </a:prstGeom>
          <a:noFill/>
        </p:spPr>
        <p:txBody>
          <a:bodyPr wrap="square">
            <a:spAutoFit/>
          </a:bodyPr>
          <a:lstStyle/>
          <a:p>
            <a:r>
              <a:rPr kumimoji="0" lang="en-US" sz="1050" b="1" i="0" u="none" strike="noStrike" kern="1200" cap="none" spc="0" normalizeH="0" baseline="0" noProof="0">
                <a:ln>
                  <a:noFill/>
                </a:ln>
                <a:solidFill>
                  <a:srgbClr val="000000"/>
                </a:solidFill>
                <a:effectLst/>
                <a:uLnTx/>
                <a:uFillTx/>
                <a:latin typeface="Segoe UI" panose="020B0502040204020203" pitchFamily="34" charset="0"/>
                <a:ea typeface="+mn-ea"/>
                <a:cs typeface="+mn-cs"/>
              </a:rPr>
              <a:t>2 visuals here</a:t>
            </a:r>
            <a:endParaRPr lang="en-US"/>
          </a:p>
        </p:txBody>
      </p:sp>
    </p:spTree>
    <p:extLst>
      <p:ext uri="{BB962C8B-B14F-4D97-AF65-F5344CB8AC3E}">
        <p14:creationId xmlns:p14="http://schemas.microsoft.com/office/powerpoint/2010/main" val="7189382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54344-E8B6-F683-7EEE-A1CAD9EDE591}"/>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A9B219F-A8C5-62EF-8AD6-9C7E933E25D7}"/>
              </a:ext>
            </a:extLst>
          </p:cNvPr>
          <p:cNvSpPr>
            <a:spLocks noGrp="1"/>
          </p:cNvSpPr>
          <p:nvPr>
            <p:ph type="title"/>
          </p:nvPr>
        </p:nvSpPr>
        <p:spPr>
          <a:xfrm>
            <a:off x="881633" y="444611"/>
            <a:ext cx="10204450" cy="533400"/>
          </a:xfrm>
        </p:spPr>
        <p:txBody>
          <a:bodyPr/>
          <a:lstStyle/>
          <a:p>
            <a:r>
              <a:rPr lang="en-US"/>
              <a:t>Status Ranking, Identity, and Update Controls</a:t>
            </a:r>
            <a:endParaRPr lang="en-GB"/>
          </a:p>
        </p:txBody>
      </p:sp>
      <p:sp>
        <p:nvSpPr>
          <p:cNvPr id="4" name="TextBox 3">
            <a:extLst>
              <a:ext uri="{FF2B5EF4-FFF2-40B4-BE49-F238E27FC236}">
                <a16:creationId xmlns:a16="http://schemas.microsoft.com/office/drawing/2014/main" id="{D875373F-26FA-0B6D-AC3B-4A39984ED5B5}"/>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grpSp>
        <p:nvGrpSpPr>
          <p:cNvPr id="3" name="Group 2">
            <a:extLst>
              <a:ext uri="{FF2B5EF4-FFF2-40B4-BE49-F238E27FC236}">
                <a16:creationId xmlns:a16="http://schemas.microsoft.com/office/drawing/2014/main" id="{25518EB9-837E-312A-BF16-C554FC96C0E5}"/>
              </a:ext>
            </a:extLst>
          </p:cNvPr>
          <p:cNvGrpSpPr/>
          <p:nvPr/>
        </p:nvGrpSpPr>
        <p:grpSpPr>
          <a:xfrm>
            <a:off x="276225" y="939465"/>
            <a:ext cx="11696700" cy="1580129"/>
            <a:chOff x="276225" y="1215243"/>
            <a:chExt cx="11696700" cy="1884857"/>
          </a:xfrm>
        </p:grpSpPr>
        <p:sp>
          <p:nvSpPr>
            <p:cNvPr id="7" name="Shape 5">
              <a:extLst>
                <a:ext uri="{FF2B5EF4-FFF2-40B4-BE49-F238E27FC236}">
                  <a16:creationId xmlns:a16="http://schemas.microsoft.com/office/drawing/2014/main" id="{8326778A-9946-2E77-3058-132E876F618F}"/>
                </a:ext>
              </a:extLst>
            </p:cNvPr>
            <p:cNvSpPr/>
            <p:nvPr/>
          </p:nvSpPr>
          <p:spPr>
            <a:xfrm>
              <a:off x="276225" y="1215243"/>
              <a:ext cx="11696700" cy="1742557"/>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8" name="Group 7">
              <a:extLst>
                <a:ext uri="{FF2B5EF4-FFF2-40B4-BE49-F238E27FC236}">
                  <a16:creationId xmlns:a16="http://schemas.microsoft.com/office/drawing/2014/main" id="{B8483D7E-2CC6-F5D6-10A5-C861D74BDD34}"/>
                </a:ext>
              </a:extLst>
            </p:cNvPr>
            <p:cNvGrpSpPr/>
            <p:nvPr/>
          </p:nvGrpSpPr>
          <p:grpSpPr>
            <a:xfrm>
              <a:off x="390801" y="1287897"/>
              <a:ext cx="2638148" cy="334534"/>
              <a:chOff x="832104" y="1581912"/>
              <a:chExt cx="1572768" cy="310896"/>
            </a:xfrm>
          </p:grpSpPr>
          <p:sp>
            <p:nvSpPr>
              <p:cNvPr id="12" name="Shape 6">
                <a:extLst>
                  <a:ext uri="{FF2B5EF4-FFF2-40B4-BE49-F238E27FC236}">
                    <a16:creationId xmlns:a16="http://schemas.microsoft.com/office/drawing/2014/main" id="{B9594614-0227-51FA-CFE4-0994F20752FE}"/>
                  </a:ext>
                </a:extLst>
              </p:cNvPr>
              <p:cNvSpPr/>
              <p:nvPr/>
            </p:nvSpPr>
            <p:spPr>
              <a:xfrm>
                <a:off x="832104" y="1581912"/>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3" name="Text 7">
                <a:extLst>
                  <a:ext uri="{FF2B5EF4-FFF2-40B4-BE49-F238E27FC236}">
                    <a16:creationId xmlns:a16="http://schemas.microsoft.com/office/drawing/2014/main" id="{0A38F42D-E166-6AD4-CBA4-812DF3C97A67}"/>
                  </a:ext>
                </a:extLst>
              </p:cNvPr>
              <p:cNvSpPr/>
              <p:nvPr/>
            </p:nvSpPr>
            <p:spPr>
              <a:xfrm>
                <a:off x="905256" y="1636776"/>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Identity and Matching</a:t>
                </a:r>
                <a:endParaRPr lang="en-US" sz="930"/>
              </a:p>
            </p:txBody>
          </p:sp>
        </p:grpSp>
        <p:sp>
          <p:nvSpPr>
            <p:cNvPr id="9" name="TextBox 8">
              <a:extLst>
                <a:ext uri="{FF2B5EF4-FFF2-40B4-BE49-F238E27FC236}">
                  <a16:creationId xmlns:a16="http://schemas.microsoft.com/office/drawing/2014/main" id="{492017E4-6533-DC9C-D7DA-8C42742E8B4B}"/>
                </a:ext>
              </a:extLst>
            </p:cNvPr>
            <p:cNvSpPr txBox="1"/>
            <p:nvPr/>
          </p:nvSpPr>
          <p:spPr>
            <a:xfrm>
              <a:off x="373941" y="1696543"/>
              <a:ext cx="11541834" cy="1403557"/>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50">
                  <a:latin typeface="Segoe UI" panose="020B0502040204020203" pitchFamily="34" charset="0"/>
                </a:rPr>
                <a:t>Activity is enriched with a Salesforce </a:t>
              </a:r>
              <a:r>
                <a:rPr lang="en-US" sz="1050" b="1">
                  <a:latin typeface="Segoe UI" panose="020B0502040204020203" pitchFamily="34" charset="0"/>
                </a:rPr>
                <a:t>Lead or Contact ID</a:t>
              </a:r>
              <a:r>
                <a:rPr lang="en-US" sz="1050">
                  <a:latin typeface="Segoe UI" panose="020B0502040204020203" pitchFamily="34" charset="0"/>
                </a:rPr>
                <a:t>.</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The current implementation can match existing Campaign Members using: </a:t>
              </a:r>
            </a:p>
            <a:p>
              <a:pPr marL="742950" lvl="1" indent="-285750" fontAlgn="t">
                <a:lnSpc>
                  <a:spcPts val="1500"/>
                </a:lnSpc>
                <a:buFont typeface="Arial" panose="020B0604020202020204" pitchFamily="34" charset="0"/>
                <a:buChar char="•"/>
              </a:pPr>
              <a:r>
                <a:rPr lang="en-US" sz="1050">
                  <a:latin typeface="Segoe UI" panose="020B0502040204020203" pitchFamily="34" charset="0"/>
                </a:rPr>
                <a:t>Email address plus Campaign ID</a:t>
              </a:r>
            </a:p>
            <a:p>
              <a:pPr marL="742950" lvl="1" indent="-285750" fontAlgn="t">
                <a:lnSpc>
                  <a:spcPts val="1500"/>
                </a:lnSpc>
                <a:buFont typeface="Arial" panose="020B0604020202020204" pitchFamily="34" charset="0"/>
                <a:buChar char="•"/>
              </a:pPr>
              <a:r>
                <a:rPr lang="en-US" sz="1050">
                  <a:latin typeface="Segoe UI" panose="020B0502040204020203" pitchFamily="34" charset="0"/>
                </a:rPr>
                <a:t>Preferably, Lead/Contact ID plus Campaign ID for greater accuracy</a:t>
              </a:r>
            </a:p>
            <a:p>
              <a:pPr marL="342900" lvl="0" indent="-342900" fontAlgn="t">
                <a:lnSpc>
                  <a:spcPts val="1500"/>
                </a:lnSpc>
                <a:buFont typeface="Arial" panose="020B0604020202020204" pitchFamily="34" charset="0"/>
                <a:buChar char="•"/>
              </a:pPr>
              <a:r>
                <a:rPr lang="en-US" sz="1050">
                  <a:latin typeface="Segoe UI" panose="020B0502040204020203" pitchFamily="34" charset="0"/>
                </a:rPr>
                <a:t>The updated V2 logic uses </a:t>
              </a:r>
              <a:r>
                <a:rPr lang="en-US" sz="1050" err="1">
                  <a:latin typeface="Courier New" panose="02070309020205020404" pitchFamily="49" charset="0"/>
                </a:rPr>
                <a:t>LeadOrContactID</a:t>
              </a:r>
              <a:r>
                <a:rPr lang="en-US" sz="1050">
                  <a:latin typeface="Segoe UI" panose="020B0502040204020203" pitchFamily="34" charset="0"/>
                </a:rPr>
                <a:t> and </a:t>
              </a:r>
              <a:r>
                <a:rPr lang="en-US" sz="1050" err="1">
                  <a:latin typeface="Courier New" panose="02070309020205020404" pitchFamily="49" charset="0"/>
                </a:rPr>
                <a:t>CampaignID</a:t>
              </a:r>
              <a:r>
                <a:rPr lang="en-US" sz="1050">
                  <a:latin typeface="Segoe UI" panose="020B0502040204020203" pitchFamily="34" charset="0"/>
                </a:rPr>
                <a:t>, reducing the risk created by email changes, shared addresses, or inconsistent email matching.</a:t>
              </a:r>
            </a:p>
            <a:p>
              <a:pPr algn="l">
                <a:spcAft>
                  <a:spcPts val="600"/>
                </a:spcAft>
              </a:pPr>
              <a:endParaRPr lang="en-US" sz="1500" b="1">
                <a:solidFill>
                  <a:schemeClr val="tx2"/>
                </a:solidFill>
              </a:endParaRPr>
            </a:p>
          </p:txBody>
        </p:sp>
      </p:grpSp>
      <p:grpSp>
        <p:nvGrpSpPr>
          <p:cNvPr id="14" name="Group 13">
            <a:extLst>
              <a:ext uri="{FF2B5EF4-FFF2-40B4-BE49-F238E27FC236}">
                <a16:creationId xmlns:a16="http://schemas.microsoft.com/office/drawing/2014/main" id="{F25E8DE6-A45B-C972-99B3-38824CDAB51A}"/>
              </a:ext>
            </a:extLst>
          </p:cNvPr>
          <p:cNvGrpSpPr/>
          <p:nvPr/>
        </p:nvGrpSpPr>
        <p:grpSpPr>
          <a:xfrm>
            <a:off x="276225" y="2519594"/>
            <a:ext cx="11696700" cy="1347888"/>
            <a:chOff x="276225" y="1215243"/>
            <a:chExt cx="11696700" cy="2366158"/>
          </a:xfrm>
        </p:grpSpPr>
        <p:sp>
          <p:nvSpPr>
            <p:cNvPr id="15" name="Shape 5">
              <a:extLst>
                <a:ext uri="{FF2B5EF4-FFF2-40B4-BE49-F238E27FC236}">
                  <a16:creationId xmlns:a16="http://schemas.microsoft.com/office/drawing/2014/main" id="{2DE6C374-376D-E4E7-07A8-6D0A72A9A3DE}"/>
                </a:ext>
              </a:extLst>
            </p:cNvPr>
            <p:cNvSpPr/>
            <p:nvPr/>
          </p:nvSpPr>
          <p:spPr>
            <a:xfrm>
              <a:off x="276225" y="1215243"/>
              <a:ext cx="11696700" cy="2366158"/>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16" name="Group 15">
              <a:extLst>
                <a:ext uri="{FF2B5EF4-FFF2-40B4-BE49-F238E27FC236}">
                  <a16:creationId xmlns:a16="http://schemas.microsoft.com/office/drawing/2014/main" id="{623B8940-00B1-7822-40D5-CAEFA09F468C}"/>
                </a:ext>
              </a:extLst>
            </p:cNvPr>
            <p:cNvGrpSpPr/>
            <p:nvPr/>
          </p:nvGrpSpPr>
          <p:grpSpPr>
            <a:xfrm>
              <a:off x="390801" y="1287897"/>
              <a:ext cx="3360817" cy="334534"/>
              <a:chOff x="832104" y="1581912"/>
              <a:chExt cx="2003597" cy="310896"/>
            </a:xfrm>
          </p:grpSpPr>
          <p:sp>
            <p:nvSpPr>
              <p:cNvPr id="18" name="Shape 6">
                <a:extLst>
                  <a:ext uri="{FF2B5EF4-FFF2-40B4-BE49-F238E27FC236}">
                    <a16:creationId xmlns:a16="http://schemas.microsoft.com/office/drawing/2014/main" id="{6456629D-C0DC-DC2A-A672-0717588646E8}"/>
                  </a:ext>
                </a:extLst>
              </p:cNvPr>
              <p:cNvSpPr/>
              <p:nvPr/>
            </p:nvSpPr>
            <p:spPr>
              <a:xfrm>
                <a:off x="832104" y="1581912"/>
                <a:ext cx="2003597"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19" name="Text 7">
                <a:extLst>
                  <a:ext uri="{FF2B5EF4-FFF2-40B4-BE49-F238E27FC236}">
                    <a16:creationId xmlns:a16="http://schemas.microsoft.com/office/drawing/2014/main" id="{BA699C48-F4EE-4CAD-E9C0-3BA9E097E1F5}"/>
                  </a:ext>
                </a:extLst>
              </p:cNvPr>
              <p:cNvSpPr/>
              <p:nvPr/>
            </p:nvSpPr>
            <p:spPr>
              <a:xfrm>
                <a:off x="905256" y="1636776"/>
                <a:ext cx="1930445" cy="219456"/>
              </a:xfrm>
              <a:prstGeom prst="rect">
                <a:avLst/>
              </a:prstGeom>
              <a:noFill/>
              <a:ln/>
            </p:spPr>
            <p:txBody>
              <a:bodyPr wrap="square" lIns="254" tIns="254" rIns="254" bIns="254" rtlCol="0" anchor="ctr">
                <a:normAutofit lnSpcReduction="10000"/>
              </a:bodyPr>
              <a:lstStyle/>
              <a:p>
                <a:pPr marL="0" indent="0" algn="ctr">
                  <a:buNone/>
                </a:pPr>
                <a:r>
                  <a:rPr lang="en-US" sz="930" b="1">
                    <a:solidFill>
                      <a:srgbClr val="FFFFFF"/>
                    </a:solidFill>
                  </a:rPr>
                  <a:t>Deduplication Prioritization</a:t>
                </a:r>
                <a:endParaRPr lang="en-US" sz="930"/>
              </a:p>
            </p:txBody>
          </p:sp>
        </p:grpSp>
        <p:sp>
          <p:nvSpPr>
            <p:cNvPr id="17" name="TextBox 16">
              <a:extLst>
                <a:ext uri="{FF2B5EF4-FFF2-40B4-BE49-F238E27FC236}">
                  <a16:creationId xmlns:a16="http://schemas.microsoft.com/office/drawing/2014/main" id="{3B3B481D-52E2-AA6E-6D31-66C7FE98F303}"/>
                </a:ext>
              </a:extLst>
            </p:cNvPr>
            <p:cNvSpPr txBox="1"/>
            <p:nvPr/>
          </p:nvSpPr>
          <p:spPr>
            <a:xfrm>
              <a:off x="373941" y="1696543"/>
              <a:ext cx="11541834" cy="1403557"/>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00" err="1">
                  <a:latin typeface="Courier New" panose="02070309020205020404" pitchFamily="49" charset="0"/>
                </a:rPr>
                <a:t>RecordKeeper_CampaignMember</a:t>
              </a:r>
              <a:r>
                <a:rPr lang="en-US" sz="1000">
                  <a:latin typeface="Segoe UI" panose="020B0502040204020203" pitchFamily="34" charset="0"/>
                </a:rPr>
                <a:t> generates a unique identifier for each campaign member activity.</a:t>
              </a:r>
            </a:p>
            <a:p>
              <a:pPr marL="342900" lvl="0" indent="-342900" fontAlgn="t">
                <a:lnSpc>
                  <a:spcPts val="1500"/>
                </a:lnSpc>
                <a:buFont typeface="Arial" panose="020B0604020202020204" pitchFamily="34" charset="0"/>
                <a:buChar char="•"/>
              </a:pPr>
              <a:r>
                <a:rPr lang="en-US" sz="1000">
                  <a:latin typeface="Courier New" panose="02070309020205020404" pitchFamily="49" charset="0"/>
                </a:rPr>
                <a:t>ROW_NUMBER</a:t>
              </a:r>
              <a:r>
                <a:rPr lang="en-US" sz="1000">
                  <a:latin typeface="Segoe UI" panose="020B0502040204020203" pitchFamily="34" charset="0"/>
                </a:rPr>
                <a:t> logic retains the most relevant record within each Campaign, individual, and activity combination.</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The incoming </a:t>
              </a:r>
              <a:r>
                <a:rPr lang="en-US" sz="1000" err="1">
                  <a:latin typeface="Courier New" panose="02070309020205020404" pitchFamily="49" charset="0"/>
                </a:rPr>
                <a:t>ActivityStatusRank</a:t>
              </a:r>
              <a:r>
                <a:rPr lang="en-US" sz="1000">
                  <a:latin typeface="Segoe UI" panose="020B0502040204020203" pitchFamily="34" charset="0"/>
                </a:rPr>
                <a:t> is compared with the existing Salesforce </a:t>
              </a:r>
              <a:r>
                <a:rPr lang="en-US" sz="1000">
                  <a:latin typeface="Courier New" panose="02070309020205020404" pitchFamily="49" charset="0"/>
                </a:rPr>
                <a:t>CMS5StatusRank</a:t>
              </a:r>
              <a:r>
                <a:rPr lang="en-US" sz="1000">
                  <a:latin typeface="Segoe UI" panose="020B0502040204020203" pitchFamily="34" charset="0"/>
                </a:rPr>
                <a:t>.</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A record proceeds when the new activity rank is higher than the current Salesforce rank.</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Errored records and records without a valid Lead or Contact ID are excluded from the eligible update population. </a:t>
              </a:r>
              <a:endParaRPr lang="en-US" sz="1000">
                <a:solidFill>
                  <a:srgbClr val="464FEB"/>
                </a:solidFill>
                <a:latin typeface="Segoe UI" panose="020B0502040204020203" pitchFamily="34" charset="0"/>
              </a:endParaRPr>
            </a:p>
            <a:p>
              <a:pPr algn="l">
                <a:spcAft>
                  <a:spcPts val="600"/>
                </a:spcAft>
              </a:pPr>
              <a:endParaRPr lang="en-US" sz="1500" b="1">
                <a:solidFill>
                  <a:schemeClr val="tx2"/>
                </a:solidFill>
              </a:endParaRPr>
            </a:p>
          </p:txBody>
        </p:sp>
      </p:grpSp>
      <p:grpSp>
        <p:nvGrpSpPr>
          <p:cNvPr id="20" name="Group 19">
            <a:extLst>
              <a:ext uri="{FF2B5EF4-FFF2-40B4-BE49-F238E27FC236}">
                <a16:creationId xmlns:a16="http://schemas.microsoft.com/office/drawing/2014/main" id="{D80565AC-28CA-C6E6-E70C-6BEC2F2B0CD8}"/>
              </a:ext>
            </a:extLst>
          </p:cNvPr>
          <p:cNvGrpSpPr/>
          <p:nvPr/>
        </p:nvGrpSpPr>
        <p:grpSpPr>
          <a:xfrm>
            <a:off x="276225" y="3986776"/>
            <a:ext cx="11696700" cy="1175774"/>
            <a:chOff x="276225" y="1215243"/>
            <a:chExt cx="11696700" cy="2366158"/>
          </a:xfrm>
        </p:grpSpPr>
        <p:sp>
          <p:nvSpPr>
            <p:cNvPr id="21" name="Shape 5">
              <a:extLst>
                <a:ext uri="{FF2B5EF4-FFF2-40B4-BE49-F238E27FC236}">
                  <a16:creationId xmlns:a16="http://schemas.microsoft.com/office/drawing/2014/main" id="{52F742DF-FF73-9637-8657-D52368ACACE8}"/>
                </a:ext>
              </a:extLst>
            </p:cNvPr>
            <p:cNvSpPr/>
            <p:nvPr/>
          </p:nvSpPr>
          <p:spPr>
            <a:xfrm>
              <a:off x="276225" y="1215243"/>
              <a:ext cx="11696700" cy="2366158"/>
            </a:xfrm>
            <a:prstGeom prst="roundRect">
              <a:avLst>
                <a:gd name="adj" fmla="val 6061"/>
              </a:avLst>
            </a:prstGeom>
            <a:solidFill>
              <a:srgbClr val="FFFFFF"/>
            </a:solidFill>
            <a:ln w="15240">
              <a:solidFill>
                <a:srgbClr val="2F75B5"/>
              </a:solidFill>
              <a:prstDash val="solid"/>
            </a:ln>
          </p:spPr>
          <p:txBody>
            <a:bodyPr/>
            <a:lstStyle/>
            <a:p>
              <a:endParaRPr lang="en-US"/>
            </a:p>
          </p:txBody>
        </p:sp>
        <p:grpSp>
          <p:nvGrpSpPr>
            <p:cNvPr id="22" name="Group 21">
              <a:extLst>
                <a:ext uri="{FF2B5EF4-FFF2-40B4-BE49-F238E27FC236}">
                  <a16:creationId xmlns:a16="http://schemas.microsoft.com/office/drawing/2014/main" id="{021B8332-9A5E-09C7-BFF0-0E84337B1C32}"/>
                </a:ext>
              </a:extLst>
            </p:cNvPr>
            <p:cNvGrpSpPr/>
            <p:nvPr/>
          </p:nvGrpSpPr>
          <p:grpSpPr>
            <a:xfrm>
              <a:off x="390801" y="1272239"/>
              <a:ext cx="3360817" cy="424304"/>
              <a:chOff x="832104" y="1567361"/>
              <a:chExt cx="2003597" cy="394323"/>
            </a:xfrm>
          </p:grpSpPr>
          <p:sp>
            <p:nvSpPr>
              <p:cNvPr id="24" name="Shape 6">
                <a:extLst>
                  <a:ext uri="{FF2B5EF4-FFF2-40B4-BE49-F238E27FC236}">
                    <a16:creationId xmlns:a16="http://schemas.microsoft.com/office/drawing/2014/main" id="{A9F55DF0-17E0-A466-7AA1-89D3D3258925}"/>
                  </a:ext>
                </a:extLst>
              </p:cNvPr>
              <p:cNvSpPr/>
              <p:nvPr/>
            </p:nvSpPr>
            <p:spPr>
              <a:xfrm>
                <a:off x="832104" y="1581912"/>
                <a:ext cx="2003597" cy="379772"/>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25" name="Text 7">
                <a:extLst>
                  <a:ext uri="{FF2B5EF4-FFF2-40B4-BE49-F238E27FC236}">
                    <a16:creationId xmlns:a16="http://schemas.microsoft.com/office/drawing/2014/main" id="{4C24FF79-6A13-13D8-C635-88258F520A33}"/>
                  </a:ext>
                </a:extLst>
              </p:cNvPr>
              <p:cNvSpPr/>
              <p:nvPr/>
            </p:nvSpPr>
            <p:spPr>
              <a:xfrm>
                <a:off x="905256" y="1567361"/>
                <a:ext cx="1930445" cy="392429"/>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Historical Controls</a:t>
                </a:r>
                <a:endParaRPr lang="en-US" sz="930"/>
              </a:p>
            </p:txBody>
          </p:sp>
        </p:grpSp>
        <p:sp>
          <p:nvSpPr>
            <p:cNvPr id="23" name="TextBox 22">
              <a:extLst>
                <a:ext uri="{FF2B5EF4-FFF2-40B4-BE49-F238E27FC236}">
                  <a16:creationId xmlns:a16="http://schemas.microsoft.com/office/drawing/2014/main" id="{CEF4BBE2-9E7B-EC95-CE2A-4B4D847D28D0}"/>
                </a:ext>
              </a:extLst>
            </p:cNvPr>
            <p:cNvSpPr txBox="1"/>
            <p:nvPr/>
          </p:nvSpPr>
          <p:spPr>
            <a:xfrm>
              <a:off x="390801" y="1751501"/>
              <a:ext cx="11541834" cy="1403557"/>
            </a:xfrm>
            <a:prstGeom prst="rect">
              <a:avLst/>
            </a:prstGeom>
          </p:spPr>
          <p:txBody>
            <a:bodyPr vert="horz" wrap="square" lIns="0" tIns="0" rIns="0" bIns="0" rtlCol="0" anchor="t" anchorCtr="0">
              <a:noAutofit/>
            </a:bodyPr>
            <a:lstStyle/>
            <a:p>
              <a:pPr marL="342900" lvl="0" indent="-342900" fontAlgn="t">
                <a:lnSpc>
                  <a:spcPts val="1500"/>
                </a:lnSpc>
                <a:buFont typeface="Arial" panose="020B0604020202020204" pitchFamily="34" charset="0"/>
                <a:buChar char="•"/>
              </a:pPr>
              <a:r>
                <a:rPr lang="en-US" sz="1000" err="1">
                  <a:latin typeface="Courier New" panose="02070309020205020404" pitchFamily="49" charset="0"/>
                </a:rPr>
                <a:t>CampaignMember_Historical_EnrolledSuppressed</a:t>
              </a:r>
              <a:r>
                <a:rPr lang="en-US" sz="1000">
                  <a:latin typeface="Segoe UI" panose="020B0502040204020203" pitchFamily="34" charset="0"/>
                </a:rPr>
                <a:t> tracks previously processed </a:t>
              </a:r>
              <a:r>
                <a:rPr lang="en-US" sz="1000" b="1">
                  <a:latin typeface="Segoe UI" panose="020B0502040204020203" pitchFamily="34" charset="0"/>
                </a:rPr>
                <a:t>Enrolled</a:t>
              </a:r>
              <a:r>
                <a:rPr lang="en-US" sz="1000">
                  <a:latin typeface="Segoe UI" panose="020B0502040204020203" pitchFamily="34" charset="0"/>
                </a:rPr>
                <a:t> and </a:t>
              </a:r>
              <a:r>
                <a:rPr lang="en-US" sz="1000" b="1">
                  <a:latin typeface="Segoe UI" panose="020B0502040204020203" pitchFamily="34" charset="0"/>
                </a:rPr>
                <a:t>Suppressed</a:t>
              </a:r>
              <a:r>
                <a:rPr lang="en-US" sz="1000">
                  <a:latin typeface="Segoe UI" panose="020B0502040204020203" pitchFamily="34" charset="0"/>
                </a:rPr>
                <a:t> states.</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A composite key combines Campaign ID, Lead/Contact ID, and status.</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Records proceed when they are new, represent a meaningful rank progression, or contain an eligible active-engagement status.</a:t>
              </a:r>
            </a:p>
            <a:p>
              <a:pPr marL="342900" lvl="0" indent="-342900" fontAlgn="t">
                <a:lnSpc>
                  <a:spcPts val="1500"/>
                </a:lnSpc>
                <a:buFont typeface="Arial" panose="020B0604020202020204" pitchFamily="34" charset="0"/>
                <a:buChar char="•"/>
              </a:pPr>
              <a:r>
                <a:rPr lang="en-US" sz="1000">
                  <a:latin typeface="Segoe UI" panose="020B0502040204020203" pitchFamily="34" charset="0"/>
                </a:rPr>
                <a:t>This prevents repeated recreation of unchanged Enrolled or Suppressed records while retaining legitimate status progression.</a:t>
              </a:r>
            </a:p>
            <a:p>
              <a:pPr lvl="0" fontAlgn="t">
                <a:lnSpc>
                  <a:spcPts val="1500"/>
                </a:lnSpc>
                <a:defRPr/>
              </a:pPr>
              <a:endParaRPr lang="en-US" sz="1500" b="1">
                <a:solidFill>
                  <a:schemeClr val="tx2"/>
                </a:solidFill>
              </a:endParaRPr>
            </a:p>
          </p:txBody>
        </p:sp>
      </p:grpSp>
      <p:pic>
        <p:nvPicPr>
          <p:cNvPr id="27" name="Picture 26">
            <a:extLst>
              <a:ext uri="{FF2B5EF4-FFF2-40B4-BE49-F238E27FC236}">
                <a16:creationId xmlns:a16="http://schemas.microsoft.com/office/drawing/2014/main" id="{1E8F906D-E9D3-1B47-486E-4BD19E254BEF}"/>
              </a:ext>
            </a:extLst>
          </p:cNvPr>
          <p:cNvPicPr>
            <a:picLocks noChangeAspect="1"/>
          </p:cNvPicPr>
          <p:nvPr/>
        </p:nvPicPr>
        <p:blipFill>
          <a:blip r:embed="rId3"/>
          <a:stretch>
            <a:fillRect/>
          </a:stretch>
        </p:blipFill>
        <p:spPr>
          <a:xfrm>
            <a:off x="3195005" y="5217168"/>
            <a:ext cx="5044119" cy="1040758"/>
          </a:xfrm>
          <a:prstGeom prst="rect">
            <a:avLst/>
          </a:prstGeom>
        </p:spPr>
      </p:pic>
    </p:spTree>
    <p:extLst>
      <p:ext uri="{BB962C8B-B14F-4D97-AF65-F5344CB8AC3E}">
        <p14:creationId xmlns:p14="http://schemas.microsoft.com/office/powerpoint/2010/main" val="31463125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09ABE-234F-75AB-394B-3E289D01E24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DA27BDB8-1AFD-6B8A-3F40-3DF9D454D9EB}"/>
              </a:ext>
            </a:extLst>
          </p:cNvPr>
          <p:cNvSpPr>
            <a:spLocks noGrp="1"/>
          </p:cNvSpPr>
          <p:nvPr>
            <p:ph type="title"/>
          </p:nvPr>
        </p:nvSpPr>
        <p:spPr>
          <a:xfrm>
            <a:off x="881633" y="444611"/>
            <a:ext cx="10204450" cy="533400"/>
          </a:xfrm>
        </p:spPr>
        <p:txBody>
          <a:bodyPr/>
          <a:lstStyle/>
          <a:p>
            <a:r>
              <a:rPr lang="en-US"/>
              <a:t>Journey Activation and Salesforce Campaign Member Result</a:t>
            </a:r>
            <a:endParaRPr lang="en-GB"/>
          </a:p>
        </p:txBody>
      </p:sp>
      <p:sp>
        <p:nvSpPr>
          <p:cNvPr id="4" name="TextBox 3">
            <a:extLst>
              <a:ext uri="{FF2B5EF4-FFF2-40B4-BE49-F238E27FC236}">
                <a16:creationId xmlns:a16="http://schemas.microsoft.com/office/drawing/2014/main" id="{B9B31CED-F994-1D7E-195F-3125BFD88CD3}"/>
              </a:ext>
            </a:extLst>
          </p:cNvPr>
          <p:cNvSpPr txBox="1"/>
          <p:nvPr/>
        </p:nvSpPr>
        <p:spPr>
          <a:xfrm>
            <a:off x="881633" y="978011"/>
            <a:ext cx="10091167" cy="619773"/>
          </a:xfrm>
          <a:prstGeom prst="rect">
            <a:avLst/>
          </a:prstGeom>
        </p:spPr>
        <p:txBody>
          <a:bodyPr vert="horz" wrap="square" lIns="0" tIns="0" rIns="0" bIns="0" rtlCol="0" anchor="t" anchorCtr="0">
            <a:noAutofit/>
          </a:bodyPr>
          <a:lstStyle/>
          <a:p>
            <a:pPr algn="l">
              <a:spcAft>
                <a:spcPts val="600"/>
              </a:spcAft>
            </a:pPr>
            <a:endParaRPr lang="en-US" sz="1500"/>
          </a:p>
        </p:txBody>
      </p:sp>
      <p:sp>
        <p:nvSpPr>
          <p:cNvPr id="32" name="Shape 5">
            <a:extLst>
              <a:ext uri="{FF2B5EF4-FFF2-40B4-BE49-F238E27FC236}">
                <a16:creationId xmlns:a16="http://schemas.microsoft.com/office/drawing/2014/main" id="{8223E347-EDBE-08FB-BDEB-6D4EAF06DDA3}"/>
              </a:ext>
            </a:extLst>
          </p:cNvPr>
          <p:cNvSpPr/>
          <p:nvPr/>
        </p:nvSpPr>
        <p:spPr>
          <a:xfrm>
            <a:off x="247650" y="1469327"/>
            <a:ext cx="5074920" cy="1709928"/>
          </a:xfrm>
          <a:prstGeom prst="roundRect">
            <a:avLst>
              <a:gd name="adj" fmla="val 6061"/>
            </a:avLst>
          </a:prstGeom>
          <a:solidFill>
            <a:srgbClr val="FFFFFF"/>
          </a:solidFill>
          <a:ln w="15240">
            <a:solidFill>
              <a:srgbClr val="2F75B5"/>
            </a:solidFill>
            <a:prstDash val="solid"/>
          </a:ln>
        </p:spPr>
        <p:txBody>
          <a:bodyPr/>
          <a:lstStyle/>
          <a:p>
            <a:endParaRPr lang="en-US"/>
          </a:p>
        </p:txBody>
      </p:sp>
      <p:sp>
        <p:nvSpPr>
          <p:cNvPr id="34" name="Shape 6">
            <a:extLst>
              <a:ext uri="{FF2B5EF4-FFF2-40B4-BE49-F238E27FC236}">
                <a16:creationId xmlns:a16="http://schemas.microsoft.com/office/drawing/2014/main" id="{787B151E-B661-00DA-5631-C8A4C101A0A1}"/>
              </a:ext>
            </a:extLst>
          </p:cNvPr>
          <p:cNvSpPr/>
          <p:nvPr/>
        </p:nvSpPr>
        <p:spPr>
          <a:xfrm>
            <a:off x="393954" y="1606487"/>
            <a:ext cx="1572768" cy="310896"/>
          </a:xfrm>
          <a:prstGeom prst="roundRect">
            <a:avLst>
              <a:gd name="adj" fmla="val 23529"/>
            </a:avLst>
          </a:prstGeom>
          <a:solidFill>
            <a:srgbClr val="2F75B5"/>
          </a:solidFill>
          <a:ln w="12700">
            <a:solidFill>
              <a:srgbClr val="2F75B5"/>
            </a:solidFill>
            <a:prstDash val="solid"/>
          </a:ln>
        </p:spPr>
        <p:txBody>
          <a:bodyPr/>
          <a:lstStyle/>
          <a:p>
            <a:endParaRPr lang="en-US"/>
          </a:p>
        </p:txBody>
      </p:sp>
      <p:sp>
        <p:nvSpPr>
          <p:cNvPr id="36" name="Text 7">
            <a:extLst>
              <a:ext uri="{FF2B5EF4-FFF2-40B4-BE49-F238E27FC236}">
                <a16:creationId xmlns:a16="http://schemas.microsoft.com/office/drawing/2014/main" id="{6E034F1B-79F6-3FAA-710B-6697D8391D58}"/>
              </a:ext>
            </a:extLst>
          </p:cNvPr>
          <p:cNvSpPr/>
          <p:nvPr/>
        </p:nvSpPr>
        <p:spPr>
          <a:xfrm>
            <a:off x="467106" y="1661351"/>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Journey Entry</a:t>
            </a:r>
            <a:endParaRPr lang="en-US" sz="930"/>
          </a:p>
        </p:txBody>
      </p:sp>
      <p:sp>
        <p:nvSpPr>
          <p:cNvPr id="38" name="Text 8">
            <a:extLst>
              <a:ext uri="{FF2B5EF4-FFF2-40B4-BE49-F238E27FC236}">
                <a16:creationId xmlns:a16="http://schemas.microsoft.com/office/drawing/2014/main" id="{BAA634D7-8106-A987-F8CE-9C48F8E44B6C}"/>
              </a:ext>
            </a:extLst>
          </p:cNvPr>
          <p:cNvSpPr/>
          <p:nvPr/>
        </p:nvSpPr>
        <p:spPr>
          <a:xfrm>
            <a:off x="361188" y="2017966"/>
            <a:ext cx="4840605" cy="987552"/>
          </a:xfrm>
          <a:prstGeom prst="rect">
            <a:avLst/>
          </a:prstGeom>
          <a:noFill/>
          <a:ln/>
        </p:spPr>
        <p:txBody>
          <a:bodyPr wrap="square" lIns="0" tIns="0" rIns="0" bIns="0" rtlCol="0" anchor="ctr">
            <a:normAutofit/>
          </a:bodyPr>
          <a:lstStyle/>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Qualified records are written to </a:t>
            </a:r>
            <a:r>
              <a:rPr lang="en-US" sz="900" err="1">
                <a:solidFill>
                  <a:srgbClr val="000000"/>
                </a:solidFill>
                <a:latin typeface="Courier New" panose="02070309020205020404" pitchFamily="49" charset="0"/>
              </a:rPr>
              <a:t>CampaignMember_RecordUpdate</a:t>
            </a:r>
            <a:r>
              <a:rPr lang="en-US" sz="900">
                <a:solidFill>
                  <a:srgbClr val="000000"/>
                </a:solidFill>
                <a:latin typeface="Segoe UI" panose="020B0502040204020203" pitchFamily="34" charset="0"/>
              </a:rPr>
              <a:t>.</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This Data Extension contains the Campaign ID, Lead/Contact ID, proposed Activity Status, status rank, existing Campaign Member ID, and supporting record information.</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The </a:t>
            </a:r>
            <a:r>
              <a:rPr lang="en-US" sz="900" err="1">
                <a:solidFill>
                  <a:srgbClr val="000000"/>
                </a:solidFill>
                <a:latin typeface="Courier New" panose="02070309020205020404" pitchFamily="49" charset="0"/>
              </a:rPr>
              <a:t>Validate_Campaign_Member_Status</a:t>
            </a:r>
            <a:r>
              <a:rPr lang="en-US" sz="900">
                <a:solidFill>
                  <a:srgbClr val="000000"/>
                </a:solidFill>
                <a:latin typeface="Segoe UI" panose="020B0502040204020203" pitchFamily="34" charset="0"/>
              </a:rPr>
              <a:t> Journey uses this dataset as its entry source</a:t>
            </a:r>
            <a:endParaRPr lang="en-US" sz="910"/>
          </a:p>
        </p:txBody>
      </p:sp>
      <p:sp>
        <p:nvSpPr>
          <p:cNvPr id="40" name="Shape 9">
            <a:extLst>
              <a:ext uri="{FF2B5EF4-FFF2-40B4-BE49-F238E27FC236}">
                <a16:creationId xmlns:a16="http://schemas.microsoft.com/office/drawing/2014/main" id="{0C4D6098-346F-3AE4-D035-5AA77E69F413}"/>
              </a:ext>
            </a:extLst>
          </p:cNvPr>
          <p:cNvSpPr/>
          <p:nvPr/>
        </p:nvSpPr>
        <p:spPr>
          <a:xfrm>
            <a:off x="5490972" y="1467213"/>
            <a:ext cx="4603751" cy="1709927"/>
          </a:xfrm>
          <a:prstGeom prst="roundRect">
            <a:avLst>
              <a:gd name="adj" fmla="val 6061"/>
            </a:avLst>
          </a:prstGeom>
          <a:solidFill>
            <a:srgbClr val="FFFFFF"/>
          </a:solidFill>
          <a:ln w="15240">
            <a:solidFill>
              <a:srgbClr val="ED7D31"/>
            </a:solidFill>
            <a:prstDash val="solid"/>
          </a:ln>
        </p:spPr>
        <p:txBody>
          <a:bodyPr/>
          <a:lstStyle/>
          <a:p>
            <a:endParaRPr lang="en-US"/>
          </a:p>
        </p:txBody>
      </p:sp>
      <p:sp>
        <p:nvSpPr>
          <p:cNvPr id="42" name="Shape 10">
            <a:extLst>
              <a:ext uri="{FF2B5EF4-FFF2-40B4-BE49-F238E27FC236}">
                <a16:creationId xmlns:a16="http://schemas.microsoft.com/office/drawing/2014/main" id="{FF8ED27A-6F4B-48E0-4B61-342D1BEECC17}"/>
              </a:ext>
            </a:extLst>
          </p:cNvPr>
          <p:cNvSpPr/>
          <p:nvPr/>
        </p:nvSpPr>
        <p:spPr>
          <a:xfrm>
            <a:off x="5637275" y="1604374"/>
            <a:ext cx="1614933" cy="380238"/>
          </a:xfrm>
          <a:prstGeom prst="roundRect">
            <a:avLst>
              <a:gd name="adj" fmla="val 23529"/>
            </a:avLst>
          </a:prstGeom>
          <a:solidFill>
            <a:srgbClr val="ED7D31"/>
          </a:solidFill>
          <a:ln w="12700">
            <a:solidFill>
              <a:srgbClr val="ED7D31"/>
            </a:solidFill>
            <a:prstDash val="solid"/>
          </a:ln>
        </p:spPr>
        <p:txBody>
          <a:bodyPr/>
          <a:lstStyle/>
          <a:p>
            <a:endParaRPr lang="en-US"/>
          </a:p>
        </p:txBody>
      </p:sp>
      <p:sp>
        <p:nvSpPr>
          <p:cNvPr id="44" name="Text 11">
            <a:extLst>
              <a:ext uri="{FF2B5EF4-FFF2-40B4-BE49-F238E27FC236}">
                <a16:creationId xmlns:a16="http://schemas.microsoft.com/office/drawing/2014/main" id="{79FFA90B-5A89-B5DC-29F6-5B49B04F9088}"/>
              </a:ext>
            </a:extLst>
          </p:cNvPr>
          <p:cNvSpPr/>
          <p:nvPr/>
        </p:nvSpPr>
        <p:spPr>
          <a:xfrm>
            <a:off x="5710427" y="1659237"/>
            <a:ext cx="1464707" cy="268403"/>
          </a:xfrm>
          <a:prstGeom prst="rect">
            <a:avLst/>
          </a:prstGeom>
          <a:noFill/>
          <a:ln/>
        </p:spPr>
        <p:txBody>
          <a:bodyPr wrap="square" lIns="254" tIns="254" rIns="254" bIns="254" rtlCol="0" anchor="ctr">
            <a:normAutofit fontScale="92500" lnSpcReduction="10000"/>
          </a:bodyPr>
          <a:lstStyle/>
          <a:p>
            <a:pPr marL="0" indent="0" algn="ctr">
              <a:buNone/>
            </a:pPr>
            <a:r>
              <a:rPr lang="en-US" sz="930" b="1">
                <a:solidFill>
                  <a:srgbClr val="FFFFFF"/>
                </a:solidFill>
              </a:rPr>
              <a:t>Existing Campaign Member Path</a:t>
            </a:r>
            <a:endParaRPr lang="en-US" sz="930"/>
          </a:p>
        </p:txBody>
      </p:sp>
      <p:sp>
        <p:nvSpPr>
          <p:cNvPr id="46" name="Text 12">
            <a:extLst>
              <a:ext uri="{FF2B5EF4-FFF2-40B4-BE49-F238E27FC236}">
                <a16:creationId xmlns:a16="http://schemas.microsoft.com/office/drawing/2014/main" id="{5BD46DEF-9DEB-B158-57E7-FE63F48820C1}"/>
              </a:ext>
            </a:extLst>
          </p:cNvPr>
          <p:cNvSpPr/>
          <p:nvPr/>
        </p:nvSpPr>
        <p:spPr>
          <a:xfrm>
            <a:off x="5637275" y="2022977"/>
            <a:ext cx="4603751" cy="987552"/>
          </a:xfrm>
          <a:prstGeom prst="rect">
            <a:avLst/>
          </a:prstGeom>
          <a:noFill/>
          <a:ln/>
        </p:spPr>
        <p:txBody>
          <a:bodyPr wrap="square" lIns="0" tIns="0" rIns="0" bIns="0" rtlCol="0" anchor="ctr">
            <a:normAutofit/>
          </a:bodyPr>
          <a:lstStyle/>
          <a:p>
            <a:pPr lvl="0" fontAlgn="t">
              <a:lnSpc>
                <a:spcPts val="1500"/>
              </a:lnSpc>
              <a:defRPr/>
            </a:pPr>
            <a:r>
              <a:rPr lang="en-US" sz="910">
                <a:solidFill>
                  <a:srgbClr val="262626"/>
                </a:solidFill>
              </a:rPr>
              <a:t>• </a:t>
            </a:r>
            <a:r>
              <a:rPr lang="en-US" sz="900">
                <a:solidFill>
                  <a:srgbClr val="000000"/>
                </a:solidFill>
                <a:latin typeface="Segoe UI" panose="020B0502040204020203" pitchFamily="34" charset="0"/>
              </a:rPr>
              <a:t>When the Campaign Member </a:t>
            </a:r>
            <a:r>
              <a:rPr lang="en-US" sz="900">
                <a:solidFill>
                  <a:srgbClr val="000000"/>
                </a:solidFill>
                <a:latin typeface="Courier New" panose="02070309020205020404" pitchFamily="49" charset="0"/>
              </a:rPr>
              <a:t>Id</a:t>
            </a:r>
            <a:r>
              <a:rPr lang="en-US" sz="900">
                <a:solidFill>
                  <a:srgbClr val="000000"/>
                </a:solidFill>
                <a:latin typeface="Segoe UI" panose="020B0502040204020203" pitchFamily="34" charset="0"/>
              </a:rPr>
              <a:t> is populated:</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Journey Builder treats the record as an existing Campaign Member.</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The existing record is located using the Campaign Member ID.</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Salesforce Campaign Member Status is updated to the approved Activity Status</a:t>
            </a:r>
            <a:endParaRPr lang="en-US" sz="910"/>
          </a:p>
        </p:txBody>
      </p:sp>
      <p:sp>
        <p:nvSpPr>
          <p:cNvPr id="48" name="Shape 13">
            <a:extLst>
              <a:ext uri="{FF2B5EF4-FFF2-40B4-BE49-F238E27FC236}">
                <a16:creationId xmlns:a16="http://schemas.microsoft.com/office/drawing/2014/main" id="{2990DB97-2040-AEE9-A993-5EB4D5163ACB}"/>
              </a:ext>
            </a:extLst>
          </p:cNvPr>
          <p:cNvSpPr/>
          <p:nvPr/>
        </p:nvSpPr>
        <p:spPr>
          <a:xfrm>
            <a:off x="247650" y="3291840"/>
            <a:ext cx="5074920" cy="2879071"/>
          </a:xfrm>
          <a:prstGeom prst="roundRect">
            <a:avLst>
              <a:gd name="adj" fmla="val 6061"/>
            </a:avLst>
          </a:prstGeom>
          <a:solidFill>
            <a:srgbClr val="FFFFFF"/>
          </a:solidFill>
          <a:ln w="15240">
            <a:solidFill>
              <a:srgbClr val="70AD47"/>
            </a:solidFill>
            <a:prstDash val="solid"/>
          </a:ln>
        </p:spPr>
        <p:txBody>
          <a:bodyPr/>
          <a:lstStyle/>
          <a:p>
            <a:endParaRPr lang="en-US"/>
          </a:p>
        </p:txBody>
      </p:sp>
      <p:sp>
        <p:nvSpPr>
          <p:cNvPr id="50" name="Shape 14">
            <a:extLst>
              <a:ext uri="{FF2B5EF4-FFF2-40B4-BE49-F238E27FC236}">
                <a16:creationId xmlns:a16="http://schemas.microsoft.com/office/drawing/2014/main" id="{74F57EDD-AD06-41AA-E644-4E999D567420}"/>
              </a:ext>
            </a:extLst>
          </p:cNvPr>
          <p:cNvSpPr/>
          <p:nvPr/>
        </p:nvSpPr>
        <p:spPr>
          <a:xfrm>
            <a:off x="393954" y="3429000"/>
            <a:ext cx="1655064" cy="417195"/>
          </a:xfrm>
          <a:prstGeom prst="roundRect">
            <a:avLst>
              <a:gd name="adj" fmla="val 23529"/>
            </a:avLst>
          </a:prstGeom>
          <a:solidFill>
            <a:srgbClr val="70AD47"/>
          </a:solidFill>
          <a:ln w="12700">
            <a:solidFill>
              <a:srgbClr val="70AD47"/>
            </a:solidFill>
            <a:prstDash val="solid"/>
          </a:ln>
        </p:spPr>
        <p:txBody>
          <a:bodyPr/>
          <a:lstStyle/>
          <a:p>
            <a:endParaRPr lang="en-US"/>
          </a:p>
        </p:txBody>
      </p:sp>
      <p:sp>
        <p:nvSpPr>
          <p:cNvPr id="52" name="Text 15">
            <a:extLst>
              <a:ext uri="{FF2B5EF4-FFF2-40B4-BE49-F238E27FC236}">
                <a16:creationId xmlns:a16="http://schemas.microsoft.com/office/drawing/2014/main" id="{30BEA97A-F029-2C91-D269-4FDC436A3A88}"/>
              </a:ext>
            </a:extLst>
          </p:cNvPr>
          <p:cNvSpPr/>
          <p:nvPr/>
        </p:nvSpPr>
        <p:spPr>
          <a:xfrm>
            <a:off x="467105" y="3483864"/>
            <a:ext cx="1501105" cy="294491"/>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New Campaign Member Path</a:t>
            </a:r>
            <a:endParaRPr lang="en-US" sz="930"/>
          </a:p>
        </p:txBody>
      </p:sp>
      <p:sp>
        <p:nvSpPr>
          <p:cNvPr id="54" name="Text 16">
            <a:extLst>
              <a:ext uri="{FF2B5EF4-FFF2-40B4-BE49-F238E27FC236}">
                <a16:creationId xmlns:a16="http://schemas.microsoft.com/office/drawing/2014/main" id="{3B6E427A-CDC7-E96C-2353-A03298C58A77}"/>
              </a:ext>
            </a:extLst>
          </p:cNvPr>
          <p:cNvSpPr/>
          <p:nvPr/>
        </p:nvSpPr>
        <p:spPr>
          <a:xfrm>
            <a:off x="421004" y="3901059"/>
            <a:ext cx="4720971" cy="2212879"/>
          </a:xfrm>
          <a:prstGeom prst="rect">
            <a:avLst/>
          </a:prstGeom>
          <a:noFill/>
          <a:ln/>
        </p:spPr>
        <p:txBody>
          <a:bodyPr wrap="square" lIns="0" tIns="0" rIns="0" bIns="0" rtlCol="0" anchor="ctr">
            <a:normAutofit/>
          </a:bodyPr>
          <a:lstStyle/>
          <a:p>
            <a:pPr lvl="0" fontAlgn="t">
              <a:lnSpc>
                <a:spcPts val="1500"/>
              </a:lnSpc>
              <a:defRPr/>
            </a:pPr>
            <a:r>
              <a:rPr lang="en-US" sz="910">
                <a:solidFill>
                  <a:srgbClr val="262626"/>
                </a:solidFill>
              </a:rPr>
              <a:t>• </a:t>
            </a:r>
            <a:r>
              <a:rPr lang="en-US" sz="1200">
                <a:solidFill>
                  <a:srgbClr val="000000"/>
                </a:solidFill>
                <a:latin typeface="Segoe UI" panose="020B0502040204020203" pitchFamily="34" charset="0"/>
              </a:rPr>
              <a:t>When the Campaign Member </a:t>
            </a:r>
            <a:r>
              <a:rPr lang="en-US" sz="1200">
                <a:solidFill>
                  <a:srgbClr val="000000"/>
                </a:solidFill>
                <a:latin typeface="Courier New" panose="02070309020205020404" pitchFamily="49" charset="0"/>
              </a:rPr>
              <a:t>Id</a:t>
            </a:r>
            <a:r>
              <a:rPr lang="en-US" sz="1200">
                <a:solidFill>
                  <a:srgbClr val="000000"/>
                </a:solidFill>
                <a:latin typeface="Segoe UI" panose="020B0502040204020203" pitchFamily="34" charset="0"/>
              </a:rPr>
              <a:t> is null:</a:t>
            </a:r>
          </a:p>
          <a:p>
            <a:pPr marL="342900" lvl="0" indent="-342900" fontAlgn="t">
              <a:lnSpc>
                <a:spcPts val="1500"/>
              </a:lnSpc>
              <a:buFont typeface="Arial" panose="020B0604020202020204" pitchFamily="34" charset="0"/>
              <a:buChar char="•"/>
              <a:defRPr/>
            </a:pPr>
            <a:r>
              <a:rPr lang="en-US" sz="1200">
                <a:solidFill>
                  <a:srgbClr val="000000"/>
                </a:solidFill>
                <a:latin typeface="Segoe UI" panose="020B0502040204020203" pitchFamily="34" charset="0"/>
              </a:rPr>
              <a:t>An ID beginning with </a:t>
            </a:r>
            <a:r>
              <a:rPr lang="en-US" sz="1200" b="1">
                <a:solidFill>
                  <a:srgbClr val="000000"/>
                </a:solidFill>
                <a:latin typeface="Segoe UI" panose="020B0502040204020203" pitchFamily="34" charset="0"/>
              </a:rPr>
              <a:t>003</a:t>
            </a:r>
            <a:r>
              <a:rPr lang="en-US" sz="1200">
                <a:solidFill>
                  <a:srgbClr val="000000"/>
                </a:solidFill>
                <a:latin typeface="Segoe UI" panose="020B0502040204020203" pitchFamily="34" charset="0"/>
              </a:rPr>
              <a:t> is routed to the </a:t>
            </a:r>
            <a:r>
              <a:rPr lang="en-US" sz="1200" b="1">
                <a:solidFill>
                  <a:srgbClr val="000000"/>
                </a:solidFill>
                <a:latin typeface="Segoe UI" panose="020B0502040204020203" pitchFamily="34" charset="0"/>
              </a:rPr>
              <a:t>Contact path</a:t>
            </a:r>
            <a:r>
              <a:rPr lang="en-US" sz="1200">
                <a:solidFill>
                  <a:srgbClr val="000000"/>
                </a:solidFill>
                <a:latin typeface="Segoe UI" panose="020B0502040204020203" pitchFamily="34" charset="0"/>
              </a:rPr>
              <a:t>.</a:t>
            </a:r>
          </a:p>
          <a:p>
            <a:pPr marL="342900" lvl="0" indent="-342900" fontAlgn="t">
              <a:lnSpc>
                <a:spcPts val="1500"/>
              </a:lnSpc>
              <a:buFont typeface="Arial" panose="020B0604020202020204" pitchFamily="34" charset="0"/>
              <a:buChar char="•"/>
              <a:defRPr/>
            </a:pPr>
            <a:r>
              <a:rPr lang="en-US" sz="1200">
                <a:solidFill>
                  <a:srgbClr val="000000"/>
                </a:solidFill>
                <a:latin typeface="Segoe UI" panose="020B0502040204020203" pitchFamily="34" charset="0"/>
              </a:rPr>
              <a:t>The Journey creates a Campaign Member using: </a:t>
            </a:r>
          </a:p>
          <a:p>
            <a:pPr marL="742950" lvl="1" indent="-285750" fontAlgn="t">
              <a:lnSpc>
                <a:spcPts val="1500"/>
              </a:lnSpc>
              <a:buFont typeface="Arial" panose="020B0604020202020204" pitchFamily="34" charset="0"/>
              <a:buChar char="•"/>
              <a:defRPr/>
            </a:pPr>
            <a:r>
              <a:rPr lang="en-US" sz="1200" err="1">
                <a:solidFill>
                  <a:srgbClr val="000000"/>
                </a:solidFill>
                <a:latin typeface="Courier New" panose="02070309020205020404" pitchFamily="49" charset="0"/>
              </a:rPr>
              <a:t>CampaignID</a:t>
            </a:r>
            <a:r>
              <a:rPr lang="en-US" sz="1200">
                <a:solidFill>
                  <a:srgbClr val="000000"/>
                </a:solidFill>
                <a:latin typeface="Courier New" panose="02070309020205020404" pitchFamily="49" charset="0"/>
              </a:rPr>
              <a:t> → </a:t>
            </a:r>
            <a:r>
              <a:rPr lang="en-US" sz="1200" err="1">
                <a:solidFill>
                  <a:srgbClr val="000000"/>
                </a:solidFill>
                <a:latin typeface="Courier New" panose="02070309020205020404" pitchFamily="49" charset="0"/>
              </a:rPr>
              <a:t>CampaignId</a:t>
            </a:r>
            <a:endParaRPr lang="en-US" sz="1200">
              <a:solidFill>
                <a:srgbClr val="000000"/>
              </a:solidFill>
              <a:latin typeface="Segoe UI" panose="020B0502040204020203" pitchFamily="34" charset="0"/>
            </a:endParaRPr>
          </a:p>
          <a:p>
            <a:pPr marL="742950" lvl="1" indent="-285750" fontAlgn="t">
              <a:lnSpc>
                <a:spcPts val="1500"/>
              </a:lnSpc>
              <a:buFont typeface="Arial" panose="020B0604020202020204" pitchFamily="34" charset="0"/>
              <a:buChar char="•"/>
              <a:defRPr/>
            </a:pPr>
            <a:r>
              <a:rPr lang="en-US" sz="1200" err="1">
                <a:solidFill>
                  <a:srgbClr val="000000"/>
                </a:solidFill>
                <a:latin typeface="Courier New" panose="02070309020205020404" pitchFamily="49" charset="0"/>
              </a:rPr>
              <a:t>LeadOrContactID</a:t>
            </a:r>
            <a:r>
              <a:rPr lang="en-US" sz="1200">
                <a:solidFill>
                  <a:srgbClr val="000000"/>
                </a:solidFill>
                <a:latin typeface="Courier New" panose="02070309020205020404" pitchFamily="49" charset="0"/>
              </a:rPr>
              <a:t> → </a:t>
            </a:r>
            <a:r>
              <a:rPr lang="en-US" sz="1200" err="1">
                <a:solidFill>
                  <a:srgbClr val="000000"/>
                </a:solidFill>
                <a:latin typeface="Courier New" panose="02070309020205020404" pitchFamily="49" charset="0"/>
              </a:rPr>
              <a:t>ContactId</a:t>
            </a:r>
            <a:endParaRPr lang="en-US" sz="1200">
              <a:solidFill>
                <a:srgbClr val="000000"/>
              </a:solidFill>
              <a:latin typeface="Segoe UI" panose="020B0502040204020203" pitchFamily="34" charset="0"/>
            </a:endParaRPr>
          </a:p>
          <a:p>
            <a:pPr marL="742950" lvl="1" indent="-285750" fontAlgn="t">
              <a:lnSpc>
                <a:spcPts val="1500"/>
              </a:lnSpc>
              <a:buFont typeface="Arial" panose="020B0604020202020204" pitchFamily="34" charset="0"/>
              <a:buChar char="•"/>
              <a:defRPr/>
            </a:pPr>
            <a:r>
              <a:rPr lang="en-US" sz="1200" err="1">
                <a:solidFill>
                  <a:srgbClr val="000000"/>
                </a:solidFill>
                <a:latin typeface="Courier New" panose="02070309020205020404" pitchFamily="49" charset="0"/>
              </a:rPr>
              <a:t>ActivityStatus</a:t>
            </a:r>
            <a:r>
              <a:rPr lang="en-US" sz="1200">
                <a:solidFill>
                  <a:srgbClr val="000000"/>
                </a:solidFill>
                <a:latin typeface="Courier New" panose="02070309020205020404" pitchFamily="49" charset="0"/>
              </a:rPr>
              <a:t> → Status</a:t>
            </a:r>
            <a:endParaRPr lang="en-US" sz="1200">
              <a:solidFill>
                <a:srgbClr val="000000"/>
              </a:solidFill>
              <a:latin typeface="Segoe UI" panose="020B0502040204020203" pitchFamily="34" charset="0"/>
            </a:endParaRPr>
          </a:p>
          <a:p>
            <a:pPr marL="342900" lvl="0" indent="-342900" fontAlgn="t">
              <a:lnSpc>
                <a:spcPts val="1500"/>
              </a:lnSpc>
              <a:buFont typeface="Arial" panose="020B0604020202020204" pitchFamily="34" charset="0"/>
              <a:buChar char="•"/>
              <a:defRPr/>
            </a:pPr>
            <a:r>
              <a:rPr lang="en-US" sz="1200">
                <a:solidFill>
                  <a:srgbClr val="000000"/>
                </a:solidFill>
                <a:latin typeface="Segoe UI" panose="020B0502040204020203" pitchFamily="34" charset="0"/>
              </a:rPr>
              <a:t>A non-003 Lead/Contact ID is routed to the </a:t>
            </a:r>
            <a:r>
              <a:rPr lang="en-US" sz="1200" b="1">
                <a:solidFill>
                  <a:srgbClr val="000000"/>
                </a:solidFill>
                <a:latin typeface="Segoe UI" panose="020B0502040204020203" pitchFamily="34" charset="0"/>
              </a:rPr>
              <a:t>Lead path</a:t>
            </a:r>
            <a:r>
              <a:rPr lang="en-US" sz="1200">
                <a:solidFill>
                  <a:srgbClr val="000000"/>
                </a:solidFill>
                <a:latin typeface="Segoe UI" panose="020B0502040204020203" pitchFamily="34" charset="0"/>
              </a:rPr>
              <a:t>, with </a:t>
            </a:r>
            <a:r>
              <a:rPr lang="en-US" sz="1200" err="1">
                <a:solidFill>
                  <a:srgbClr val="000000"/>
                </a:solidFill>
                <a:latin typeface="Courier New" panose="02070309020205020404" pitchFamily="49" charset="0"/>
              </a:rPr>
              <a:t>LeadOrContactID</a:t>
            </a:r>
            <a:r>
              <a:rPr lang="en-US" sz="1200">
                <a:solidFill>
                  <a:srgbClr val="000000"/>
                </a:solidFill>
                <a:latin typeface="Segoe UI" panose="020B0502040204020203" pitchFamily="34" charset="0"/>
              </a:rPr>
              <a:t> written to </a:t>
            </a:r>
            <a:r>
              <a:rPr lang="en-US" sz="1200" err="1">
                <a:solidFill>
                  <a:srgbClr val="000000"/>
                </a:solidFill>
                <a:latin typeface="Courier New" panose="02070309020205020404" pitchFamily="49" charset="0"/>
              </a:rPr>
              <a:t>LeadId</a:t>
            </a:r>
            <a:r>
              <a:rPr lang="en-US" sz="1200">
                <a:solidFill>
                  <a:srgbClr val="000000"/>
                </a:solidFill>
                <a:latin typeface="Segoe UI" panose="020B0502040204020203" pitchFamily="34" charset="0"/>
              </a:rPr>
              <a:t>.</a:t>
            </a:r>
          </a:p>
          <a:p>
            <a:pPr marL="342900" lvl="0" indent="-342900" fontAlgn="t">
              <a:lnSpc>
                <a:spcPts val="1500"/>
              </a:lnSpc>
              <a:buFont typeface="Arial" panose="020B0604020202020204" pitchFamily="34" charset="0"/>
              <a:buChar char="•"/>
              <a:defRPr/>
            </a:pPr>
            <a:r>
              <a:rPr lang="en-US" sz="1200">
                <a:solidFill>
                  <a:srgbClr val="000000"/>
                </a:solidFill>
                <a:latin typeface="Segoe UI" panose="020B0502040204020203" pitchFamily="34" charset="0"/>
              </a:rPr>
              <a:t>The process therefore supports both Campaign Member updates and creation from a single Journey.</a:t>
            </a:r>
          </a:p>
        </p:txBody>
      </p:sp>
      <p:sp>
        <p:nvSpPr>
          <p:cNvPr id="56" name="Shape 17">
            <a:extLst>
              <a:ext uri="{FF2B5EF4-FFF2-40B4-BE49-F238E27FC236}">
                <a16:creationId xmlns:a16="http://schemas.microsoft.com/office/drawing/2014/main" id="{FB9285D5-BE46-468C-9B80-C4667E9AA727}"/>
              </a:ext>
            </a:extLst>
          </p:cNvPr>
          <p:cNvSpPr/>
          <p:nvPr/>
        </p:nvSpPr>
        <p:spPr>
          <a:xfrm>
            <a:off x="5490973" y="3291839"/>
            <a:ext cx="3614928" cy="2879072"/>
          </a:xfrm>
          <a:prstGeom prst="roundRect">
            <a:avLst>
              <a:gd name="adj" fmla="val 6061"/>
            </a:avLst>
          </a:prstGeom>
          <a:solidFill>
            <a:srgbClr val="FFFFFF"/>
          </a:solidFill>
          <a:ln w="15240">
            <a:solidFill>
              <a:srgbClr val="8064A2"/>
            </a:solidFill>
            <a:prstDash val="solid"/>
          </a:ln>
        </p:spPr>
        <p:txBody>
          <a:bodyPr/>
          <a:lstStyle/>
          <a:p>
            <a:endParaRPr lang="en-US"/>
          </a:p>
        </p:txBody>
      </p:sp>
      <p:sp>
        <p:nvSpPr>
          <p:cNvPr id="58" name="Shape 18">
            <a:extLst>
              <a:ext uri="{FF2B5EF4-FFF2-40B4-BE49-F238E27FC236}">
                <a16:creationId xmlns:a16="http://schemas.microsoft.com/office/drawing/2014/main" id="{786B70E0-DECB-E91A-6D99-DED3E3BB6F38}"/>
              </a:ext>
            </a:extLst>
          </p:cNvPr>
          <p:cNvSpPr/>
          <p:nvPr/>
        </p:nvSpPr>
        <p:spPr>
          <a:xfrm>
            <a:off x="5637276" y="3429000"/>
            <a:ext cx="1572768" cy="310896"/>
          </a:xfrm>
          <a:prstGeom prst="roundRect">
            <a:avLst>
              <a:gd name="adj" fmla="val 23529"/>
            </a:avLst>
          </a:prstGeom>
          <a:solidFill>
            <a:srgbClr val="8064A2"/>
          </a:solidFill>
          <a:ln w="12700">
            <a:solidFill>
              <a:srgbClr val="8064A2"/>
            </a:solidFill>
            <a:prstDash val="solid"/>
          </a:ln>
        </p:spPr>
        <p:txBody>
          <a:bodyPr/>
          <a:lstStyle/>
          <a:p>
            <a:endParaRPr lang="en-US"/>
          </a:p>
        </p:txBody>
      </p:sp>
      <p:sp>
        <p:nvSpPr>
          <p:cNvPr id="60" name="Text 19">
            <a:extLst>
              <a:ext uri="{FF2B5EF4-FFF2-40B4-BE49-F238E27FC236}">
                <a16:creationId xmlns:a16="http://schemas.microsoft.com/office/drawing/2014/main" id="{944AFA0C-0B43-6FE3-DF7B-B17963070C6C}"/>
              </a:ext>
            </a:extLst>
          </p:cNvPr>
          <p:cNvSpPr/>
          <p:nvPr/>
        </p:nvSpPr>
        <p:spPr>
          <a:xfrm>
            <a:off x="5710428" y="3483864"/>
            <a:ext cx="1426464" cy="219456"/>
          </a:xfrm>
          <a:prstGeom prst="rect">
            <a:avLst/>
          </a:prstGeom>
          <a:noFill/>
          <a:ln/>
        </p:spPr>
        <p:txBody>
          <a:bodyPr wrap="square" lIns="254" tIns="254" rIns="254" bIns="254" rtlCol="0" anchor="ctr">
            <a:normAutofit/>
          </a:bodyPr>
          <a:lstStyle/>
          <a:p>
            <a:pPr marL="0" indent="0" algn="ctr">
              <a:buNone/>
            </a:pPr>
            <a:r>
              <a:rPr lang="en-US" sz="930" b="1">
                <a:solidFill>
                  <a:srgbClr val="FFFFFF"/>
                </a:solidFill>
              </a:rPr>
              <a:t>Audit and Recovery</a:t>
            </a:r>
            <a:endParaRPr lang="en-US" sz="930"/>
          </a:p>
        </p:txBody>
      </p:sp>
      <p:sp>
        <p:nvSpPr>
          <p:cNvPr id="62" name="Text 20">
            <a:extLst>
              <a:ext uri="{FF2B5EF4-FFF2-40B4-BE49-F238E27FC236}">
                <a16:creationId xmlns:a16="http://schemas.microsoft.com/office/drawing/2014/main" id="{F9FF2398-04BF-1024-80EE-1739CE841F55}"/>
              </a:ext>
            </a:extLst>
          </p:cNvPr>
          <p:cNvSpPr/>
          <p:nvPr/>
        </p:nvSpPr>
        <p:spPr>
          <a:xfrm>
            <a:off x="5637274" y="3781041"/>
            <a:ext cx="3468626" cy="2332897"/>
          </a:xfrm>
          <a:prstGeom prst="rect">
            <a:avLst/>
          </a:prstGeom>
          <a:noFill/>
          <a:ln/>
        </p:spPr>
        <p:txBody>
          <a:bodyPr wrap="square" lIns="0" tIns="0" rIns="0" bIns="0" rtlCol="0" anchor="ctr">
            <a:normAutofit/>
          </a:bodyPr>
          <a:lstStyle/>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Recordkeeper Data Extensions preserve processed activity, current Salesforce status, ranks, identifiers, and errors.</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Suppression recordkeepers provide a full audit view of consolidated and deduplicated suppression activity.</a:t>
            </a:r>
          </a:p>
          <a:p>
            <a:pPr marL="342900" lvl="0" indent="-342900" fontAlgn="t">
              <a:lnSpc>
                <a:spcPts val="1500"/>
              </a:lnSpc>
              <a:buFont typeface="Arial" panose="020B0604020202020204" pitchFamily="34" charset="0"/>
              <a:buChar char="•"/>
              <a:defRPr/>
            </a:pPr>
            <a:r>
              <a:rPr lang="en-US" sz="900">
                <a:solidFill>
                  <a:srgbClr val="000000"/>
                </a:solidFill>
                <a:latin typeface="Segoe UI" panose="020B0502040204020203" pitchFamily="34" charset="0"/>
              </a:rPr>
              <a:t>Error fields support troubleshooting and reconciliation when Salesforce processing does not complete successfully.</a:t>
            </a:r>
          </a:p>
          <a:p>
            <a:pPr marL="0" indent="0">
              <a:buNone/>
            </a:pPr>
            <a:endParaRPr lang="en-US" sz="910"/>
          </a:p>
        </p:txBody>
      </p:sp>
      <p:pic>
        <p:nvPicPr>
          <p:cNvPr id="64" name="Picture 63">
            <a:extLst>
              <a:ext uri="{FF2B5EF4-FFF2-40B4-BE49-F238E27FC236}">
                <a16:creationId xmlns:a16="http://schemas.microsoft.com/office/drawing/2014/main" id="{0EDD235E-A114-C2DD-00A4-7E2C0B1DD711}"/>
              </a:ext>
            </a:extLst>
          </p:cNvPr>
          <p:cNvPicPr>
            <a:picLocks noChangeAspect="1"/>
          </p:cNvPicPr>
          <p:nvPr/>
        </p:nvPicPr>
        <p:blipFill>
          <a:blip r:embed="rId3"/>
          <a:stretch>
            <a:fillRect/>
          </a:stretch>
        </p:blipFill>
        <p:spPr>
          <a:xfrm>
            <a:off x="9274304" y="3542166"/>
            <a:ext cx="2800666" cy="2056630"/>
          </a:xfrm>
          <a:prstGeom prst="rect">
            <a:avLst/>
          </a:prstGeom>
        </p:spPr>
      </p:pic>
    </p:spTree>
    <p:extLst>
      <p:ext uri="{BB962C8B-B14F-4D97-AF65-F5344CB8AC3E}">
        <p14:creationId xmlns:p14="http://schemas.microsoft.com/office/powerpoint/2010/main" val="24062116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4CF96-EF8D-E2B0-4E86-DE6C1A9494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5AAAE9-956E-EBAB-9C5E-19C339112F23}"/>
              </a:ext>
            </a:extLst>
          </p:cNvPr>
          <p:cNvSpPr>
            <a:spLocks noGrp="1"/>
          </p:cNvSpPr>
          <p:nvPr>
            <p:ph type="ctrTitle"/>
          </p:nvPr>
        </p:nvSpPr>
        <p:spPr>
          <a:xfrm>
            <a:off x="1289860" y="2398601"/>
            <a:ext cx="5252400" cy="2367199"/>
          </a:xfrm>
        </p:spPr>
        <p:txBody>
          <a:bodyPr/>
          <a:lstStyle/>
          <a:p>
            <a:r>
              <a:rPr lang="en-GB"/>
              <a:t>Thank you</a:t>
            </a:r>
          </a:p>
        </p:txBody>
      </p:sp>
    </p:spTree>
    <p:extLst>
      <p:ext uri="{BB962C8B-B14F-4D97-AF65-F5344CB8AC3E}">
        <p14:creationId xmlns:p14="http://schemas.microsoft.com/office/powerpoint/2010/main" val="8634545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69641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REATEDBY" val="Global PowerPoint Toolbar"/>
  <p:tag name="FONTUSED" val="KPMGFONT"/>
  <p:tag name="KEYWORD" val="SCREENWIDE"/>
  <p:tag name="TEMPLATEVERSION" val="17/07/2017 11:56:04"/>
  <p:tag name="TOOLBARVERSION" val="5.30a"/>
  <p:tag name="TYPE" val="ScreenWide"/>
</p:tagLst>
</file>

<file path=ppt/theme/theme1.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potx" id="{383F1974-0399-428C-9939-D1E0A82C8A69}" vid="{3A2833AF-76FB-43DE-A3D4-20538A7057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104b4cb-e489-447e-805c-f05ad673f11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2339D528474F848A7EEB754EC93CDE7" ma:contentTypeVersion="9" ma:contentTypeDescription="Create a new document." ma:contentTypeScope="" ma:versionID="7c4a8bcd42f0be6a1e0a5274ca3282d1">
  <xsd:schema xmlns:xsd="http://www.w3.org/2001/XMLSchema" xmlns:xs="http://www.w3.org/2001/XMLSchema" xmlns:p="http://schemas.microsoft.com/office/2006/metadata/properties" xmlns:ns3="7104b4cb-e489-447e-805c-f05ad673f111" targetNamespace="http://schemas.microsoft.com/office/2006/metadata/properties" ma:root="true" ma:fieldsID="166abbba5da9d749f194e6745703a5da" ns3:_="">
    <xsd:import namespace="7104b4cb-e489-447e-805c-f05ad673f11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04b4cb-e489-447e-805c-f05ad673f11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672FD4-7313-4F69-9743-506E82826F82}">
  <ds:schemaRefs>
    <ds:schemaRef ds:uri="7104b4cb-e489-447e-805c-f05ad673f11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5ECD7CC-BBCA-4288-ADF3-59C19EDAE16B}">
  <ds:schemaRefs>
    <ds:schemaRef ds:uri="7104b4cb-e489-447e-805c-f05ad673f11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6AE0C058-95C2-4797-BC0B-CEB62EBD7DD2}">
  <ds:schemaRefs>
    <ds:schemaRef ds:uri="http://schemas.microsoft.com/sharepoint/v3/contenttype/forms"/>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50</Slides>
  <Notes>36</Notes>
  <HiddenSlides>0</HiddenSlide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KPMG Widescreen [16:9] Feb 2022</vt:lpstr>
      <vt:lpstr>Marketing Cloud Engage Reverse Demo</vt:lpstr>
      <vt:lpstr>Topics covered</vt:lpstr>
      <vt:lpstr>PowerPoint Presentation</vt:lpstr>
      <vt:lpstr>SFMC Org Diagram</vt:lpstr>
      <vt:lpstr>External Systems architecture</vt:lpstr>
      <vt:lpstr>PowerPoint Presentation</vt:lpstr>
      <vt:lpstr>Account Security</vt:lpstr>
      <vt:lpstr>Sending Setup</vt:lpstr>
      <vt:lpstr>Platform Integrations</vt:lpstr>
      <vt:lpstr>PowerPoint Presentation</vt:lpstr>
      <vt:lpstr>Sales Cloud Data Model – Core Objects</vt:lpstr>
      <vt:lpstr>Sales Cloud Data Consumption By Marketing Cloud</vt:lpstr>
      <vt:lpstr>PowerPoint Presentation</vt:lpstr>
      <vt:lpstr>PowerPoint Presentation</vt:lpstr>
      <vt:lpstr>CRMA Data Inputs</vt:lpstr>
      <vt:lpstr>CRMA Data Ingestion </vt:lpstr>
      <vt:lpstr>Technical Controls</vt:lpstr>
      <vt:lpstr>Technical Controls</vt:lpstr>
      <vt:lpstr>PowerPoint Presentation</vt:lpstr>
      <vt:lpstr>PowerPoint Presentation</vt:lpstr>
      <vt:lpstr>Architecture</vt:lpstr>
      <vt:lpstr>Architecture</vt:lpstr>
      <vt:lpstr>PowerPoint Presentation</vt:lpstr>
      <vt:lpstr>PowerPoint Presentation</vt:lpstr>
      <vt:lpstr>PowerPoint Presentation</vt:lpstr>
      <vt:lpstr>PowerPoint Presentation</vt:lpstr>
      <vt:lpstr>PowerPoint Presentation</vt:lpstr>
      <vt:lpstr>Technical Controls</vt:lpstr>
      <vt:lpstr>PowerPoint Presentation</vt:lpstr>
      <vt:lpstr>Technical Controls</vt:lpstr>
      <vt:lpstr>PowerPoint Presentation</vt:lpstr>
      <vt:lpstr>Technical Controls</vt:lpstr>
      <vt:lpstr>PowerPoint Presentation</vt:lpstr>
      <vt:lpstr>PowerPoint Presentation</vt:lpstr>
      <vt:lpstr>Technical Controls</vt:lpstr>
      <vt:lpstr>PowerPoint Presentation</vt:lpstr>
      <vt:lpstr>Technical Controls</vt:lpstr>
      <vt:lpstr>PowerPoint Presentation</vt:lpstr>
      <vt:lpstr>From Marketing Engagement to Actionable Salesforce Tasks</vt:lpstr>
      <vt:lpstr>How the Automations Qualify Lead-Generation Signals</vt:lpstr>
      <vt:lpstr>Identity Resolution and Duplicate Prevention</vt:lpstr>
      <vt:lpstr>Journey Activation and Salesforce Task Experience</vt:lpstr>
      <vt:lpstr>PowerPoint Presentation</vt:lpstr>
      <vt:lpstr>Campaign Member Status Purpose and Lifecycle</vt:lpstr>
      <vt:lpstr>How SFMC Collects and Standardizes Activity</vt:lpstr>
      <vt:lpstr>How SFMC Collects and Standardizes Activity</vt:lpstr>
      <vt:lpstr>Status Ranking, Identity, and Update Controls</vt:lpstr>
      <vt:lpstr>Journey Activation and Salesforce Campaign Member Result</vt:lpstr>
      <vt:lpstr>Thank you</vt:lpstr>
      <vt:lpstr>PowerPoint Presentation</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Wide screen template</dc:title>
  <dc:creator>Tevington, Scott</dc:creator>
  <cp:revision>1</cp:revision>
  <dcterms:created xsi:type="dcterms:W3CDTF">2023-11-06T15:14:59Z</dcterms:created>
  <dcterms:modified xsi:type="dcterms:W3CDTF">2026-08-19T21:54:45Z</dcterms:modified>
  <cp:category>KPMG Public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0x01010042339D528474F848A7EEB754EC93CDE7</vt:lpwstr>
  </property>
</Properties>
</file>