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1214" r:id="rId62"/>
    <p:sldId id="1215" r:id="rId63"/>
    <p:sldId id="1216" r:id="rId64"/>
    <p:sldId id="1217" r:id="rId65"/>
    <p:sldId id="1218" r:id="rId66"/>
    <p:sldId id="1219" r:id="rId67"/>
    <p:sldId id="1220" r:id="rId68"/>
    <p:sldId id="1221" r:id="rId69"/>
    <p:sldId id="1222" r:id="rId70"/>
    <p:sldId id="1223" r:id="rId71"/>
    <p:sldId id="1224" r:id="rId72"/>
    <p:sldId id="1225" r:id="rId73"/>
    <p:sldId id="1226" r:id="rId74"/>
    <p:sldId id="1227" r:id="rId75"/>
    <p:sldId id="1228" r:id="rId76"/>
    <p:sldId id="1229" r:id="rId77"/>
    <p:sldId id="1230" r:id="rId78"/>
    <p:sldId id="1231" r:id="rId79"/>
    <p:sldId id="1232" r:id="rId80"/>
    <p:sldId id="1233" r:id="rId81"/>
    <p:sldId id="1234" r:id="rId82"/>
    <p:sldId id="1235" r:id="rId83"/>
    <p:sldId id="1236" r:id="rId84"/>
    <p:sldId id="1237" r:id="rId85"/>
    <p:sldId id="1238" r:id="rId86"/>
    <p:sldId id="1239" r:id="rId87"/>
    <p:sldId id="1240" r:id="rId88"/>
    <p:sldId id="1241" r:id="rId89"/>
    <p:sldId id="1242" r:id="rId90"/>
    <p:sldId id="1243" r:id="rId91"/>
    <p:sldId id="1244" r:id="rId92"/>
    <p:sldId id="1245" r:id="rId93"/>
    <p:sldId id="1246" r:id="rId94"/>
    <p:sldId id="1247" r:id="rId95"/>
    <p:sldId id="1248" r:id="rId96"/>
    <p:sldId id="1249" r:id="rId97"/>
    <p:sldId id="1250"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58" Type="http://schemas.openxmlformats.org/officeDocument/2006/relationships/presProps" Target="presProps.xml"/><Relationship Id="rId61" Type="http://schemas.openxmlformats.org/officeDocument/2006/relationships/tableStyles" Target="tableStyles.xml"/><Relationship Id="rId59" Type="http://schemas.openxmlformats.org/officeDocument/2006/relationships/viewProps" Target="viewProps.xml"/><Relationship Id="rId1" Type="http://schemas.openxmlformats.org/officeDocument/2006/relationships/slideMaster" Target="slideMasters/slideMaster1.xml"/><Relationship Id="rId57" Type="http://schemas.openxmlformats.org/officeDocument/2006/relationships/notesMaster" Target="notesMasters/notesMaster1.xml"/><Relationship Id="rId60" Type="http://schemas.openxmlformats.org/officeDocument/2006/relationships/theme" Target="theme/theme1.xml"/>  <Relationship Id="rId62" Type="http://schemas.openxmlformats.org/officeDocument/2006/relationships/slide" Target="slides/slide56.xml"/>
  <Relationship Id="rId63" Type="http://schemas.openxmlformats.org/officeDocument/2006/relationships/slide" Target="slides/slide57.xml"/>
  <Relationship Id="rId64" Type="http://schemas.openxmlformats.org/officeDocument/2006/relationships/slide" Target="slides/slide58.xml"/>
  <Relationship Id="rId65" Type="http://schemas.openxmlformats.org/officeDocument/2006/relationships/slide" Target="slides/slide59.xml"/>
  <Relationship Id="rId66" Type="http://schemas.openxmlformats.org/officeDocument/2006/relationships/slide" Target="slides/slide60.xml"/>
  <Relationship Id="rId67" Type="http://schemas.openxmlformats.org/officeDocument/2006/relationships/slide" Target="slides/slide61.xml"/>
  <Relationship Id="rId68" Type="http://schemas.openxmlformats.org/officeDocument/2006/relationships/slide" Target="slides/slide62.xml"/>
  <Relationship Id="rId69" Type="http://schemas.openxmlformats.org/officeDocument/2006/relationships/slide" Target="slides/slide63.xml"/>
  <Relationship Id="rId70" Type="http://schemas.openxmlformats.org/officeDocument/2006/relationships/slide" Target="slides/slide64.xml"/>
  <Relationship Id="rId71" Type="http://schemas.openxmlformats.org/officeDocument/2006/relationships/slide" Target="slides/slide65.xml"/>
  <Relationship Id="rId72" Type="http://schemas.openxmlformats.org/officeDocument/2006/relationships/slide" Target="slides/slide66.xml"/>
  <Relationship Id="rId73" Type="http://schemas.openxmlformats.org/officeDocument/2006/relationships/slide" Target="slides/slide67.xml"/>
  <Relationship Id="rId74" Type="http://schemas.openxmlformats.org/officeDocument/2006/relationships/slide" Target="slides/slide68.xml"/>
  <Relationship Id="rId75" Type="http://schemas.openxmlformats.org/officeDocument/2006/relationships/slide" Target="slides/slide69.xml"/>
  <Relationship Id="rId76" Type="http://schemas.openxmlformats.org/officeDocument/2006/relationships/slide" Target="slides/slide70.xml"/>
  <Relationship Id="rId77" Type="http://schemas.openxmlformats.org/officeDocument/2006/relationships/slide" Target="slides/slide71.xml"/>
  <Relationship Id="rId78" Type="http://schemas.openxmlformats.org/officeDocument/2006/relationships/slide" Target="slides/slide72.xml"/>
  <Relationship Id="rId79" Type="http://schemas.openxmlformats.org/officeDocument/2006/relationships/slide" Target="slides/slide73.xml"/>
  <Relationship Id="rId80" Type="http://schemas.openxmlformats.org/officeDocument/2006/relationships/slide" Target="slides/slide74.xml"/>
  <Relationship Id="rId81" Type="http://schemas.openxmlformats.org/officeDocument/2006/relationships/slide" Target="slides/slide75.xml"/>
  <Relationship Id="rId82" Type="http://schemas.openxmlformats.org/officeDocument/2006/relationships/slide" Target="slides/slide76.xml"/>
  <Relationship Id="rId83" Type="http://schemas.openxmlformats.org/officeDocument/2006/relationships/slide" Target="slides/slide77.xml"/>
  <Relationship Id="rId84" Type="http://schemas.openxmlformats.org/officeDocument/2006/relationships/slide" Target="slides/slide78.xml"/>
  <Relationship Id="rId85" Type="http://schemas.openxmlformats.org/officeDocument/2006/relationships/slide" Target="slides/slide79.xml"/>
  <Relationship Id="rId86" Type="http://schemas.openxmlformats.org/officeDocument/2006/relationships/slide" Target="slides/slide80.xml"/>
  <Relationship Id="rId87" Type="http://schemas.openxmlformats.org/officeDocument/2006/relationships/slide" Target="slides/slide81.xml"/>
  <Relationship Id="rId88" Type="http://schemas.openxmlformats.org/officeDocument/2006/relationships/slide" Target="slides/slide82.xml"/>
  <Relationship Id="rId89" Type="http://schemas.openxmlformats.org/officeDocument/2006/relationships/slide" Target="slides/slide83.xml"/>
  <Relationship Id="rId90" Type="http://schemas.openxmlformats.org/officeDocument/2006/relationships/slide" Target="slides/slide84.xml"/>
  <Relationship Id="rId91" Type="http://schemas.openxmlformats.org/officeDocument/2006/relationships/slide" Target="slides/slide85.xml"/>
  <Relationship Id="rId92" Type="http://schemas.openxmlformats.org/officeDocument/2006/relationships/slide" Target="slides/slide86.xml"/>
  <Relationship Id="rId93" Type="http://schemas.openxmlformats.org/officeDocument/2006/relationships/slide" Target="slides/slide87.xml"/>
  <Relationship Id="rId94" Type="http://schemas.openxmlformats.org/officeDocument/2006/relationships/slide" Target="slides/slide88.xml"/>
  <Relationship Id="rId95" Type="http://schemas.openxmlformats.org/officeDocument/2006/relationships/slide" Target="slides/slide89.xml"/>
  <Relationship Id="rId96" Type="http://schemas.openxmlformats.org/officeDocument/2006/relationships/slide" Target="slides/slide90.xml"/>
  <Relationship Id="rId97" Type="http://schemas.openxmlformats.org/officeDocument/2006/relationships/slide" Target="slides/slide91.xml"/>
  <Relationship Id="rId98" Type="http://schemas.openxmlformats.org/officeDocument/2006/relationships/slide" Target="slides/slide9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2A5BB0-26F0-4CB4-87A5-3379A7EB6F49}" type="datetimeFigureOut">
              <a:rPr lang="en-US" smtClean="0"/>
              <a:t>7/18/2026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942CF5-6AD3-4EA4-B589-114464E73C15}" type="slidenum">
              <a:rPr lang="en-US" smtClean="0"/>
              <a:t>‹#›</a:t>
            </a:fld>
            <a:endParaRPr lang="en-US"/>
          </a:p>
        </p:txBody>
      </p:sp>
    </p:spTree>
    <p:extLst>
      <p:ext uri="{BB962C8B-B14F-4D97-AF65-F5344CB8AC3E}">
        <p14:creationId xmlns:p14="http://schemas.microsoft.com/office/powerpoint/2010/main" val="3339368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TITLE SLIDE Right Vertical Window Image_Cobalt Blue">
    <p:spTree>
      <p:nvGrpSpPr>
        <p:cNvPr id="1" name=""/>
        <p:cNvGrpSpPr/>
        <p:nvPr/>
      </p:nvGrpSpPr>
      <p:grpSpPr>
        <a:xfrm>
          <a:off x="0" y="0"/>
          <a:ext cx="0" cy="0"/>
          <a:chOff x="0" y="0"/>
          <a:chExt cx="0" cy="0"/>
        </a:xfrm>
      </p:grpSpPr>
      <p:pic>
        <p:nvPicPr>
          <p:cNvPr id="7" name="Picture 6" descr="A blue background with many small dots&#10;&#10;Description automatically generated">
            <a:extLst>
              <a:ext uri="{FF2B5EF4-FFF2-40B4-BE49-F238E27FC236}">
                <a16:creationId xmlns:a16="http://schemas.microsoft.com/office/drawing/2014/main" id="{602A8B37-37B8-C0D8-25FD-8E31C5BFED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le 1"/>
          <p:cNvSpPr>
            <a:spLocks noGrp="1"/>
          </p:cNvSpPr>
          <p:nvPr>
            <p:ph type="ctrTitle" hasCustomPrompt="1"/>
          </p:nvPr>
        </p:nvSpPr>
        <p:spPr>
          <a:xfrm>
            <a:off x="741302" y="1456388"/>
            <a:ext cx="5354698" cy="1686205"/>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741302" y="3457743"/>
            <a:ext cx="5506648"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0" name="Graphic 9">
            <a:extLst>
              <a:ext uri="{FF2B5EF4-FFF2-40B4-BE49-F238E27FC236}">
                <a16:creationId xmlns:a16="http://schemas.microsoft.com/office/drawing/2014/main" id="{9A84BD71-38D7-4AC1-B38A-7DE8843A6D1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
        <p:nvSpPr>
          <p:cNvPr id="4" name="TextBox 3">
            <a:extLst>
              <a:ext uri="{FF2B5EF4-FFF2-40B4-BE49-F238E27FC236}">
                <a16:creationId xmlns:a16="http://schemas.microsoft.com/office/drawing/2014/main" id="{814A74D7-227B-3872-AB9A-C557E9955878}"/>
              </a:ext>
            </a:extLst>
          </p:cNvPr>
          <p:cNvSpPr txBox="1"/>
          <p:nvPr userDrawn="1"/>
        </p:nvSpPr>
        <p:spPr>
          <a:xfrm>
            <a:off x="741302"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451086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2"/>
        </a:soli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3EAF9C4C-0BB4-84CA-6EA3-178D7BCFD7E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9" t="21236" r="40218" b="15179"/>
          <a:stretch/>
        </p:blipFill>
        <p:spPr>
          <a:xfrm flipH="1">
            <a:off x="4903386" y="1456388"/>
            <a:ext cx="6290138" cy="4360622"/>
          </a:xfrm>
          <a:prstGeom prst="rect">
            <a:avLst/>
          </a:prstGeom>
        </p:spPr>
      </p:pic>
      <p:pic>
        <p:nvPicPr>
          <p:cNvPr id="3" name="Picture 2">
            <a:extLst>
              <a:ext uri="{FF2B5EF4-FFF2-40B4-BE49-F238E27FC236}">
                <a16:creationId xmlns:a16="http://schemas.microsoft.com/office/drawing/2014/main" id="{1990DDFC-341E-BFB0-DF32-E057A1E4BC8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18860"/>
          <a:stretch/>
        </p:blipFill>
        <p:spPr>
          <a:xfrm flipH="1">
            <a:off x="4909676" y="1456388"/>
            <a:ext cx="6290138" cy="4360622"/>
          </a:xfrm>
          <a:prstGeom prst="rect">
            <a:avLst/>
          </a:prstGeom>
        </p:spPr>
      </p:pic>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741301" y="1456388"/>
            <a:ext cx="3432043"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741301" y="5007010"/>
            <a:ext cx="3432043"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0" name="Graphic 9">
            <a:extLst>
              <a:ext uri="{FF2B5EF4-FFF2-40B4-BE49-F238E27FC236}">
                <a16:creationId xmlns:a16="http://schemas.microsoft.com/office/drawing/2014/main" id="{C6BE9D60-8E37-4DED-A951-A9C36EAA76D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
        <p:nvSpPr>
          <p:cNvPr id="4" name="TextBox 3">
            <a:extLst>
              <a:ext uri="{FF2B5EF4-FFF2-40B4-BE49-F238E27FC236}">
                <a16:creationId xmlns:a16="http://schemas.microsoft.com/office/drawing/2014/main" id="{AB671C66-5F86-4EF2-8D5C-1DF9919AAA68}"/>
              </a:ext>
            </a:extLst>
          </p:cNvPr>
          <p:cNvSpPr txBox="1"/>
          <p:nvPr userDrawn="1"/>
        </p:nvSpPr>
        <p:spPr>
          <a:xfrm>
            <a:off x="74130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1246724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Right Horizontal Window Image_Cobalt Blue">
    <p:bg>
      <p:bgPr>
        <a:solidFill>
          <a:schemeClr val="accent2"/>
        </a:soli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3EAF9C4C-0BB4-84CA-6EA3-178D7BCFD7E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9" t="21236" r="40218" b="15179"/>
          <a:stretch/>
        </p:blipFill>
        <p:spPr>
          <a:xfrm flipH="1">
            <a:off x="4903386" y="1456388"/>
            <a:ext cx="6290138" cy="4360622"/>
          </a:xfrm>
          <a:prstGeom prst="rect">
            <a:avLst/>
          </a:prstGeom>
        </p:spPr>
      </p:pic>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741301" y="1456388"/>
            <a:ext cx="3432043"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741301" y="5007010"/>
            <a:ext cx="3432043"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10" name="Graphic 9">
            <a:extLst>
              <a:ext uri="{FF2B5EF4-FFF2-40B4-BE49-F238E27FC236}">
                <a16:creationId xmlns:a16="http://schemas.microsoft.com/office/drawing/2014/main" id="{C6BE9D60-8E37-4DED-A951-A9C36EAA76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41301" y="736722"/>
            <a:ext cx="914400" cy="368346"/>
          </a:xfrm>
          <a:prstGeom prst="rect">
            <a:avLst/>
          </a:prstGeom>
        </p:spPr>
      </p:pic>
      <p:sp>
        <p:nvSpPr>
          <p:cNvPr id="4" name="TextBox 3">
            <a:extLst>
              <a:ext uri="{FF2B5EF4-FFF2-40B4-BE49-F238E27FC236}">
                <a16:creationId xmlns:a16="http://schemas.microsoft.com/office/drawing/2014/main" id="{AB671C66-5F86-4EF2-8D5C-1DF9919AAA68}"/>
              </a:ext>
            </a:extLst>
          </p:cNvPr>
          <p:cNvSpPr txBox="1"/>
          <p:nvPr userDrawn="1"/>
        </p:nvSpPr>
        <p:spPr>
          <a:xfrm>
            <a:off x="74130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152861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53026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71696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4" y="1330126"/>
            <a:ext cx="1020445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46130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6"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326092561"/>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8538" y="1700213"/>
            <a:ext cx="10201276"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hape 8">
            <a:extLst>
              <a:ext uri="{FF2B5EF4-FFF2-40B4-BE49-F238E27FC236}">
                <a16:creationId xmlns:a16="http://schemas.microsoft.com/office/drawing/2014/main" id="{F4561A05-7671-4539-AB97-A9979F67EB4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0" name="Graphic 8">
            <a:extLst>
              <a:ext uri="{FF2B5EF4-FFF2-40B4-BE49-F238E27FC236}">
                <a16:creationId xmlns:a16="http://schemas.microsoft.com/office/drawing/2014/main" id="{567897B5-3A96-440B-8018-FDD880280B2A}"/>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2331315459"/>
      </p:ext>
    </p:extLst>
  </p:cSld>
  <p:clrMapOvr>
    <a:masterClrMapping/>
  </p:clrMapOvr>
  <p:extLst>
    <p:ext uri="{DCECCB84-F9BA-43D5-87BE-67443E8EF086}">
      <p15:sldGuideLst xmlns:p15="http://schemas.microsoft.com/office/powerpoint/2012/main">
        <p15:guide id="1" orient="horz" pos="107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pic>
        <p:nvPicPr>
          <p:cNvPr id="3" name="Picture 2" descr="A blue background with many small dots&#10;&#10;Description automatically generated">
            <a:extLst>
              <a:ext uri="{FF2B5EF4-FFF2-40B4-BE49-F238E27FC236}">
                <a16:creationId xmlns:a16="http://schemas.microsoft.com/office/drawing/2014/main" id="{5704C0F3-70B4-E445-9CC2-FDD2F54AD5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5" name="Rectangle 4">
            <a:extLst>
              <a:ext uri="{FF2B5EF4-FFF2-40B4-BE49-F238E27FC236}">
                <a16:creationId xmlns:a16="http://schemas.microsoft.com/office/drawing/2014/main" id="{A67EF913-3370-49A8-475B-78901BBFD544}"/>
              </a:ext>
            </a:extLst>
          </p:cNvPr>
          <p:cNvSpPr/>
          <p:nvPr userDrawn="1"/>
        </p:nvSpPr>
        <p:spPr>
          <a:xfrm>
            <a:off x="0" y="0"/>
            <a:ext cx="12192000" cy="6858000"/>
          </a:xfrm>
          <a:prstGeom prst="rect">
            <a:avLst/>
          </a:prstGeom>
          <a:solidFill>
            <a:schemeClr val="accent3">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10190693"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Shape 8">
            <a:extLst>
              <a:ext uri="{FF2B5EF4-FFF2-40B4-BE49-F238E27FC236}">
                <a16:creationId xmlns:a16="http://schemas.microsoft.com/office/drawing/2014/main" id="{078BA07F-7C94-9AFA-2038-DD55FC800777}"/>
              </a:ext>
            </a:extLst>
          </p:cNvPr>
          <p:cNvSpPr txBox="1">
            <a:spLocks/>
          </p:cNvSpPr>
          <p:nvPr userDrawn="1"/>
        </p:nvSpPr>
        <p:spPr>
          <a:xfrm>
            <a:off x="10946607" y="650092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97854DF9-1BDA-1F3F-13EE-EAE053AD2E6B}"/>
              </a:ext>
              <a:ext uri="{C183D7F6-B498-43B3-948B-1728B52AA6E4}">
                <adec:decorative xmlns:adec="http://schemas.microsoft.com/office/drawing/2017/decorative" val="1"/>
              </a:ext>
            </a:extLst>
          </p:cNvPr>
          <p:cNvSpPr txBox="1"/>
          <p:nvPr userDrawn="1"/>
        </p:nvSpPr>
        <p:spPr>
          <a:xfrm>
            <a:off x="1885684" y="6500922"/>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2025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11" name="Graphic 8">
            <a:extLst>
              <a:ext uri="{FF2B5EF4-FFF2-40B4-BE49-F238E27FC236}">
                <a16:creationId xmlns:a16="http://schemas.microsoft.com/office/drawing/2014/main" id="{1FC56091-C280-C4A4-D6A2-A3D8FE62C196}"/>
              </a:ext>
            </a:extLst>
          </p:cNvPr>
          <p:cNvSpPr/>
          <p:nvPr userDrawn="1"/>
        </p:nvSpPr>
        <p:spPr>
          <a:xfrm>
            <a:off x="1003200" y="6500921"/>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12" name="TextBox 11">
            <a:extLst>
              <a:ext uri="{FF2B5EF4-FFF2-40B4-BE49-F238E27FC236}">
                <a16:creationId xmlns:a16="http://schemas.microsoft.com/office/drawing/2014/main" id="{216CD36E-034D-2ED2-CA63-63D1D8D37A61}"/>
              </a:ext>
            </a:extLst>
          </p:cNvPr>
          <p:cNvSpPr txBox="1"/>
          <p:nvPr userDrawn="1"/>
        </p:nvSpPr>
        <p:spPr>
          <a:xfrm>
            <a:off x="805755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2337266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20800"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00852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4" name="Shape 8">
            <a:extLst>
              <a:ext uri="{FF2B5EF4-FFF2-40B4-BE49-F238E27FC236}">
                <a16:creationId xmlns:a16="http://schemas.microsoft.com/office/drawing/2014/main" id="{FEACBC9C-FDC2-4718-A261-6371F0F60DE3}"/>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8400" y="1330126"/>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20800"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Graphic 8">
            <a:extLst>
              <a:ext uri="{FF2B5EF4-FFF2-40B4-BE49-F238E27FC236}">
                <a16:creationId xmlns:a16="http://schemas.microsoft.com/office/drawing/2014/main" id="{79D6C947-06F1-4188-A558-E10C77FF12CE}"/>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Tree>
    <p:extLst>
      <p:ext uri="{BB962C8B-B14F-4D97-AF65-F5344CB8AC3E}">
        <p14:creationId xmlns:p14="http://schemas.microsoft.com/office/powerpoint/2010/main" val="2143752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0126"/>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20800"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97471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331360"/>
            <a:ext cx="10195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1003200" y="3742126"/>
            <a:ext cx="10195200"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82696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20800"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247971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1003200"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1003200"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189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189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263114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PROCESS FIVE COLUMN">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2C7EC625-DE37-4829-ACBE-0373F0B82962}"/>
              </a:ext>
            </a:extLst>
          </p:cNvPr>
          <p:cNvSpPr>
            <a:spLocks noGrp="1"/>
          </p:cNvSpPr>
          <p:nvPr>
            <p:ph type="body" sz="quarter" idx="14"/>
          </p:nvPr>
        </p:nvSpPr>
        <p:spPr>
          <a:xfrm>
            <a:off x="10032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10" name="Text Placeholder 8">
            <a:extLst>
              <a:ext uri="{FF2B5EF4-FFF2-40B4-BE49-F238E27FC236}">
                <a16:creationId xmlns:a16="http://schemas.microsoft.com/office/drawing/2014/main" id="{8037C46F-D057-4106-9B45-A730A557B5D9}"/>
              </a:ext>
            </a:extLst>
          </p:cNvPr>
          <p:cNvSpPr>
            <a:spLocks noGrp="1"/>
          </p:cNvSpPr>
          <p:nvPr>
            <p:ph type="body" sz="quarter" idx="20"/>
          </p:nvPr>
        </p:nvSpPr>
        <p:spPr>
          <a:xfrm>
            <a:off x="30726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8">
            <a:extLst>
              <a:ext uri="{FF2B5EF4-FFF2-40B4-BE49-F238E27FC236}">
                <a16:creationId xmlns:a16="http://schemas.microsoft.com/office/drawing/2014/main" id="{FE33DBCF-2199-4682-AAC2-C3FC0CBE92A8}"/>
              </a:ext>
            </a:extLst>
          </p:cNvPr>
          <p:cNvSpPr>
            <a:spLocks noGrp="1"/>
          </p:cNvSpPr>
          <p:nvPr>
            <p:ph type="body" sz="quarter" idx="21"/>
          </p:nvPr>
        </p:nvSpPr>
        <p:spPr>
          <a:xfrm>
            <a:off x="51420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8">
            <a:extLst>
              <a:ext uri="{FF2B5EF4-FFF2-40B4-BE49-F238E27FC236}">
                <a16:creationId xmlns:a16="http://schemas.microsoft.com/office/drawing/2014/main" id="{E130E5C8-8660-4D01-AD3B-CEEFB37F7538}"/>
              </a:ext>
            </a:extLst>
          </p:cNvPr>
          <p:cNvSpPr>
            <a:spLocks noGrp="1"/>
          </p:cNvSpPr>
          <p:nvPr>
            <p:ph type="body" sz="quarter" idx="22"/>
          </p:nvPr>
        </p:nvSpPr>
        <p:spPr>
          <a:xfrm>
            <a:off x="7211400"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F404CCF0-6C3D-42EE-9F8D-FE237FEEB13D}"/>
              </a:ext>
            </a:extLst>
          </p:cNvPr>
          <p:cNvSpPr>
            <a:spLocks noGrp="1"/>
          </p:cNvSpPr>
          <p:nvPr>
            <p:ph type="body" sz="quarter" idx="23"/>
          </p:nvPr>
        </p:nvSpPr>
        <p:spPr>
          <a:xfrm>
            <a:off x="9280798" y="1322388"/>
            <a:ext cx="1899657" cy="4554538"/>
          </a:xfrm>
        </p:spPr>
        <p:txBody>
          <a:bodyPr/>
          <a:lstStyle>
            <a:lvl1pPr>
              <a:defRPr sz="1400" b="1" kern="0" spc="0">
                <a:solidFill>
                  <a:srgbClr val="00338D"/>
                </a:solidFill>
              </a:defRPr>
            </a:lvl1pPr>
            <a:lvl2pPr>
              <a:defRPr sz="1400" b="0" kern="0">
                <a:solidFill>
                  <a:schemeClr val="tx2"/>
                </a:solidFill>
              </a:defRPr>
            </a:lvl2pPr>
            <a:lvl3pPr>
              <a:defRPr sz="1400" kern="0">
                <a:solidFill>
                  <a:schemeClr val="tx1"/>
                </a:solidFill>
              </a:defRPr>
            </a:lvl3pPr>
            <a:lvl4pPr>
              <a:defRPr sz="1400" kern="0">
                <a:solidFill>
                  <a:schemeClr val="tx1"/>
                </a:solidFill>
              </a:defRPr>
            </a:lvl4pPr>
            <a:lvl5pPr marL="461963" indent="-231775">
              <a:buClr>
                <a:schemeClr val="tx2"/>
              </a:buClr>
              <a:buFont typeface="Arial" panose="020B0604020202020204" pitchFamily="34" charset="0"/>
              <a:buChar char="-"/>
              <a:defRPr sz="1400" kern="0">
                <a:solidFill>
                  <a:schemeClr val="tx1"/>
                </a:solidFill>
              </a:defRPr>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503811440"/>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6337"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39818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5 Columns_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1003201"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1003200"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6337"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bg1">
              <a:lumMod val="85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42164460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pic>
        <p:nvPicPr>
          <p:cNvPr id="8" name="Picture 7" descr="A blue background with many small dots&#10;&#10;Description automatically generated">
            <a:extLst>
              <a:ext uri="{FF2B5EF4-FFF2-40B4-BE49-F238E27FC236}">
                <a16:creationId xmlns:a16="http://schemas.microsoft.com/office/drawing/2014/main" id="{E09771F7-4C4F-F83E-82B8-C73B61C4C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60834"/>
          <a:stretch/>
        </p:blipFill>
        <p:spPr>
          <a:xfrm flipH="1">
            <a:off x="0" y="0"/>
            <a:ext cx="12192000" cy="2686050"/>
          </a:xfrm>
          <a:prstGeom prst="rect">
            <a:avLst/>
          </a:prstGeom>
        </p:spPr>
      </p:pic>
      <p:sp>
        <p:nvSpPr>
          <p:cNvPr id="9" name="Text Placeholder 8"/>
          <p:cNvSpPr>
            <a:spLocks noGrp="1"/>
          </p:cNvSpPr>
          <p:nvPr>
            <p:ph type="body" sz="quarter" idx="10"/>
          </p:nvPr>
        </p:nvSpPr>
        <p:spPr>
          <a:xfrm>
            <a:off x="1003200"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0888"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18576"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176264"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9233951" y="2009775"/>
            <a:ext cx="1981300"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3" y="1330325"/>
            <a:ext cx="10185400"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6815065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100320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033865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rocess 4 Columns_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100320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bg1">
              <a:lumMod val="85000"/>
            </a:schemeClr>
          </a:solidFill>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1003200"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39883973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PROCESS FIVE COLUMN">
    <p:spTree>
      <p:nvGrpSpPr>
        <p:cNvPr id="1" name=""/>
        <p:cNvGrpSpPr/>
        <p:nvPr/>
      </p:nvGrpSpPr>
      <p:grpSpPr>
        <a:xfrm>
          <a:off x="0" y="0"/>
          <a:ext cx="0" cy="0"/>
          <a:chOff x="0" y="0"/>
          <a:chExt cx="0" cy="0"/>
        </a:xfrm>
      </p:grpSpPr>
      <p:sp>
        <p:nvSpPr>
          <p:cNvPr id="8" name="Text Placeholder 8">
            <a:extLst>
              <a:ext uri="{FF2B5EF4-FFF2-40B4-BE49-F238E27FC236}">
                <a16:creationId xmlns:a16="http://schemas.microsoft.com/office/drawing/2014/main" id="{2C7EC625-DE37-4829-ACBE-0373F0B82962}"/>
              </a:ext>
            </a:extLst>
          </p:cNvPr>
          <p:cNvSpPr>
            <a:spLocks noGrp="1"/>
          </p:cNvSpPr>
          <p:nvPr>
            <p:ph type="body" sz="quarter" idx="14"/>
          </p:nvPr>
        </p:nvSpPr>
        <p:spPr>
          <a:xfrm>
            <a:off x="1003200" y="1322388"/>
            <a:ext cx="1899657" cy="4554538"/>
          </a:xfrm>
          <a:solidFill>
            <a:srgbClr val="E5E5E5"/>
          </a:solidFill>
        </p:spPr>
        <p:txBody>
          <a:bodyPr lIns="91440" tIns="1005840" rIns="91440"/>
          <a:lstStyle>
            <a:lvl1pPr>
              <a:defRPr sz="1600" b="1" spc="0"/>
            </a:lvl1pPr>
            <a:lvl2pPr>
              <a:defRPr sz="1600" b="0">
                <a:solidFill>
                  <a:schemeClr val="tx2"/>
                </a:solidFill>
              </a:defRPr>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a:xfrm>
            <a:off x="1003200" y="432000"/>
            <a:ext cx="10185600" cy="518400"/>
          </a:xfrm>
        </p:spPr>
        <p:txBody>
          <a:bodyPr/>
          <a:lstStyle>
            <a:lvl1pPr>
              <a:defRPr kern="0"/>
            </a:lvl1pPr>
          </a:lstStyle>
          <a:p>
            <a:r>
              <a:rPr lang="en-US"/>
              <a:t>Click to edit Master title style</a:t>
            </a:r>
          </a:p>
        </p:txBody>
      </p:sp>
      <p:sp>
        <p:nvSpPr>
          <p:cNvPr id="10" name="Text Placeholder 8">
            <a:extLst>
              <a:ext uri="{FF2B5EF4-FFF2-40B4-BE49-F238E27FC236}">
                <a16:creationId xmlns:a16="http://schemas.microsoft.com/office/drawing/2014/main" id="{8037C46F-D057-4106-9B45-A730A557B5D9}"/>
              </a:ext>
            </a:extLst>
          </p:cNvPr>
          <p:cNvSpPr>
            <a:spLocks noGrp="1"/>
          </p:cNvSpPr>
          <p:nvPr>
            <p:ph type="body" sz="quarter" idx="20"/>
          </p:nvPr>
        </p:nvSpPr>
        <p:spPr>
          <a:xfrm>
            <a:off x="30726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8">
            <a:extLst>
              <a:ext uri="{FF2B5EF4-FFF2-40B4-BE49-F238E27FC236}">
                <a16:creationId xmlns:a16="http://schemas.microsoft.com/office/drawing/2014/main" id="{FE33DBCF-2199-4682-AAC2-C3FC0CBE92A8}"/>
              </a:ext>
            </a:extLst>
          </p:cNvPr>
          <p:cNvSpPr>
            <a:spLocks noGrp="1"/>
          </p:cNvSpPr>
          <p:nvPr>
            <p:ph type="body" sz="quarter" idx="21"/>
          </p:nvPr>
        </p:nvSpPr>
        <p:spPr>
          <a:xfrm>
            <a:off x="51420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8">
            <a:extLst>
              <a:ext uri="{FF2B5EF4-FFF2-40B4-BE49-F238E27FC236}">
                <a16:creationId xmlns:a16="http://schemas.microsoft.com/office/drawing/2014/main" id="{E130E5C8-8660-4D01-AD3B-CEEFB37F7538}"/>
              </a:ext>
            </a:extLst>
          </p:cNvPr>
          <p:cNvSpPr>
            <a:spLocks noGrp="1"/>
          </p:cNvSpPr>
          <p:nvPr>
            <p:ph type="body" sz="quarter" idx="22"/>
          </p:nvPr>
        </p:nvSpPr>
        <p:spPr>
          <a:xfrm>
            <a:off x="7211400"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F404CCF0-6C3D-42EE-9F8D-FE237FEEB13D}"/>
              </a:ext>
            </a:extLst>
          </p:cNvPr>
          <p:cNvSpPr>
            <a:spLocks noGrp="1"/>
          </p:cNvSpPr>
          <p:nvPr>
            <p:ph type="body" sz="quarter" idx="23"/>
          </p:nvPr>
        </p:nvSpPr>
        <p:spPr>
          <a:xfrm>
            <a:off x="9280798" y="1322388"/>
            <a:ext cx="1899657" cy="4554538"/>
          </a:xfrm>
          <a:solidFill>
            <a:srgbClr val="E5E5E5"/>
          </a:solidFill>
        </p:spPr>
        <p:txBody>
          <a:bodyPr lIns="91440" tIns="1005840" rIns="91440"/>
          <a:lstStyle>
            <a:lvl1pPr>
              <a:defRPr sz="1600" b="1" spc="0"/>
            </a:lvl1pPr>
            <a:lvl2pPr>
              <a:defRPr sz="1600" b="0"/>
            </a:lvl2pPr>
            <a:lvl3pPr>
              <a:defRPr sz="1600" kern="0"/>
            </a:lvl3pPr>
            <a:lvl4pPr>
              <a:defRPr sz="1600" kern="0"/>
            </a:lvl4pPr>
            <a:lvl5pPr marL="461963" indent="-231775">
              <a:buClr>
                <a:schemeClr val="tx2"/>
              </a:buClr>
              <a:buFont typeface="Arial" panose="020B0604020202020204" pitchFamily="34" charset="0"/>
              <a:buChar char="-"/>
              <a:defRPr sz="1600" kern="0"/>
            </a:lvl5pPr>
            <a:lvl7pPr>
              <a:defRPr sz="1600"/>
            </a:lvl7pPr>
            <a:lvl8pPr>
              <a:defRPr sz="1600"/>
            </a:lvl8pPr>
            <a:lvl9pPr marL="1090613" indent="-228600">
              <a:lnSpc>
                <a:spcPct val="100000"/>
              </a:lnSpc>
              <a:spcBef>
                <a:spcPts val="0"/>
              </a:spcBef>
              <a:spcAft>
                <a:spcPts val="600"/>
              </a:spcAft>
              <a:defRPr sz="1600">
                <a:solidFill>
                  <a:srgbClr val="00338D"/>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0A7138E-6EE9-4E16-AB30-D7C7DA3DCEFF}"/>
              </a:ext>
            </a:extLst>
          </p:cNvPr>
          <p:cNvSpPr>
            <a:spLocks noGrp="1"/>
          </p:cNvSpPr>
          <p:nvPr>
            <p:ph type="body" sz="quarter" idx="24" hasCustomPrompt="1"/>
          </p:nvPr>
        </p:nvSpPr>
        <p:spPr>
          <a:xfrm>
            <a:off x="998538" y="1630363"/>
            <a:ext cx="1906587" cy="563562"/>
          </a:xfrm>
          <a:solidFill>
            <a:srgbClr val="1E49E2"/>
          </a:solidFill>
        </p:spPr>
        <p:txBody>
          <a:bodyPr anchor="ctr"/>
          <a:lstStyle>
            <a:lvl1pPr algn="ctr">
              <a:defRPr sz="1600" b="1" kern="0">
                <a:solidFill>
                  <a:schemeClr val="bg1"/>
                </a:solidFill>
              </a:defRPr>
            </a:lvl1pPr>
          </a:lstStyle>
          <a:p>
            <a:pPr lvl="0"/>
            <a:r>
              <a:rPr lang="en-US"/>
              <a:t>Subtitle</a:t>
            </a:r>
          </a:p>
        </p:txBody>
      </p:sp>
      <p:sp>
        <p:nvSpPr>
          <p:cNvPr id="15" name="Text Placeholder 3">
            <a:extLst>
              <a:ext uri="{FF2B5EF4-FFF2-40B4-BE49-F238E27FC236}">
                <a16:creationId xmlns:a16="http://schemas.microsoft.com/office/drawing/2014/main" id="{4E652417-F61A-4ABE-AAED-E30436B90B12}"/>
              </a:ext>
            </a:extLst>
          </p:cNvPr>
          <p:cNvSpPr>
            <a:spLocks noGrp="1"/>
          </p:cNvSpPr>
          <p:nvPr>
            <p:ph type="body" sz="quarter" idx="25" hasCustomPrompt="1"/>
          </p:nvPr>
        </p:nvSpPr>
        <p:spPr>
          <a:xfrm>
            <a:off x="3073464" y="1630363"/>
            <a:ext cx="1906587" cy="563562"/>
          </a:xfrm>
          <a:solidFill>
            <a:schemeClr val="tx2"/>
          </a:solidFill>
        </p:spPr>
        <p:txBody>
          <a:bodyPr anchor="ctr"/>
          <a:lstStyle>
            <a:lvl1pPr algn="ctr">
              <a:defRPr sz="1600" b="1" kern="0">
                <a:solidFill>
                  <a:schemeClr val="bg1"/>
                </a:solidFill>
              </a:defRPr>
            </a:lvl1pPr>
          </a:lstStyle>
          <a:p>
            <a:pPr lvl="0"/>
            <a:r>
              <a:rPr lang="en-US"/>
              <a:t>Subtitle</a:t>
            </a:r>
          </a:p>
        </p:txBody>
      </p:sp>
      <p:sp>
        <p:nvSpPr>
          <p:cNvPr id="16" name="Text Placeholder 3">
            <a:extLst>
              <a:ext uri="{FF2B5EF4-FFF2-40B4-BE49-F238E27FC236}">
                <a16:creationId xmlns:a16="http://schemas.microsoft.com/office/drawing/2014/main" id="{31218554-B99A-45E3-9AE4-434D8CA5AD2C}"/>
              </a:ext>
            </a:extLst>
          </p:cNvPr>
          <p:cNvSpPr>
            <a:spLocks noGrp="1"/>
          </p:cNvSpPr>
          <p:nvPr>
            <p:ph type="body" sz="quarter" idx="26" hasCustomPrompt="1"/>
          </p:nvPr>
        </p:nvSpPr>
        <p:spPr>
          <a:xfrm>
            <a:off x="5140699" y="1630363"/>
            <a:ext cx="1906587" cy="563562"/>
          </a:xfrm>
          <a:solidFill>
            <a:schemeClr val="accent4"/>
          </a:solidFill>
        </p:spPr>
        <p:txBody>
          <a:bodyPr anchor="ctr"/>
          <a:lstStyle>
            <a:lvl1pPr algn="ctr">
              <a:defRPr sz="1600" b="1" kern="0">
                <a:solidFill>
                  <a:schemeClr val="bg1"/>
                </a:solidFill>
              </a:defRPr>
            </a:lvl1pPr>
          </a:lstStyle>
          <a:p>
            <a:pPr lvl="0"/>
            <a:r>
              <a:rPr lang="en-US"/>
              <a:t>Subtitle</a:t>
            </a:r>
          </a:p>
        </p:txBody>
      </p:sp>
      <p:sp>
        <p:nvSpPr>
          <p:cNvPr id="17" name="Text Placeholder 3">
            <a:extLst>
              <a:ext uri="{FF2B5EF4-FFF2-40B4-BE49-F238E27FC236}">
                <a16:creationId xmlns:a16="http://schemas.microsoft.com/office/drawing/2014/main" id="{BFCA38BE-76B7-4635-8179-9D7DD99CD973}"/>
              </a:ext>
            </a:extLst>
          </p:cNvPr>
          <p:cNvSpPr>
            <a:spLocks noGrp="1"/>
          </p:cNvSpPr>
          <p:nvPr>
            <p:ph type="body" sz="quarter" idx="27" hasCustomPrompt="1"/>
          </p:nvPr>
        </p:nvSpPr>
        <p:spPr>
          <a:xfrm>
            <a:off x="7207934" y="1630363"/>
            <a:ext cx="1906587" cy="563562"/>
          </a:xfrm>
          <a:solidFill>
            <a:schemeClr val="accent3"/>
          </a:solidFill>
        </p:spPr>
        <p:txBody>
          <a:bodyPr anchor="ctr"/>
          <a:lstStyle>
            <a:lvl1pPr algn="ctr">
              <a:defRPr sz="1600" b="1" kern="0">
                <a:solidFill>
                  <a:schemeClr val="bg1"/>
                </a:solidFill>
              </a:defRPr>
            </a:lvl1pPr>
          </a:lstStyle>
          <a:p>
            <a:pPr lvl="0"/>
            <a:r>
              <a:rPr lang="en-US"/>
              <a:t>Subtitle</a:t>
            </a:r>
          </a:p>
        </p:txBody>
      </p:sp>
      <p:sp>
        <p:nvSpPr>
          <p:cNvPr id="18" name="Text Placeholder 3">
            <a:extLst>
              <a:ext uri="{FF2B5EF4-FFF2-40B4-BE49-F238E27FC236}">
                <a16:creationId xmlns:a16="http://schemas.microsoft.com/office/drawing/2014/main" id="{D2020005-E0B8-4233-8022-8AC559F11D2F}"/>
              </a:ext>
            </a:extLst>
          </p:cNvPr>
          <p:cNvSpPr>
            <a:spLocks noGrp="1"/>
          </p:cNvSpPr>
          <p:nvPr>
            <p:ph type="body" sz="quarter" idx="28" hasCustomPrompt="1"/>
          </p:nvPr>
        </p:nvSpPr>
        <p:spPr>
          <a:xfrm>
            <a:off x="9280798" y="1630363"/>
            <a:ext cx="1906587" cy="563562"/>
          </a:xfrm>
          <a:solidFill>
            <a:schemeClr val="accent1"/>
          </a:solidFill>
        </p:spPr>
        <p:txBody>
          <a:bodyPr anchor="ctr"/>
          <a:lstStyle>
            <a:lvl1pPr algn="ctr">
              <a:defRPr sz="1600" b="1" kern="0">
                <a:solidFill>
                  <a:schemeClr val="bg1"/>
                </a:solidFill>
              </a:defRPr>
            </a:lvl1pPr>
          </a:lstStyle>
          <a:p>
            <a:pPr lvl="0"/>
            <a:r>
              <a:rPr lang="en-US"/>
              <a:t>Subtitle</a:t>
            </a:r>
          </a:p>
        </p:txBody>
      </p:sp>
    </p:spTree>
    <p:extLst>
      <p:ext uri="{BB962C8B-B14F-4D97-AF65-F5344CB8AC3E}">
        <p14:creationId xmlns:p14="http://schemas.microsoft.com/office/powerpoint/2010/main" val="134192160"/>
      </p:ext>
    </p:extLst>
  </p:cSld>
  <p:clrMapOvr>
    <a:masterClrMapping/>
  </p:clrMapOvr>
  <p:extLst>
    <p:ext uri="{DCECCB84-F9BA-43D5-87BE-67443E8EF086}">
      <p15:sldGuideLst xmlns:p15="http://schemas.microsoft.com/office/powerpoint/2012/main">
        <p15:guide id="1" orient="horz" pos="129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1003346"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260" y="1330325"/>
            <a:ext cx="4970724"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1003346" y="374750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bg1">
              <a:lumMod val="85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260" y="3747502"/>
            <a:ext cx="4970724"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bg1">
              <a:lumMod val="85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6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31225885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1003200" y="1720713"/>
            <a:ext cx="4968000" cy="4156211"/>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6040" y="1720713"/>
            <a:ext cx="4968000" cy="4156211"/>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746282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100320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100320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6040" y="1720714"/>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6040"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100320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100320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6040" y="4130720"/>
            <a:ext cx="4968000" cy="1746205"/>
          </a:xfrm>
          <a:solidFill>
            <a:schemeClr val="bg1">
              <a:lumMod val="85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6040"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720171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1">
    <p:bg>
      <p:bgPr>
        <a:solidFill>
          <a:schemeClr val="accent2"/>
        </a:soli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17DCBB23-5A32-5715-5E48-6BC8808A22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58" name="Rectangle 57">
            <a:extLst>
              <a:ext uri="{FF2B5EF4-FFF2-40B4-BE49-F238E27FC236}">
                <a16:creationId xmlns:a16="http://schemas.microsoft.com/office/drawing/2014/main" id="{79D65585-570B-4F7D-B4BC-0F7CFAF52BAF}"/>
              </a:ext>
            </a:extLst>
          </p:cNvPr>
          <p:cNvSpPr>
            <a:spLocks noChangeAspect="1"/>
          </p:cNvSpPr>
          <p:nvPr userDrawn="1"/>
        </p:nvSpPr>
        <p:spPr>
          <a:xfrm>
            <a:off x="998476" y="971550"/>
            <a:ext cx="7061787" cy="494325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bg1"/>
                </a:solidFill>
              </a:defRPr>
            </a:lvl1pPr>
          </a:lstStyle>
          <a:p>
            <a:r>
              <a:rPr lang="en-US"/>
              <a:t>Click to edit Master title style</a:t>
            </a:r>
          </a:p>
        </p:txBody>
      </p:sp>
      <p:sp>
        <p:nvSpPr>
          <p:cNvPr id="12" name="Text Placeholder 3">
            <a:extLst>
              <a:ext uri="{FF2B5EF4-FFF2-40B4-BE49-F238E27FC236}">
                <a16:creationId xmlns:a16="http://schemas.microsoft.com/office/drawing/2014/main" id="{9BE67C5C-769B-4AEA-A1B7-EFD4A3AA2397}"/>
              </a:ext>
            </a:extLst>
          </p:cNvPr>
          <p:cNvSpPr>
            <a:spLocks noGrp="1"/>
          </p:cNvSpPr>
          <p:nvPr>
            <p:ph type="body" sz="quarter" idx="11"/>
          </p:nvPr>
        </p:nvSpPr>
        <p:spPr>
          <a:xfrm>
            <a:off x="1289860" y="4985095"/>
            <a:ext cx="5252400" cy="569387"/>
          </a:xfrm>
        </p:spPr>
        <p:txBody>
          <a:bodyPr wrap="square" anchor="b">
            <a:spAutoFit/>
          </a:bodyPr>
          <a:lstStyle>
            <a:lvl1pPr>
              <a:defRPr sz="1600">
                <a:solidFill>
                  <a:schemeClr val="bg1"/>
                </a:solidFill>
              </a:defRPr>
            </a:lvl1pPr>
            <a:lvl2pPr>
              <a:defRPr sz="16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4" name="Text Placeholder 3">
            <a:extLst>
              <a:ext uri="{FF2B5EF4-FFF2-40B4-BE49-F238E27FC236}">
                <a16:creationId xmlns:a16="http://schemas.microsoft.com/office/drawing/2014/main" id="{B5E8B0BD-68A6-4AD8-A640-99B893F06320}"/>
              </a:ext>
            </a:extLst>
          </p:cNvPr>
          <p:cNvSpPr>
            <a:spLocks noGrp="1"/>
          </p:cNvSpPr>
          <p:nvPr>
            <p:ph type="body" sz="quarter" idx="12" hasCustomPrompt="1"/>
          </p:nvPr>
        </p:nvSpPr>
        <p:spPr>
          <a:xfrm>
            <a:off x="1289860" y="1140069"/>
            <a:ext cx="1082675" cy="812530"/>
          </a:xfrm>
        </p:spPr>
        <p:txBody>
          <a:bodyPr>
            <a:spAutoFit/>
          </a:bodyPr>
          <a:lstStyle>
            <a:lvl1pPr>
              <a:lnSpc>
                <a:spcPct val="80000"/>
              </a:lnSpc>
              <a:defRPr lang="en-US" sz="6600" kern="1200" baseline="0" dirty="0" smtClean="0">
                <a:solidFill>
                  <a:schemeClr val="bg1"/>
                </a:solidFill>
                <a:latin typeface="+mj-lt"/>
                <a:ea typeface="+mj-ea"/>
                <a:cs typeface="+mj-cs"/>
              </a:defRPr>
            </a:lvl1pPr>
          </a:lstStyle>
          <a:p>
            <a:pPr lvl="0"/>
            <a:r>
              <a:rPr lang="en-US"/>
              <a:t>00</a:t>
            </a:r>
          </a:p>
        </p:txBody>
      </p:sp>
      <p:sp>
        <p:nvSpPr>
          <p:cNvPr id="5" name="TextBox 4">
            <a:extLst>
              <a:ext uri="{FF2B5EF4-FFF2-40B4-BE49-F238E27FC236}">
                <a16:creationId xmlns:a16="http://schemas.microsoft.com/office/drawing/2014/main" id="{55DDFC03-3866-134B-885E-66667E0C48F6}"/>
              </a:ext>
            </a:extLst>
          </p:cNvPr>
          <p:cNvSpPr txBox="1"/>
          <p:nvPr userDrawn="1"/>
        </p:nvSpPr>
        <p:spPr>
          <a:xfrm>
            <a:off x="998476"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16990826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2">
    <p:bg>
      <p:bgPr>
        <a:gradFill flip="none" rotWithShape="1">
          <a:gsLst>
            <a:gs pos="0">
              <a:schemeClr val="accent5"/>
            </a:gs>
            <a:gs pos="100000">
              <a:schemeClr val="accent1"/>
            </a:gs>
          </a:gsLst>
          <a:lin ang="0" scaled="0"/>
          <a:tileRect/>
        </a:gradFill>
        <a:effectLst/>
      </p:bgPr>
    </p:bg>
    <p:spTree>
      <p:nvGrpSpPr>
        <p:cNvPr id="1" name=""/>
        <p:cNvGrpSpPr/>
        <p:nvPr/>
      </p:nvGrpSpPr>
      <p:grpSpPr>
        <a:xfrm>
          <a:off x="0" y="0"/>
          <a:ext cx="0" cy="0"/>
          <a:chOff x="0" y="0"/>
          <a:chExt cx="0" cy="0"/>
        </a:xfrm>
      </p:grpSpPr>
      <p:pic>
        <p:nvPicPr>
          <p:cNvPr id="2" name="Picture 1" descr="A blue background with many small dots&#10;&#10;Description automatically generated">
            <a:extLst>
              <a:ext uri="{FF2B5EF4-FFF2-40B4-BE49-F238E27FC236}">
                <a16:creationId xmlns:a16="http://schemas.microsoft.com/office/drawing/2014/main" id="{9B2A8602-2F79-1DD7-18AA-AC9EC94720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6" name="Rectangle 25">
            <a:extLst>
              <a:ext uri="{FF2B5EF4-FFF2-40B4-BE49-F238E27FC236}">
                <a16:creationId xmlns:a16="http://schemas.microsoft.com/office/drawing/2014/main" id="{BAF31653-DA95-4567-9106-71E1E49BA627}"/>
              </a:ext>
            </a:extLst>
          </p:cNvPr>
          <p:cNvSpPr>
            <a:spLocks noChangeAspect="1"/>
          </p:cNvSpPr>
          <p:nvPr userDrawn="1"/>
        </p:nvSpPr>
        <p:spPr>
          <a:xfrm>
            <a:off x="998476" y="971550"/>
            <a:ext cx="7061787" cy="494325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err="1">
              <a:solidFill>
                <a:schemeClr val="bg1"/>
              </a:solidFill>
              <a:latin typeface="KPMG Bold" panose="020B0803030202040204" pitchFamily="34" charset="0"/>
              <a:ea typeface="+mj-ea"/>
              <a:cs typeface="+mj-cs"/>
            </a:endParaRPr>
          </a:p>
        </p:txBody>
      </p:sp>
      <p:sp>
        <p:nvSpPr>
          <p:cNvPr id="60" name="Text Placeholder 3">
            <a:extLst>
              <a:ext uri="{FF2B5EF4-FFF2-40B4-BE49-F238E27FC236}">
                <a16:creationId xmlns:a16="http://schemas.microsoft.com/office/drawing/2014/main" id="{2925CE2F-8945-49DE-BCC2-8BCACF480E4F}"/>
              </a:ext>
            </a:extLst>
          </p:cNvPr>
          <p:cNvSpPr>
            <a:spLocks noGrp="1"/>
          </p:cNvSpPr>
          <p:nvPr>
            <p:ph type="body" sz="quarter" idx="13"/>
          </p:nvPr>
        </p:nvSpPr>
        <p:spPr>
          <a:xfrm>
            <a:off x="1289860" y="4985095"/>
            <a:ext cx="5252400" cy="569387"/>
          </a:xfrm>
        </p:spPr>
        <p:txBody>
          <a:bodyPr wrap="square" anchor="b">
            <a:spAutoFit/>
          </a:bodyPr>
          <a:lstStyle>
            <a:lvl1pPr>
              <a:defRPr sz="1600">
                <a:solidFill>
                  <a:schemeClr val="accent2"/>
                </a:solidFill>
              </a:defRPr>
            </a:lvl1pPr>
            <a:lvl2pPr>
              <a:defRPr sz="1600">
                <a:solidFill>
                  <a:schemeClr val="accent2"/>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61" name="Text Placeholder 3">
            <a:extLst>
              <a:ext uri="{FF2B5EF4-FFF2-40B4-BE49-F238E27FC236}">
                <a16:creationId xmlns:a16="http://schemas.microsoft.com/office/drawing/2014/main" id="{C346F2F1-AF73-4284-8702-745152AF5399}"/>
              </a:ext>
            </a:extLst>
          </p:cNvPr>
          <p:cNvSpPr>
            <a:spLocks noGrp="1"/>
          </p:cNvSpPr>
          <p:nvPr>
            <p:ph type="body" sz="quarter" idx="14" hasCustomPrompt="1"/>
          </p:nvPr>
        </p:nvSpPr>
        <p:spPr>
          <a:xfrm>
            <a:off x="1289860" y="1140069"/>
            <a:ext cx="1082675" cy="812530"/>
          </a:xfrm>
        </p:spPr>
        <p:txBody>
          <a:bodyPr>
            <a:spAutoFit/>
          </a:bodyPr>
          <a:lstStyle>
            <a:lvl1pPr>
              <a:lnSpc>
                <a:spcPct val="80000"/>
              </a:lnSpc>
              <a:defRPr lang="en-US" sz="6600" kern="1200" baseline="0" dirty="0" smtClean="0">
                <a:solidFill>
                  <a:schemeClr val="accent2"/>
                </a:solidFill>
                <a:latin typeface="+mj-lt"/>
                <a:ea typeface="+mj-ea"/>
                <a:cs typeface="+mj-cs"/>
              </a:defRPr>
            </a:lvl1pPr>
          </a:lstStyle>
          <a:p>
            <a:pPr lvl="0"/>
            <a:r>
              <a:rPr lang="en-US"/>
              <a:t>00</a:t>
            </a:r>
          </a:p>
        </p:txBody>
      </p:sp>
      <p:sp>
        <p:nvSpPr>
          <p:cNvPr id="11" name="Title 1">
            <a:extLst>
              <a:ext uri="{FF2B5EF4-FFF2-40B4-BE49-F238E27FC236}">
                <a16:creationId xmlns:a16="http://schemas.microsoft.com/office/drawing/2014/main" id="{D07C0B89-7E09-423B-A068-1AF6A41E8CE4}"/>
              </a:ext>
            </a:extLst>
          </p:cNvPr>
          <p:cNvSpPr>
            <a:spLocks noGrp="1"/>
          </p:cNvSpPr>
          <p:nvPr>
            <p:ph type="ctrTitle"/>
          </p:nvPr>
        </p:nvSpPr>
        <p:spPr>
          <a:xfrm>
            <a:off x="1289860" y="2398601"/>
            <a:ext cx="5252400" cy="2367199"/>
          </a:xfrm>
          <a:noFill/>
        </p:spPr>
        <p:txBody>
          <a:bodyPr lIns="0" tIns="0" rIns="0" bIns="0" anchor="t" anchorCtr="0"/>
          <a:lstStyle>
            <a:lvl1pPr algn="l">
              <a:defRPr sz="8000" baseline="0">
                <a:solidFill>
                  <a:schemeClr val="accent2"/>
                </a:solidFill>
              </a:defRPr>
            </a:lvl1pPr>
          </a:lstStyle>
          <a:p>
            <a:r>
              <a:rPr lang="en-US"/>
              <a:t>Click to edit Master title style</a:t>
            </a:r>
          </a:p>
        </p:txBody>
      </p:sp>
      <p:sp>
        <p:nvSpPr>
          <p:cNvPr id="4" name="TextBox 3">
            <a:extLst>
              <a:ext uri="{FF2B5EF4-FFF2-40B4-BE49-F238E27FC236}">
                <a16:creationId xmlns:a16="http://schemas.microsoft.com/office/drawing/2014/main" id="{FCA329AC-33F4-7DF9-9F0F-8F6C8B9596C6}"/>
              </a:ext>
            </a:extLst>
          </p:cNvPr>
          <p:cNvSpPr txBox="1"/>
          <p:nvPr userDrawn="1"/>
        </p:nvSpPr>
        <p:spPr>
          <a:xfrm>
            <a:off x="998476"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1978680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1_Back Cover dark Gradient">
    <p:spTree>
      <p:nvGrpSpPr>
        <p:cNvPr id="1" name=""/>
        <p:cNvGrpSpPr/>
        <p:nvPr/>
      </p:nvGrpSpPr>
      <p:grpSpPr>
        <a:xfrm>
          <a:off x="0" y="0"/>
          <a:ext cx="0" cy="0"/>
          <a:chOff x="0" y="0"/>
          <a:chExt cx="0" cy="0"/>
        </a:xfrm>
      </p:grpSpPr>
      <p:sp>
        <p:nvSpPr>
          <p:cNvPr id="14" name="Text Placeholder 2">
            <a:extLst>
              <a:ext uri="{FF2B5EF4-FFF2-40B4-BE49-F238E27FC236}">
                <a16:creationId xmlns:a16="http://schemas.microsoft.com/office/drawing/2014/main" id="{F36415CC-18EE-44C6-AA6A-0C70BEB38184}"/>
              </a:ext>
            </a:extLst>
          </p:cNvPr>
          <p:cNvSpPr>
            <a:spLocks noGrp="1"/>
          </p:cNvSpPr>
          <p:nvPr>
            <p:ph type="body" sz="quarter" idx="10"/>
          </p:nvPr>
        </p:nvSpPr>
        <p:spPr>
          <a:xfrm>
            <a:off x="741301" y="4240696"/>
            <a:ext cx="5748399" cy="1854200"/>
          </a:xfrm>
        </p:spPr>
        <p:txBody>
          <a:bodyPr anchor="b"/>
          <a:lstStyle>
            <a:lvl1pPr>
              <a:spcAft>
                <a:spcPts val="1000"/>
              </a:spcAft>
              <a:defRPr lang="en-US" sz="900" b="0" kern="1200" dirty="0" smtClean="0">
                <a:solidFill>
                  <a:schemeClr val="bg1">
                    <a:lumMod val="65000"/>
                  </a:schemeClr>
                </a:solidFill>
                <a:latin typeface="+mn-lt"/>
                <a:ea typeface="+mn-ea"/>
                <a:cs typeface="+mn-cs"/>
              </a:defRPr>
            </a:lvl1pPr>
            <a:lvl2pPr>
              <a:spcAft>
                <a:spcPts val="1000"/>
              </a:spcAft>
              <a:defRPr sz="900" b="0">
                <a:solidFill>
                  <a:schemeClr val="tx1"/>
                </a:solidFill>
              </a:defRPr>
            </a:lvl2pPr>
          </a:lstStyle>
          <a:p>
            <a:pPr marL="0" lvl="0" indent="0" algn="l" defTabSz="685766" rtl="0" eaLnBrk="1" latinLnBrk="0" hangingPunct="1">
              <a:lnSpc>
                <a:spcPct val="100000"/>
              </a:lnSpc>
              <a:spcBef>
                <a:spcPts val="0"/>
              </a:spcBef>
              <a:spcAft>
                <a:spcPts val="600"/>
              </a:spcAft>
              <a:buFontTx/>
              <a:buNone/>
            </a:pPr>
            <a:r>
              <a:rPr lang="en-US"/>
              <a:t>Click to edit Master text styles</a:t>
            </a:r>
          </a:p>
          <a:p>
            <a:pPr marL="0" lvl="1" indent="0" algn="l" defTabSz="685766" rtl="0" eaLnBrk="1" latinLnBrk="0" hangingPunct="1">
              <a:lnSpc>
                <a:spcPct val="100000"/>
              </a:lnSpc>
              <a:spcBef>
                <a:spcPts val="0"/>
              </a:spcBef>
              <a:spcAft>
                <a:spcPts val="600"/>
              </a:spcAft>
              <a:buFontTx/>
              <a:buNone/>
            </a:pPr>
            <a:r>
              <a:rPr lang="en-US"/>
              <a:t>Second level</a:t>
            </a:r>
          </a:p>
        </p:txBody>
      </p:sp>
      <p:sp>
        <p:nvSpPr>
          <p:cNvPr id="15" name="Text Placeholder 2">
            <a:extLst>
              <a:ext uri="{FF2B5EF4-FFF2-40B4-BE49-F238E27FC236}">
                <a16:creationId xmlns:a16="http://schemas.microsoft.com/office/drawing/2014/main" id="{F1A20F0E-1C86-4DC6-957F-6F65AC8C2E29}"/>
              </a:ext>
            </a:extLst>
          </p:cNvPr>
          <p:cNvSpPr>
            <a:spLocks noGrp="1"/>
          </p:cNvSpPr>
          <p:nvPr>
            <p:ph type="body" sz="quarter" idx="14"/>
          </p:nvPr>
        </p:nvSpPr>
        <p:spPr>
          <a:xfrm>
            <a:off x="741301" y="3935061"/>
            <a:ext cx="3215651" cy="119064"/>
          </a:xfrm>
        </p:spPr>
        <p:txBody>
          <a:bodyPr/>
          <a:lstStyle>
            <a:lvl1pPr>
              <a:buFontTx/>
              <a:buNone/>
              <a:defRPr sz="11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600" indent="0">
              <a:buFontTx/>
              <a:buNone/>
              <a:defRPr sz="900" b="0">
                <a:solidFill>
                  <a:schemeClr val="bg1">
                    <a:lumMod val="65000"/>
                  </a:schemeClr>
                </a:solidFill>
              </a:defRPr>
            </a:lvl4pPr>
            <a:lvl5pPr marL="540000" indent="0">
              <a:buFontTx/>
              <a:buNone/>
              <a:defRPr sz="900" b="0">
                <a:solidFill>
                  <a:schemeClr val="bg1">
                    <a:lumMod val="65000"/>
                  </a:schemeClr>
                </a:solidFill>
              </a:defRPr>
            </a:lvl5pPr>
          </a:lstStyle>
          <a:p>
            <a:pPr lvl="0"/>
            <a:r>
              <a:rPr lang="en-US"/>
              <a:t>Click to edit Master text styles</a:t>
            </a:r>
          </a:p>
        </p:txBody>
      </p:sp>
      <p:grpSp>
        <p:nvGrpSpPr>
          <p:cNvPr id="12" name="Group 11">
            <a:extLst>
              <a:ext uri="{FF2B5EF4-FFF2-40B4-BE49-F238E27FC236}">
                <a16:creationId xmlns:a16="http://schemas.microsoft.com/office/drawing/2014/main" id="{8F4182B8-7E62-44CE-AE54-C464674E18B6}"/>
              </a:ext>
            </a:extLst>
          </p:cNvPr>
          <p:cNvGrpSpPr/>
          <p:nvPr userDrawn="1"/>
        </p:nvGrpSpPr>
        <p:grpSpPr>
          <a:xfrm>
            <a:off x="750811" y="3494012"/>
            <a:ext cx="2035175" cy="373163"/>
            <a:chOff x="1584001" y="2682350"/>
            <a:chExt cx="2094546" cy="384049"/>
          </a:xfrm>
        </p:grpSpPr>
        <p:pic>
          <p:nvPicPr>
            <p:cNvPr id="13" name="Picture 12">
              <a:extLst>
                <a:ext uri="{FF2B5EF4-FFF2-40B4-BE49-F238E27FC236}">
                  <a16:creationId xmlns:a16="http://schemas.microsoft.com/office/drawing/2014/main" id="{25DDC481-4310-4B64-9A5D-208CF9409FE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24335"/>
            <a:stretch/>
          </p:blipFill>
          <p:spPr>
            <a:xfrm>
              <a:off x="1584001" y="2682350"/>
              <a:ext cx="1273500" cy="384049"/>
            </a:xfrm>
            <a:prstGeom prst="rect">
              <a:avLst/>
            </a:prstGeom>
          </p:spPr>
        </p:pic>
        <p:pic>
          <p:nvPicPr>
            <p:cNvPr id="16" name="Picture 15">
              <a:extLst>
                <a:ext uri="{FF2B5EF4-FFF2-40B4-BE49-F238E27FC236}">
                  <a16:creationId xmlns:a16="http://schemas.microsoft.com/office/drawing/2014/main" id="{66404136-6381-48A3-932A-AC26BF01783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276023" y="2682350"/>
              <a:ext cx="402524" cy="384049"/>
            </a:xfrm>
            <a:prstGeom prst="rect">
              <a:avLst/>
            </a:prstGeom>
          </p:spPr>
        </p:pic>
        <p:grpSp>
          <p:nvGrpSpPr>
            <p:cNvPr id="17" name="Group 16">
              <a:extLst>
                <a:ext uri="{FF2B5EF4-FFF2-40B4-BE49-F238E27FC236}">
                  <a16:creationId xmlns:a16="http://schemas.microsoft.com/office/drawing/2014/main" id="{AB824263-AD0D-4152-BFED-1CCF21CB8F58}"/>
                </a:ext>
              </a:extLst>
            </p:cNvPr>
            <p:cNvGrpSpPr/>
            <p:nvPr userDrawn="1"/>
          </p:nvGrpSpPr>
          <p:grpSpPr>
            <a:xfrm>
              <a:off x="2867305" y="2682351"/>
              <a:ext cx="383774" cy="383774"/>
              <a:chOff x="3296507" y="2682351"/>
              <a:chExt cx="383774" cy="383774"/>
            </a:xfrm>
          </p:grpSpPr>
          <p:sp>
            <p:nvSpPr>
              <p:cNvPr id="19" name="Freeform 5">
                <a:extLst>
                  <a:ext uri="{FF2B5EF4-FFF2-40B4-BE49-F238E27FC236}">
                    <a16:creationId xmlns:a16="http://schemas.microsoft.com/office/drawing/2014/main" id="{F49B6BE1-732C-47F7-8AC3-AD41EB4E311F}"/>
                  </a:ext>
                </a:extLst>
              </p:cNvPr>
              <p:cNvSpPr>
                <a:spLocks noEditPoints="1"/>
              </p:cNvSpPr>
              <p:nvPr userDrawn="1"/>
            </p:nvSpPr>
            <p:spPr bwMode="auto">
              <a:xfrm>
                <a:off x="3296507" y="2682351"/>
                <a:ext cx="383774" cy="383774"/>
              </a:xfrm>
              <a:custGeom>
                <a:avLst/>
                <a:gdLst>
                  <a:gd name="T0" fmla="*/ 1008 w 2016"/>
                  <a:gd name="T1" fmla="*/ 182 h 2016"/>
                  <a:gd name="T2" fmla="*/ 1415 w 2016"/>
                  <a:gd name="T3" fmla="*/ 188 h 2016"/>
                  <a:gd name="T4" fmla="*/ 1602 w 2016"/>
                  <a:gd name="T5" fmla="*/ 222 h 2016"/>
                  <a:gd name="T6" fmla="*/ 1718 w 2016"/>
                  <a:gd name="T7" fmla="*/ 298 h 2016"/>
                  <a:gd name="T8" fmla="*/ 1794 w 2016"/>
                  <a:gd name="T9" fmla="*/ 414 h 2016"/>
                  <a:gd name="T10" fmla="*/ 1828 w 2016"/>
                  <a:gd name="T11" fmla="*/ 601 h 2016"/>
                  <a:gd name="T12" fmla="*/ 1834 w 2016"/>
                  <a:gd name="T13" fmla="*/ 1008 h 2016"/>
                  <a:gd name="T14" fmla="*/ 1828 w 2016"/>
                  <a:gd name="T15" fmla="*/ 1415 h 2016"/>
                  <a:gd name="T16" fmla="*/ 1794 w 2016"/>
                  <a:gd name="T17" fmla="*/ 1602 h 2016"/>
                  <a:gd name="T18" fmla="*/ 1718 w 2016"/>
                  <a:gd name="T19" fmla="*/ 1718 h 2016"/>
                  <a:gd name="T20" fmla="*/ 1602 w 2016"/>
                  <a:gd name="T21" fmla="*/ 1794 h 2016"/>
                  <a:gd name="T22" fmla="*/ 1415 w 2016"/>
                  <a:gd name="T23" fmla="*/ 1828 h 2016"/>
                  <a:gd name="T24" fmla="*/ 1008 w 2016"/>
                  <a:gd name="T25" fmla="*/ 1834 h 2016"/>
                  <a:gd name="T26" fmla="*/ 601 w 2016"/>
                  <a:gd name="T27" fmla="*/ 1828 h 2016"/>
                  <a:gd name="T28" fmla="*/ 414 w 2016"/>
                  <a:gd name="T29" fmla="*/ 1794 h 2016"/>
                  <a:gd name="T30" fmla="*/ 298 w 2016"/>
                  <a:gd name="T31" fmla="*/ 1718 h 2016"/>
                  <a:gd name="T32" fmla="*/ 222 w 2016"/>
                  <a:gd name="T33" fmla="*/ 1602 h 2016"/>
                  <a:gd name="T34" fmla="*/ 188 w 2016"/>
                  <a:gd name="T35" fmla="*/ 1415 h 2016"/>
                  <a:gd name="T36" fmla="*/ 182 w 2016"/>
                  <a:gd name="T37" fmla="*/ 1008 h 2016"/>
                  <a:gd name="T38" fmla="*/ 188 w 2016"/>
                  <a:gd name="T39" fmla="*/ 601 h 2016"/>
                  <a:gd name="T40" fmla="*/ 222 w 2016"/>
                  <a:gd name="T41" fmla="*/ 414 h 2016"/>
                  <a:gd name="T42" fmla="*/ 298 w 2016"/>
                  <a:gd name="T43" fmla="*/ 298 h 2016"/>
                  <a:gd name="T44" fmla="*/ 414 w 2016"/>
                  <a:gd name="T45" fmla="*/ 222 h 2016"/>
                  <a:gd name="T46" fmla="*/ 601 w 2016"/>
                  <a:gd name="T47" fmla="*/ 188 h 2016"/>
                  <a:gd name="T48" fmla="*/ 1008 w 2016"/>
                  <a:gd name="T49" fmla="*/ 182 h 2016"/>
                  <a:gd name="T50" fmla="*/ 1008 w 2016"/>
                  <a:gd name="T51" fmla="*/ 0 h 2016"/>
                  <a:gd name="T52" fmla="*/ 593 w 2016"/>
                  <a:gd name="T53" fmla="*/ 6 h 2016"/>
                  <a:gd name="T54" fmla="*/ 348 w 2016"/>
                  <a:gd name="T55" fmla="*/ 53 h 2016"/>
                  <a:gd name="T56" fmla="*/ 169 w 2016"/>
                  <a:gd name="T57" fmla="*/ 169 h 2016"/>
                  <a:gd name="T58" fmla="*/ 53 w 2016"/>
                  <a:gd name="T59" fmla="*/ 348 h 2016"/>
                  <a:gd name="T60" fmla="*/ 6 w 2016"/>
                  <a:gd name="T61" fmla="*/ 593 h 2016"/>
                  <a:gd name="T62" fmla="*/ 0 w 2016"/>
                  <a:gd name="T63" fmla="*/ 1008 h 2016"/>
                  <a:gd name="T64" fmla="*/ 6 w 2016"/>
                  <a:gd name="T65" fmla="*/ 1423 h 2016"/>
                  <a:gd name="T66" fmla="*/ 53 w 2016"/>
                  <a:gd name="T67" fmla="*/ 1668 h 2016"/>
                  <a:gd name="T68" fmla="*/ 169 w 2016"/>
                  <a:gd name="T69" fmla="*/ 1847 h 2016"/>
                  <a:gd name="T70" fmla="*/ 348 w 2016"/>
                  <a:gd name="T71" fmla="*/ 1963 h 2016"/>
                  <a:gd name="T72" fmla="*/ 593 w 2016"/>
                  <a:gd name="T73" fmla="*/ 2010 h 2016"/>
                  <a:gd name="T74" fmla="*/ 1008 w 2016"/>
                  <a:gd name="T75" fmla="*/ 2016 h 2016"/>
                  <a:gd name="T76" fmla="*/ 1423 w 2016"/>
                  <a:gd name="T77" fmla="*/ 2010 h 2016"/>
                  <a:gd name="T78" fmla="*/ 1668 w 2016"/>
                  <a:gd name="T79" fmla="*/ 1963 h 2016"/>
                  <a:gd name="T80" fmla="*/ 1847 w 2016"/>
                  <a:gd name="T81" fmla="*/ 1847 h 2016"/>
                  <a:gd name="T82" fmla="*/ 1963 w 2016"/>
                  <a:gd name="T83" fmla="*/ 1668 h 2016"/>
                  <a:gd name="T84" fmla="*/ 2010 w 2016"/>
                  <a:gd name="T85" fmla="*/ 1423 h 2016"/>
                  <a:gd name="T86" fmla="*/ 2016 w 2016"/>
                  <a:gd name="T87" fmla="*/ 1008 h 2016"/>
                  <a:gd name="T88" fmla="*/ 2010 w 2016"/>
                  <a:gd name="T89" fmla="*/ 593 h 2016"/>
                  <a:gd name="T90" fmla="*/ 1963 w 2016"/>
                  <a:gd name="T91" fmla="*/ 348 h 2016"/>
                  <a:gd name="T92" fmla="*/ 1847 w 2016"/>
                  <a:gd name="T93" fmla="*/ 169 h 2016"/>
                  <a:gd name="T94" fmla="*/ 1668 w 2016"/>
                  <a:gd name="T95" fmla="*/ 53 h 2016"/>
                  <a:gd name="T96" fmla="*/ 1423 w 2016"/>
                  <a:gd name="T97" fmla="*/ 6 h 2016"/>
                  <a:gd name="T98" fmla="*/ 1008 w 2016"/>
                  <a:gd name="T99"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16" h="2016">
                    <a:moveTo>
                      <a:pt x="1008" y="182"/>
                    </a:moveTo>
                    <a:cubicBezTo>
                      <a:pt x="1277" y="182"/>
                      <a:pt x="1309" y="183"/>
                      <a:pt x="1415" y="188"/>
                    </a:cubicBezTo>
                    <a:cubicBezTo>
                      <a:pt x="1513" y="192"/>
                      <a:pt x="1567" y="209"/>
                      <a:pt x="1602" y="222"/>
                    </a:cubicBezTo>
                    <a:cubicBezTo>
                      <a:pt x="1649" y="241"/>
                      <a:pt x="1683" y="263"/>
                      <a:pt x="1718" y="298"/>
                    </a:cubicBezTo>
                    <a:cubicBezTo>
                      <a:pt x="1753" y="333"/>
                      <a:pt x="1775" y="367"/>
                      <a:pt x="1794" y="414"/>
                    </a:cubicBezTo>
                    <a:cubicBezTo>
                      <a:pt x="1807" y="449"/>
                      <a:pt x="1824" y="503"/>
                      <a:pt x="1828" y="601"/>
                    </a:cubicBezTo>
                    <a:cubicBezTo>
                      <a:pt x="1833" y="707"/>
                      <a:pt x="1834" y="739"/>
                      <a:pt x="1834" y="1008"/>
                    </a:cubicBezTo>
                    <a:cubicBezTo>
                      <a:pt x="1834" y="1277"/>
                      <a:pt x="1833" y="1309"/>
                      <a:pt x="1828" y="1415"/>
                    </a:cubicBezTo>
                    <a:cubicBezTo>
                      <a:pt x="1824" y="1513"/>
                      <a:pt x="1807" y="1567"/>
                      <a:pt x="1794" y="1602"/>
                    </a:cubicBezTo>
                    <a:cubicBezTo>
                      <a:pt x="1775" y="1649"/>
                      <a:pt x="1753" y="1683"/>
                      <a:pt x="1718" y="1718"/>
                    </a:cubicBezTo>
                    <a:cubicBezTo>
                      <a:pt x="1683" y="1753"/>
                      <a:pt x="1649" y="1775"/>
                      <a:pt x="1602" y="1794"/>
                    </a:cubicBezTo>
                    <a:cubicBezTo>
                      <a:pt x="1567" y="1807"/>
                      <a:pt x="1513" y="1824"/>
                      <a:pt x="1415" y="1828"/>
                    </a:cubicBezTo>
                    <a:cubicBezTo>
                      <a:pt x="1309" y="1833"/>
                      <a:pt x="1277" y="1834"/>
                      <a:pt x="1008" y="1834"/>
                    </a:cubicBezTo>
                    <a:cubicBezTo>
                      <a:pt x="739" y="1834"/>
                      <a:pt x="707" y="1833"/>
                      <a:pt x="601" y="1828"/>
                    </a:cubicBezTo>
                    <a:cubicBezTo>
                      <a:pt x="503" y="1824"/>
                      <a:pt x="449" y="1807"/>
                      <a:pt x="414" y="1794"/>
                    </a:cubicBezTo>
                    <a:cubicBezTo>
                      <a:pt x="367" y="1775"/>
                      <a:pt x="333" y="1753"/>
                      <a:pt x="298" y="1718"/>
                    </a:cubicBezTo>
                    <a:cubicBezTo>
                      <a:pt x="263" y="1683"/>
                      <a:pt x="241" y="1649"/>
                      <a:pt x="222" y="1602"/>
                    </a:cubicBezTo>
                    <a:cubicBezTo>
                      <a:pt x="209" y="1567"/>
                      <a:pt x="192" y="1513"/>
                      <a:pt x="188" y="1415"/>
                    </a:cubicBezTo>
                    <a:cubicBezTo>
                      <a:pt x="183" y="1309"/>
                      <a:pt x="182" y="1277"/>
                      <a:pt x="182" y="1008"/>
                    </a:cubicBezTo>
                    <a:cubicBezTo>
                      <a:pt x="182" y="739"/>
                      <a:pt x="183" y="707"/>
                      <a:pt x="188" y="601"/>
                    </a:cubicBezTo>
                    <a:cubicBezTo>
                      <a:pt x="192" y="503"/>
                      <a:pt x="209" y="449"/>
                      <a:pt x="222" y="414"/>
                    </a:cubicBezTo>
                    <a:cubicBezTo>
                      <a:pt x="241" y="367"/>
                      <a:pt x="263" y="333"/>
                      <a:pt x="298" y="298"/>
                    </a:cubicBezTo>
                    <a:cubicBezTo>
                      <a:pt x="333" y="263"/>
                      <a:pt x="367" y="241"/>
                      <a:pt x="414" y="222"/>
                    </a:cubicBezTo>
                    <a:cubicBezTo>
                      <a:pt x="449" y="209"/>
                      <a:pt x="503" y="192"/>
                      <a:pt x="601" y="188"/>
                    </a:cubicBezTo>
                    <a:cubicBezTo>
                      <a:pt x="707" y="183"/>
                      <a:pt x="739" y="182"/>
                      <a:pt x="1008" y="182"/>
                    </a:cubicBezTo>
                    <a:moveTo>
                      <a:pt x="1008" y="0"/>
                    </a:moveTo>
                    <a:cubicBezTo>
                      <a:pt x="734" y="0"/>
                      <a:pt x="700" y="1"/>
                      <a:pt x="593" y="6"/>
                    </a:cubicBezTo>
                    <a:cubicBezTo>
                      <a:pt x="485" y="11"/>
                      <a:pt x="412" y="28"/>
                      <a:pt x="348" y="53"/>
                    </a:cubicBezTo>
                    <a:cubicBezTo>
                      <a:pt x="282" y="79"/>
                      <a:pt x="225" y="113"/>
                      <a:pt x="169" y="169"/>
                    </a:cubicBezTo>
                    <a:cubicBezTo>
                      <a:pt x="113" y="225"/>
                      <a:pt x="79" y="282"/>
                      <a:pt x="53" y="348"/>
                    </a:cubicBezTo>
                    <a:cubicBezTo>
                      <a:pt x="28" y="412"/>
                      <a:pt x="11" y="485"/>
                      <a:pt x="6" y="593"/>
                    </a:cubicBezTo>
                    <a:cubicBezTo>
                      <a:pt x="1" y="700"/>
                      <a:pt x="0" y="734"/>
                      <a:pt x="0" y="1008"/>
                    </a:cubicBezTo>
                    <a:cubicBezTo>
                      <a:pt x="0" y="1282"/>
                      <a:pt x="1" y="1316"/>
                      <a:pt x="6" y="1423"/>
                    </a:cubicBezTo>
                    <a:cubicBezTo>
                      <a:pt x="11" y="1531"/>
                      <a:pt x="28" y="1604"/>
                      <a:pt x="53" y="1668"/>
                    </a:cubicBezTo>
                    <a:cubicBezTo>
                      <a:pt x="79" y="1734"/>
                      <a:pt x="113" y="1791"/>
                      <a:pt x="169" y="1847"/>
                    </a:cubicBezTo>
                    <a:cubicBezTo>
                      <a:pt x="225" y="1903"/>
                      <a:pt x="282" y="1937"/>
                      <a:pt x="348" y="1963"/>
                    </a:cubicBezTo>
                    <a:cubicBezTo>
                      <a:pt x="412" y="1988"/>
                      <a:pt x="485" y="2005"/>
                      <a:pt x="593" y="2010"/>
                    </a:cubicBezTo>
                    <a:cubicBezTo>
                      <a:pt x="700" y="2015"/>
                      <a:pt x="734" y="2016"/>
                      <a:pt x="1008" y="2016"/>
                    </a:cubicBezTo>
                    <a:cubicBezTo>
                      <a:pt x="1282" y="2016"/>
                      <a:pt x="1316" y="2015"/>
                      <a:pt x="1423" y="2010"/>
                    </a:cubicBezTo>
                    <a:cubicBezTo>
                      <a:pt x="1531" y="2005"/>
                      <a:pt x="1604" y="1988"/>
                      <a:pt x="1668" y="1963"/>
                    </a:cubicBezTo>
                    <a:cubicBezTo>
                      <a:pt x="1734" y="1937"/>
                      <a:pt x="1791" y="1903"/>
                      <a:pt x="1847" y="1847"/>
                    </a:cubicBezTo>
                    <a:cubicBezTo>
                      <a:pt x="1903" y="1791"/>
                      <a:pt x="1937" y="1734"/>
                      <a:pt x="1963" y="1668"/>
                    </a:cubicBezTo>
                    <a:cubicBezTo>
                      <a:pt x="1988" y="1604"/>
                      <a:pt x="2005" y="1531"/>
                      <a:pt x="2010" y="1423"/>
                    </a:cubicBezTo>
                    <a:cubicBezTo>
                      <a:pt x="2015" y="1316"/>
                      <a:pt x="2016" y="1282"/>
                      <a:pt x="2016" y="1008"/>
                    </a:cubicBezTo>
                    <a:cubicBezTo>
                      <a:pt x="2016" y="734"/>
                      <a:pt x="2015" y="700"/>
                      <a:pt x="2010" y="593"/>
                    </a:cubicBezTo>
                    <a:cubicBezTo>
                      <a:pt x="2005" y="485"/>
                      <a:pt x="1988" y="412"/>
                      <a:pt x="1963" y="348"/>
                    </a:cubicBezTo>
                    <a:cubicBezTo>
                      <a:pt x="1937" y="282"/>
                      <a:pt x="1903" y="225"/>
                      <a:pt x="1847" y="169"/>
                    </a:cubicBezTo>
                    <a:cubicBezTo>
                      <a:pt x="1791" y="113"/>
                      <a:pt x="1734" y="79"/>
                      <a:pt x="1668" y="53"/>
                    </a:cubicBezTo>
                    <a:cubicBezTo>
                      <a:pt x="1604" y="28"/>
                      <a:pt x="1531" y="11"/>
                      <a:pt x="1423" y="6"/>
                    </a:cubicBezTo>
                    <a:cubicBezTo>
                      <a:pt x="1316" y="1"/>
                      <a:pt x="1282" y="0"/>
                      <a:pt x="1008" y="0"/>
                    </a:cubicBezTo>
                    <a:close/>
                  </a:path>
                </a:pathLst>
              </a:cu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6">
                <a:extLst>
                  <a:ext uri="{FF2B5EF4-FFF2-40B4-BE49-F238E27FC236}">
                    <a16:creationId xmlns:a16="http://schemas.microsoft.com/office/drawing/2014/main" id="{9C076922-9A80-4B8C-AAD2-A84504263528}"/>
                  </a:ext>
                </a:extLst>
              </p:cNvPr>
              <p:cNvSpPr>
                <a:spLocks noEditPoints="1"/>
              </p:cNvSpPr>
              <p:nvPr userDrawn="1"/>
            </p:nvSpPr>
            <p:spPr bwMode="auto">
              <a:xfrm>
                <a:off x="3389916" y="2775760"/>
                <a:ext cx="196875" cy="196875"/>
              </a:xfrm>
              <a:custGeom>
                <a:avLst/>
                <a:gdLst>
                  <a:gd name="T0" fmla="*/ 517 w 1034"/>
                  <a:gd name="T1" fmla="*/ 0 h 1034"/>
                  <a:gd name="T2" fmla="*/ 0 w 1034"/>
                  <a:gd name="T3" fmla="*/ 517 h 1034"/>
                  <a:gd name="T4" fmla="*/ 517 w 1034"/>
                  <a:gd name="T5" fmla="*/ 1034 h 1034"/>
                  <a:gd name="T6" fmla="*/ 1034 w 1034"/>
                  <a:gd name="T7" fmla="*/ 517 h 1034"/>
                  <a:gd name="T8" fmla="*/ 517 w 1034"/>
                  <a:gd name="T9" fmla="*/ 0 h 1034"/>
                  <a:gd name="T10" fmla="*/ 517 w 1034"/>
                  <a:gd name="T11" fmla="*/ 853 h 1034"/>
                  <a:gd name="T12" fmla="*/ 181 w 1034"/>
                  <a:gd name="T13" fmla="*/ 517 h 1034"/>
                  <a:gd name="T14" fmla="*/ 517 w 1034"/>
                  <a:gd name="T15" fmla="*/ 181 h 1034"/>
                  <a:gd name="T16" fmla="*/ 853 w 1034"/>
                  <a:gd name="T17" fmla="*/ 517 h 1034"/>
                  <a:gd name="T18" fmla="*/ 517 w 1034"/>
                  <a:gd name="T19" fmla="*/ 853 h 10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4" h="1034">
                    <a:moveTo>
                      <a:pt x="517" y="0"/>
                    </a:moveTo>
                    <a:cubicBezTo>
                      <a:pt x="231" y="0"/>
                      <a:pt x="0" y="231"/>
                      <a:pt x="0" y="517"/>
                    </a:cubicBezTo>
                    <a:cubicBezTo>
                      <a:pt x="0" y="803"/>
                      <a:pt x="231" y="1034"/>
                      <a:pt x="517" y="1034"/>
                    </a:cubicBezTo>
                    <a:cubicBezTo>
                      <a:pt x="803" y="1034"/>
                      <a:pt x="1034" y="803"/>
                      <a:pt x="1034" y="517"/>
                    </a:cubicBezTo>
                    <a:cubicBezTo>
                      <a:pt x="1034" y="231"/>
                      <a:pt x="803" y="0"/>
                      <a:pt x="517" y="0"/>
                    </a:cubicBezTo>
                    <a:close/>
                    <a:moveTo>
                      <a:pt x="517" y="853"/>
                    </a:moveTo>
                    <a:cubicBezTo>
                      <a:pt x="331" y="853"/>
                      <a:pt x="181" y="703"/>
                      <a:pt x="181" y="517"/>
                    </a:cubicBezTo>
                    <a:cubicBezTo>
                      <a:pt x="181" y="331"/>
                      <a:pt x="331" y="181"/>
                      <a:pt x="517" y="181"/>
                    </a:cubicBezTo>
                    <a:cubicBezTo>
                      <a:pt x="703" y="181"/>
                      <a:pt x="853" y="331"/>
                      <a:pt x="853" y="517"/>
                    </a:cubicBezTo>
                    <a:cubicBezTo>
                      <a:pt x="853" y="703"/>
                      <a:pt x="703" y="853"/>
                      <a:pt x="517" y="853"/>
                    </a:cubicBezTo>
                    <a:close/>
                  </a:path>
                </a:pathLst>
              </a:cu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Oval 7">
                <a:extLst>
                  <a:ext uri="{FF2B5EF4-FFF2-40B4-BE49-F238E27FC236}">
                    <a16:creationId xmlns:a16="http://schemas.microsoft.com/office/drawing/2014/main" id="{C440F010-AD08-48DE-A162-07A7BB051D29}"/>
                  </a:ext>
                </a:extLst>
              </p:cNvPr>
              <p:cNvSpPr>
                <a:spLocks noChangeArrowheads="1"/>
              </p:cNvSpPr>
              <p:nvPr userDrawn="1"/>
            </p:nvSpPr>
            <p:spPr bwMode="auto">
              <a:xfrm>
                <a:off x="3567723" y="2748727"/>
                <a:ext cx="46101" cy="46101"/>
              </a:xfrm>
              <a:prstGeom prst="ellipse">
                <a:avLst/>
              </a:prstGeom>
              <a:solidFill>
                <a:srgbClr val="0033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pic>
        <p:nvPicPr>
          <p:cNvPr id="23" name="Graphic 22">
            <a:extLst>
              <a:ext uri="{FF2B5EF4-FFF2-40B4-BE49-F238E27FC236}">
                <a16:creationId xmlns:a16="http://schemas.microsoft.com/office/drawing/2014/main" id="{BB7DCF77-C63C-4BBE-88C9-6A8B122B820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741301" y="736722"/>
            <a:ext cx="914400" cy="368346"/>
          </a:xfrm>
          <a:prstGeom prst="rect">
            <a:avLst/>
          </a:prstGeom>
        </p:spPr>
      </p:pic>
    </p:spTree>
    <p:extLst>
      <p:ext uri="{BB962C8B-B14F-4D97-AF65-F5344CB8AC3E}">
        <p14:creationId xmlns:p14="http://schemas.microsoft.com/office/powerpoint/2010/main" val="31476994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5724-C137-47F3-B441-6C1B9714F578}"/>
              </a:ext>
            </a:extLst>
          </p:cNvPr>
          <p:cNvSpPr>
            <a:spLocks noGrp="1"/>
          </p:cNvSpPr>
          <p:nvPr>
            <p:ph type="title"/>
          </p:nvPr>
        </p:nvSpPr>
        <p:spPr>
          <a:solidFill>
            <a:schemeClr val="bg1"/>
          </a:solidFill>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1ACC0FFF-EDF5-49D0-8C1F-A5D5BA3335B9}"/>
              </a:ext>
            </a:extLst>
          </p:cNvPr>
          <p:cNvSpPr/>
          <p:nvPr userDrawn="1"/>
        </p:nvSpPr>
        <p:spPr>
          <a:xfrm>
            <a:off x="998351" y="2246533"/>
            <a:ext cx="839614" cy="411225"/>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5" name="Rectangle 4">
            <a:extLst>
              <a:ext uri="{FF2B5EF4-FFF2-40B4-BE49-F238E27FC236}">
                <a16:creationId xmlns:a16="http://schemas.microsoft.com/office/drawing/2014/main" id="{081F4118-D01B-40DD-940F-068338DB15A5}"/>
              </a:ext>
            </a:extLst>
          </p:cNvPr>
          <p:cNvSpPr/>
          <p:nvPr userDrawn="1"/>
        </p:nvSpPr>
        <p:spPr>
          <a:xfrm>
            <a:off x="998351" y="1731971"/>
            <a:ext cx="839614" cy="411225"/>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6" name="Rectangle 5">
            <a:extLst>
              <a:ext uri="{FF2B5EF4-FFF2-40B4-BE49-F238E27FC236}">
                <a16:creationId xmlns:a16="http://schemas.microsoft.com/office/drawing/2014/main" id="{4A97C791-7BB0-4AC9-BDE9-68939F34221B}"/>
              </a:ext>
            </a:extLst>
          </p:cNvPr>
          <p:cNvSpPr/>
          <p:nvPr userDrawn="1"/>
        </p:nvSpPr>
        <p:spPr>
          <a:xfrm>
            <a:off x="998351" y="2761094"/>
            <a:ext cx="839614" cy="411225"/>
          </a:xfrm>
          <a:prstGeom prst="rect">
            <a:avLst/>
          </a:prstGeom>
          <a:solidFill>
            <a:srgbClr val="0C233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12</a:t>
            </a:r>
          </a:p>
          <a:p>
            <a:pPr algn="ctr"/>
            <a:r>
              <a:rPr lang="en-GB" sz="800">
                <a:solidFill>
                  <a:schemeClr val="bg1"/>
                </a:solidFill>
              </a:rPr>
              <a:t>35</a:t>
            </a:r>
          </a:p>
          <a:p>
            <a:pPr algn="ctr"/>
            <a:r>
              <a:rPr lang="en-GB" sz="800">
                <a:solidFill>
                  <a:schemeClr val="bg1"/>
                </a:solidFill>
              </a:rPr>
              <a:t>60</a:t>
            </a:r>
          </a:p>
        </p:txBody>
      </p:sp>
      <p:sp>
        <p:nvSpPr>
          <p:cNvPr id="7" name="Rectangle 6">
            <a:extLst>
              <a:ext uri="{FF2B5EF4-FFF2-40B4-BE49-F238E27FC236}">
                <a16:creationId xmlns:a16="http://schemas.microsoft.com/office/drawing/2014/main" id="{C8693543-F502-48B0-9E65-053408E60BF0}"/>
              </a:ext>
            </a:extLst>
          </p:cNvPr>
          <p:cNvSpPr/>
          <p:nvPr userDrawn="1"/>
        </p:nvSpPr>
        <p:spPr>
          <a:xfrm>
            <a:off x="998351" y="3275656"/>
            <a:ext cx="839614" cy="411225"/>
          </a:xfrm>
          <a:prstGeom prst="rect">
            <a:avLst/>
          </a:prstGeom>
          <a:solidFill>
            <a:srgbClr val="ACEA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172</a:t>
            </a:r>
          </a:p>
          <a:p>
            <a:pPr algn="ctr"/>
            <a:r>
              <a:rPr lang="en-GB" sz="800">
                <a:solidFill>
                  <a:sysClr val="windowText" lastClr="000000"/>
                </a:solidFill>
              </a:rPr>
              <a:t>234</a:t>
            </a:r>
          </a:p>
          <a:p>
            <a:pPr algn="ctr"/>
            <a:r>
              <a:rPr lang="en-GB" sz="800">
                <a:solidFill>
                  <a:sysClr val="windowText" lastClr="000000"/>
                </a:solidFill>
              </a:rPr>
              <a:t>255</a:t>
            </a:r>
          </a:p>
        </p:txBody>
      </p:sp>
      <p:sp>
        <p:nvSpPr>
          <p:cNvPr id="8" name="Rectangle 7">
            <a:extLst>
              <a:ext uri="{FF2B5EF4-FFF2-40B4-BE49-F238E27FC236}">
                <a16:creationId xmlns:a16="http://schemas.microsoft.com/office/drawing/2014/main" id="{A2309040-9C95-48FE-AA99-4757E8328519}"/>
              </a:ext>
            </a:extLst>
          </p:cNvPr>
          <p:cNvSpPr/>
          <p:nvPr userDrawn="1"/>
        </p:nvSpPr>
        <p:spPr>
          <a:xfrm>
            <a:off x="2992848" y="1732478"/>
            <a:ext cx="839614" cy="411225"/>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 name="TextBox 10">
            <a:extLst>
              <a:ext uri="{FF2B5EF4-FFF2-40B4-BE49-F238E27FC236}">
                <a16:creationId xmlns:a16="http://schemas.microsoft.com/office/drawing/2014/main" id="{A4897B22-3CA8-4621-8A3B-B9D2E3D07988}"/>
              </a:ext>
            </a:extLst>
          </p:cNvPr>
          <p:cNvSpPr txBox="1"/>
          <p:nvPr userDrawn="1"/>
        </p:nvSpPr>
        <p:spPr>
          <a:xfrm>
            <a:off x="983882" y="1330325"/>
            <a:ext cx="1364046" cy="153888"/>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Primary colors</a:t>
            </a:r>
          </a:p>
        </p:txBody>
      </p:sp>
      <p:sp>
        <p:nvSpPr>
          <p:cNvPr id="20" name="Rectangle 19">
            <a:extLst>
              <a:ext uri="{FF2B5EF4-FFF2-40B4-BE49-F238E27FC236}">
                <a16:creationId xmlns:a16="http://schemas.microsoft.com/office/drawing/2014/main" id="{6453D312-00EF-44B5-9D91-290BE0E19654}"/>
              </a:ext>
            </a:extLst>
          </p:cNvPr>
          <p:cNvSpPr/>
          <p:nvPr userDrawn="1"/>
        </p:nvSpPr>
        <p:spPr>
          <a:xfrm>
            <a:off x="998351" y="3786711"/>
            <a:ext cx="839614" cy="411225"/>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21" name="Rectangle 20">
            <a:extLst>
              <a:ext uri="{FF2B5EF4-FFF2-40B4-BE49-F238E27FC236}">
                <a16:creationId xmlns:a16="http://schemas.microsoft.com/office/drawing/2014/main" id="{58D98991-520C-4FD6-8B23-8732995E56B1}"/>
              </a:ext>
            </a:extLst>
          </p:cNvPr>
          <p:cNvSpPr/>
          <p:nvPr userDrawn="1"/>
        </p:nvSpPr>
        <p:spPr>
          <a:xfrm>
            <a:off x="998351" y="4301271"/>
            <a:ext cx="839614" cy="411225"/>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22" name="Rectangle 21">
            <a:extLst>
              <a:ext uri="{FF2B5EF4-FFF2-40B4-BE49-F238E27FC236}">
                <a16:creationId xmlns:a16="http://schemas.microsoft.com/office/drawing/2014/main" id="{2FA38B4C-5B80-413E-B283-1F1ADBFD09CD}"/>
              </a:ext>
            </a:extLst>
          </p:cNvPr>
          <p:cNvSpPr/>
          <p:nvPr userDrawn="1"/>
        </p:nvSpPr>
        <p:spPr>
          <a:xfrm>
            <a:off x="998351" y="4809439"/>
            <a:ext cx="839614" cy="411225"/>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25" name="TextBox 24">
            <a:extLst>
              <a:ext uri="{FF2B5EF4-FFF2-40B4-BE49-F238E27FC236}">
                <a16:creationId xmlns:a16="http://schemas.microsoft.com/office/drawing/2014/main" id="{6A07E492-5EF0-4085-AA14-90D280B1DF69}"/>
              </a:ext>
            </a:extLst>
          </p:cNvPr>
          <p:cNvSpPr txBox="1"/>
          <p:nvPr userDrawn="1"/>
        </p:nvSpPr>
        <p:spPr>
          <a:xfrm>
            <a:off x="1921682"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Dark Blue</a:t>
            </a:r>
          </a:p>
        </p:txBody>
      </p:sp>
      <p:sp>
        <p:nvSpPr>
          <p:cNvPr id="30" name="TextBox 29">
            <a:extLst>
              <a:ext uri="{FF2B5EF4-FFF2-40B4-BE49-F238E27FC236}">
                <a16:creationId xmlns:a16="http://schemas.microsoft.com/office/drawing/2014/main" id="{B28A2D81-3A9C-47D3-8174-874F601607DC}"/>
              </a:ext>
            </a:extLst>
          </p:cNvPr>
          <p:cNvSpPr txBox="1"/>
          <p:nvPr userDrawn="1"/>
        </p:nvSpPr>
        <p:spPr>
          <a:xfrm>
            <a:off x="1921682"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KPMG blue</a:t>
            </a:r>
          </a:p>
        </p:txBody>
      </p:sp>
      <p:sp>
        <p:nvSpPr>
          <p:cNvPr id="33" name="TextBox 32">
            <a:extLst>
              <a:ext uri="{FF2B5EF4-FFF2-40B4-BE49-F238E27FC236}">
                <a16:creationId xmlns:a16="http://schemas.microsoft.com/office/drawing/2014/main" id="{2C791116-D184-4C43-9C1C-30181CDF0E84}"/>
              </a:ext>
            </a:extLst>
          </p:cNvPr>
          <p:cNvSpPr txBox="1"/>
          <p:nvPr userDrawn="1"/>
        </p:nvSpPr>
        <p:spPr>
          <a:xfrm>
            <a:off x="1921682"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Light Blue</a:t>
            </a:r>
          </a:p>
        </p:txBody>
      </p:sp>
      <p:sp>
        <p:nvSpPr>
          <p:cNvPr id="36" name="TextBox 35">
            <a:extLst>
              <a:ext uri="{FF2B5EF4-FFF2-40B4-BE49-F238E27FC236}">
                <a16:creationId xmlns:a16="http://schemas.microsoft.com/office/drawing/2014/main" id="{0A430D78-5EDB-481E-BB6D-67D8689BCE11}"/>
              </a:ext>
            </a:extLst>
          </p:cNvPr>
          <p:cNvSpPr txBox="1"/>
          <p:nvPr userDrawn="1"/>
        </p:nvSpPr>
        <p:spPr>
          <a:xfrm>
            <a:off x="3916179" y="1817279"/>
            <a:ext cx="1253995" cy="237066"/>
          </a:xfrm>
          <a:prstGeom prst="rect">
            <a:avLst/>
          </a:prstGeom>
          <a:noFill/>
        </p:spPr>
        <p:txBody>
          <a:bodyPr wrap="square" lIns="54610" tIns="54610" rIns="54610" bIns="54610" rtlCol="0" anchor="ctr">
            <a:noAutofit/>
          </a:bodyPr>
          <a:lstStyle/>
          <a:p>
            <a:pPr algn="l">
              <a:spcAft>
                <a:spcPts val="600"/>
              </a:spcAft>
            </a:pPr>
            <a:r>
              <a:rPr lang="en-GB" sz="1000"/>
              <a:t>Blue</a:t>
            </a:r>
          </a:p>
        </p:txBody>
      </p:sp>
      <p:sp>
        <p:nvSpPr>
          <p:cNvPr id="39" name="TextBox 38">
            <a:extLst>
              <a:ext uri="{FF2B5EF4-FFF2-40B4-BE49-F238E27FC236}">
                <a16:creationId xmlns:a16="http://schemas.microsoft.com/office/drawing/2014/main" id="{E42EE987-0425-4CD8-B75D-E3E8F8C2096D}"/>
              </a:ext>
            </a:extLst>
          </p:cNvPr>
          <p:cNvSpPr txBox="1"/>
          <p:nvPr userDrawn="1"/>
        </p:nvSpPr>
        <p:spPr>
          <a:xfrm>
            <a:off x="1921682"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Cobalt Blue</a:t>
            </a:r>
          </a:p>
        </p:txBody>
      </p:sp>
      <p:sp>
        <p:nvSpPr>
          <p:cNvPr id="45" name="TextBox 44">
            <a:extLst>
              <a:ext uri="{FF2B5EF4-FFF2-40B4-BE49-F238E27FC236}">
                <a16:creationId xmlns:a16="http://schemas.microsoft.com/office/drawing/2014/main" id="{1B01B4DF-404A-4544-B313-2720FCBDD0B4}"/>
              </a:ext>
            </a:extLst>
          </p:cNvPr>
          <p:cNvSpPr txBox="1"/>
          <p:nvPr userDrawn="1"/>
        </p:nvSpPr>
        <p:spPr>
          <a:xfrm>
            <a:off x="1921682" y="3874401"/>
            <a:ext cx="1253995" cy="237066"/>
          </a:xfrm>
          <a:prstGeom prst="rect">
            <a:avLst/>
          </a:prstGeom>
          <a:noFill/>
        </p:spPr>
        <p:txBody>
          <a:bodyPr wrap="square" lIns="54610" tIns="54610" rIns="54610" bIns="54610" rtlCol="0" anchor="ctr">
            <a:noAutofit/>
          </a:bodyPr>
          <a:lstStyle/>
          <a:p>
            <a:pPr algn="l">
              <a:spcAft>
                <a:spcPts val="600"/>
              </a:spcAft>
            </a:pPr>
            <a:r>
              <a:rPr lang="en-GB" sz="1000"/>
              <a:t>Pacific Blue</a:t>
            </a:r>
          </a:p>
        </p:txBody>
      </p:sp>
      <p:sp>
        <p:nvSpPr>
          <p:cNvPr id="48" name="TextBox 47">
            <a:extLst>
              <a:ext uri="{FF2B5EF4-FFF2-40B4-BE49-F238E27FC236}">
                <a16:creationId xmlns:a16="http://schemas.microsoft.com/office/drawing/2014/main" id="{96DFA940-4699-43CF-A21A-AE4227704697}"/>
              </a:ext>
            </a:extLst>
          </p:cNvPr>
          <p:cNvSpPr txBox="1"/>
          <p:nvPr userDrawn="1"/>
        </p:nvSpPr>
        <p:spPr>
          <a:xfrm>
            <a:off x="1921682" y="4385458"/>
            <a:ext cx="1253995" cy="237066"/>
          </a:xfrm>
          <a:prstGeom prst="rect">
            <a:avLst/>
          </a:prstGeom>
          <a:noFill/>
        </p:spPr>
        <p:txBody>
          <a:bodyPr wrap="square" lIns="54610" tIns="54610" rIns="54610" bIns="54610" rtlCol="0" anchor="ctr">
            <a:noAutofit/>
          </a:bodyPr>
          <a:lstStyle/>
          <a:p>
            <a:pPr algn="l">
              <a:spcAft>
                <a:spcPts val="600"/>
              </a:spcAft>
            </a:pPr>
            <a:r>
              <a:rPr lang="en-GB" sz="1000"/>
              <a:t>Purple</a:t>
            </a:r>
          </a:p>
        </p:txBody>
      </p:sp>
      <p:sp>
        <p:nvSpPr>
          <p:cNvPr id="51" name="TextBox 50">
            <a:extLst>
              <a:ext uri="{FF2B5EF4-FFF2-40B4-BE49-F238E27FC236}">
                <a16:creationId xmlns:a16="http://schemas.microsoft.com/office/drawing/2014/main" id="{49A40265-6498-4E16-877D-6BC9A8CE7DCA}"/>
              </a:ext>
            </a:extLst>
          </p:cNvPr>
          <p:cNvSpPr txBox="1"/>
          <p:nvPr userDrawn="1"/>
        </p:nvSpPr>
        <p:spPr>
          <a:xfrm>
            <a:off x="1921682" y="4896518"/>
            <a:ext cx="1253995" cy="237066"/>
          </a:xfrm>
          <a:prstGeom prst="rect">
            <a:avLst/>
          </a:prstGeom>
          <a:noFill/>
        </p:spPr>
        <p:txBody>
          <a:bodyPr wrap="square" lIns="54610" tIns="54610" rIns="54610" bIns="54610" rtlCol="0" anchor="ctr">
            <a:noAutofit/>
          </a:bodyPr>
          <a:lstStyle/>
          <a:p>
            <a:pPr algn="l">
              <a:spcAft>
                <a:spcPts val="600"/>
              </a:spcAft>
            </a:pPr>
            <a:r>
              <a:rPr lang="en-GB" sz="1000"/>
              <a:t>Pink</a:t>
            </a:r>
          </a:p>
        </p:txBody>
      </p:sp>
      <p:sp>
        <p:nvSpPr>
          <p:cNvPr id="9" name="Rectangle 8">
            <a:extLst>
              <a:ext uri="{FF2B5EF4-FFF2-40B4-BE49-F238E27FC236}">
                <a16:creationId xmlns:a16="http://schemas.microsoft.com/office/drawing/2014/main" id="{A4B6D9AD-8E94-4A62-B92C-C973F5486E37}"/>
              </a:ext>
            </a:extLst>
          </p:cNvPr>
          <p:cNvSpPr/>
          <p:nvPr userDrawn="1"/>
        </p:nvSpPr>
        <p:spPr>
          <a:xfrm>
            <a:off x="2999643" y="2243028"/>
            <a:ext cx="839614" cy="411225"/>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0" name="Rectangle 9">
            <a:extLst>
              <a:ext uri="{FF2B5EF4-FFF2-40B4-BE49-F238E27FC236}">
                <a16:creationId xmlns:a16="http://schemas.microsoft.com/office/drawing/2014/main" id="{5D377AFC-4BDC-44AC-80A6-06A9503B868A}"/>
              </a:ext>
            </a:extLst>
          </p:cNvPr>
          <p:cNvSpPr/>
          <p:nvPr userDrawn="1"/>
        </p:nvSpPr>
        <p:spPr>
          <a:xfrm>
            <a:off x="2999643" y="2757590"/>
            <a:ext cx="839614" cy="411225"/>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2" name="TextBox 11">
            <a:extLst>
              <a:ext uri="{FF2B5EF4-FFF2-40B4-BE49-F238E27FC236}">
                <a16:creationId xmlns:a16="http://schemas.microsoft.com/office/drawing/2014/main" id="{8B231EB6-12A0-47AA-88B0-D248845383EA}"/>
              </a:ext>
            </a:extLst>
          </p:cNvPr>
          <p:cNvSpPr txBox="1"/>
          <p:nvPr userDrawn="1"/>
        </p:nvSpPr>
        <p:spPr>
          <a:xfrm>
            <a:off x="2992848" y="1330325"/>
            <a:ext cx="1946348"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Accent colors for infographics and charts only</a:t>
            </a:r>
          </a:p>
        </p:txBody>
      </p:sp>
      <p:sp>
        <p:nvSpPr>
          <p:cNvPr id="59" name="Rectangle 58">
            <a:extLst>
              <a:ext uri="{FF2B5EF4-FFF2-40B4-BE49-F238E27FC236}">
                <a16:creationId xmlns:a16="http://schemas.microsoft.com/office/drawing/2014/main" id="{8B8F1FC7-CA8A-485A-9440-4EA69DF44F1B}"/>
              </a:ext>
            </a:extLst>
          </p:cNvPr>
          <p:cNvSpPr/>
          <p:nvPr userDrawn="1"/>
        </p:nvSpPr>
        <p:spPr>
          <a:xfrm>
            <a:off x="2999643" y="3272151"/>
            <a:ext cx="839614" cy="411225"/>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sp>
        <p:nvSpPr>
          <p:cNvPr id="60" name="Rectangle 59">
            <a:extLst>
              <a:ext uri="{FF2B5EF4-FFF2-40B4-BE49-F238E27FC236}">
                <a16:creationId xmlns:a16="http://schemas.microsoft.com/office/drawing/2014/main" id="{FF4DC1F0-F2DB-41DC-B843-C645575C978D}"/>
              </a:ext>
            </a:extLst>
          </p:cNvPr>
          <p:cNvSpPr/>
          <p:nvPr userDrawn="1"/>
        </p:nvSpPr>
        <p:spPr>
          <a:xfrm>
            <a:off x="2999643" y="3786713"/>
            <a:ext cx="839614" cy="411225"/>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255</a:t>
            </a:r>
          </a:p>
          <a:p>
            <a:pPr algn="ctr"/>
            <a:r>
              <a:rPr lang="en-GB" sz="800">
                <a:solidFill>
                  <a:sysClr val="windowText" lastClr="000000"/>
                </a:solidFill>
              </a:rPr>
              <a:t>163</a:t>
            </a:r>
          </a:p>
          <a:p>
            <a:pPr algn="ctr"/>
            <a:r>
              <a:rPr lang="en-GB" sz="800">
                <a:solidFill>
                  <a:sysClr val="windowText" lastClr="000000"/>
                </a:solidFill>
              </a:rPr>
              <a:t>218</a:t>
            </a:r>
          </a:p>
        </p:txBody>
      </p:sp>
      <p:sp>
        <p:nvSpPr>
          <p:cNvPr id="61" name="Rectangle 60">
            <a:extLst>
              <a:ext uri="{FF2B5EF4-FFF2-40B4-BE49-F238E27FC236}">
                <a16:creationId xmlns:a16="http://schemas.microsoft.com/office/drawing/2014/main" id="{1FDCCC15-7DDA-4C27-A66A-86FEF3CE0FDB}"/>
              </a:ext>
            </a:extLst>
          </p:cNvPr>
          <p:cNvSpPr/>
          <p:nvPr userDrawn="1"/>
        </p:nvSpPr>
        <p:spPr>
          <a:xfrm>
            <a:off x="2999643" y="4301273"/>
            <a:ext cx="839614" cy="411225"/>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62" name="Rectangle 61">
            <a:extLst>
              <a:ext uri="{FF2B5EF4-FFF2-40B4-BE49-F238E27FC236}">
                <a16:creationId xmlns:a16="http://schemas.microsoft.com/office/drawing/2014/main" id="{E6A7B705-A81A-45EE-B7F8-A08C39775723}"/>
              </a:ext>
            </a:extLst>
          </p:cNvPr>
          <p:cNvSpPr/>
          <p:nvPr userDrawn="1"/>
        </p:nvSpPr>
        <p:spPr>
          <a:xfrm>
            <a:off x="2999643" y="4809441"/>
            <a:ext cx="839614" cy="411225"/>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63" name="Rectangle 62">
            <a:extLst>
              <a:ext uri="{FF2B5EF4-FFF2-40B4-BE49-F238E27FC236}">
                <a16:creationId xmlns:a16="http://schemas.microsoft.com/office/drawing/2014/main" id="{70C56EF7-AC83-449B-8CC3-F1D314081B92}"/>
              </a:ext>
            </a:extLst>
          </p:cNvPr>
          <p:cNvSpPr/>
          <p:nvPr userDrawn="1"/>
        </p:nvSpPr>
        <p:spPr>
          <a:xfrm>
            <a:off x="2999643" y="5324001"/>
            <a:ext cx="839614" cy="411225"/>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accent3"/>
                </a:solidFill>
              </a:rPr>
              <a:t>99</a:t>
            </a:r>
          </a:p>
          <a:p>
            <a:pPr algn="ctr"/>
            <a:r>
              <a:rPr lang="en-GB" sz="800">
                <a:solidFill>
                  <a:schemeClr val="accent3"/>
                </a:solidFill>
              </a:rPr>
              <a:t>235</a:t>
            </a:r>
          </a:p>
          <a:p>
            <a:pPr algn="ctr"/>
            <a:r>
              <a:rPr lang="en-GB" sz="800">
                <a:solidFill>
                  <a:schemeClr val="accent3"/>
                </a:solidFill>
              </a:rPr>
              <a:t>218</a:t>
            </a:r>
          </a:p>
        </p:txBody>
      </p:sp>
      <p:grpSp>
        <p:nvGrpSpPr>
          <p:cNvPr id="65" name="Group 64">
            <a:extLst>
              <a:ext uri="{FF2B5EF4-FFF2-40B4-BE49-F238E27FC236}">
                <a16:creationId xmlns:a16="http://schemas.microsoft.com/office/drawing/2014/main" id="{34556660-1591-47B1-B18E-F2FCE5FDCA50}"/>
              </a:ext>
            </a:extLst>
          </p:cNvPr>
          <p:cNvGrpSpPr/>
          <p:nvPr userDrawn="1"/>
        </p:nvGrpSpPr>
        <p:grpSpPr>
          <a:xfrm>
            <a:off x="3971416" y="2341846"/>
            <a:ext cx="1253995" cy="3303408"/>
            <a:chOff x="2169429" y="1756308"/>
            <a:chExt cx="2286000" cy="3303408"/>
          </a:xfrm>
        </p:grpSpPr>
        <p:sp>
          <p:nvSpPr>
            <p:cNvPr id="66" name="TextBox 65">
              <a:extLst>
                <a:ext uri="{FF2B5EF4-FFF2-40B4-BE49-F238E27FC236}">
                  <a16:creationId xmlns:a16="http://schemas.microsoft.com/office/drawing/2014/main" id="{C1242448-F6EA-445E-86F6-56F1F6B8DCA0}"/>
                </a:ext>
              </a:extLst>
            </p:cNvPr>
            <p:cNvSpPr txBox="1"/>
            <p:nvPr userDrawn="1"/>
          </p:nvSpPr>
          <p:spPr>
            <a:xfrm>
              <a:off x="2169429" y="2778422"/>
              <a:ext cx="2286000" cy="237066"/>
            </a:xfrm>
            <a:prstGeom prst="rect">
              <a:avLst/>
            </a:prstGeom>
            <a:noFill/>
          </p:spPr>
          <p:txBody>
            <a:bodyPr wrap="square" lIns="54610" tIns="54610" rIns="54610" bIns="54610" rtlCol="0" anchor="ctr">
              <a:noAutofit/>
            </a:bodyPr>
            <a:lstStyle/>
            <a:p>
              <a:pPr algn="l">
                <a:spcAft>
                  <a:spcPts val="600"/>
                </a:spcAft>
              </a:pPr>
              <a:r>
                <a:rPr lang="en-GB" sz="1000"/>
                <a:t>Dark Pink</a:t>
              </a:r>
            </a:p>
          </p:txBody>
        </p:sp>
        <p:sp>
          <p:nvSpPr>
            <p:cNvPr id="67" name="TextBox 66">
              <a:extLst>
                <a:ext uri="{FF2B5EF4-FFF2-40B4-BE49-F238E27FC236}">
                  <a16:creationId xmlns:a16="http://schemas.microsoft.com/office/drawing/2014/main" id="{F9F2D96E-0391-44D3-9D85-C49CD2682224}"/>
                </a:ext>
              </a:extLst>
            </p:cNvPr>
            <p:cNvSpPr txBox="1"/>
            <p:nvPr userDrawn="1"/>
          </p:nvSpPr>
          <p:spPr>
            <a:xfrm>
              <a:off x="2169429" y="1756308"/>
              <a:ext cx="2286000" cy="237066"/>
            </a:xfrm>
            <a:prstGeom prst="rect">
              <a:avLst/>
            </a:prstGeom>
            <a:noFill/>
          </p:spPr>
          <p:txBody>
            <a:bodyPr wrap="square" lIns="54610" tIns="54610" rIns="54610" bIns="54610" rtlCol="0" anchor="ctr">
              <a:noAutofit/>
            </a:bodyPr>
            <a:lstStyle/>
            <a:p>
              <a:pPr algn="l">
                <a:spcAft>
                  <a:spcPts val="600"/>
                </a:spcAft>
              </a:pPr>
              <a:r>
                <a:rPr lang="en-GB" sz="1000"/>
                <a:t>Dark Purple</a:t>
              </a:r>
            </a:p>
          </p:txBody>
        </p:sp>
        <p:sp>
          <p:nvSpPr>
            <p:cNvPr id="68" name="TextBox 67">
              <a:extLst>
                <a:ext uri="{FF2B5EF4-FFF2-40B4-BE49-F238E27FC236}">
                  <a16:creationId xmlns:a16="http://schemas.microsoft.com/office/drawing/2014/main" id="{712A9094-C141-4137-91C8-07CDF0270449}"/>
                </a:ext>
              </a:extLst>
            </p:cNvPr>
            <p:cNvSpPr txBox="1"/>
            <p:nvPr userDrawn="1"/>
          </p:nvSpPr>
          <p:spPr>
            <a:xfrm>
              <a:off x="2169429" y="3289479"/>
              <a:ext cx="2286000" cy="237066"/>
            </a:xfrm>
            <a:prstGeom prst="rect">
              <a:avLst/>
            </a:prstGeom>
            <a:noFill/>
          </p:spPr>
          <p:txBody>
            <a:bodyPr wrap="square" lIns="54610" tIns="54610" rIns="54610" bIns="54610" rtlCol="0" anchor="ctr">
              <a:noAutofit/>
            </a:bodyPr>
            <a:lstStyle/>
            <a:p>
              <a:pPr algn="l">
                <a:spcAft>
                  <a:spcPts val="600"/>
                </a:spcAft>
              </a:pPr>
              <a:r>
                <a:rPr lang="en-GB" sz="1000"/>
                <a:t>Light Pink</a:t>
              </a:r>
            </a:p>
          </p:txBody>
        </p:sp>
        <p:sp>
          <p:nvSpPr>
            <p:cNvPr id="69" name="TextBox 68">
              <a:extLst>
                <a:ext uri="{FF2B5EF4-FFF2-40B4-BE49-F238E27FC236}">
                  <a16:creationId xmlns:a16="http://schemas.microsoft.com/office/drawing/2014/main" id="{A455B7B5-73DE-46AF-B400-88997B50AD80}"/>
                </a:ext>
              </a:extLst>
            </p:cNvPr>
            <p:cNvSpPr txBox="1"/>
            <p:nvPr userDrawn="1"/>
          </p:nvSpPr>
          <p:spPr>
            <a:xfrm>
              <a:off x="2169429" y="3800536"/>
              <a:ext cx="2286000" cy="237066"/>
            </a:xfrm>
            <a:prstGeom prst="rect">
              <a:avLst/>
            </a:prstGeom>
            <a:noFill/>
          </p:spPr>
          <p:txBody>
            <a:bodyPr wrap="square" lIns="54610" tIns="54610" rIns="54610" bIns="54610" rtlCol="0" anchor="ctr">
              <a:noAutofit/>
            </a:bodyPr>
            <a:lstStyle/>
            <a:p>
              <a:pPr algn="l">
                <a:spcAft>
                  <a:spcPts val="600"/>
                </a:spcAft>
              </a:pPr>
              <a:r>
                <a:rPr lang="en-GB" sz="1000"/>
                <a:t>Dark Green</a:t>
              </a:r>
            </a:p>
          </p:txBody>
        </p:sp>
        <p:sp>
          <p:nvSpPr>
            <p:cNvPr id="70" name="TextBox 69">
              <a:extLst>
                <a:ext uri="{FF2B5EF4-FFF2-40B4-BE49-F238E27FC236}">
                  <a16:creationId xmlns:a16="http://schemas.microsoft.com/office/drawing/2014/main" id="{2B4C4881-6213-41A5-AC03-CCE78498A9AE}"/>
                </a:ext>
              </a:extLst>
            </p:cNvPr>
            <p:cNvSpPr txBox="1"/>
            <p:nvPr userDrawn="1"/>
          </p:nvSpPr>
          <p:spPr>
            <a:xfrm>
              <a:off x="2169429" y="2267365"/>
              <a:ext cx="2286000" cy="237066"/>
            </a:xfrm>
            <a:prstGeom prst="rect">
              <a:avLst/>
            </a:prstGeom>
            <a:noFill/>
          </p:spPr>
          <p:txBody>
            <a:bodyPr wrap="square" lIns="54610" tIns="54610" rIns="54610" bIns="54610" rtlCol="0" anchor="ctr">
              <a:noAutofit/>
            </a:bodyPr>
            <a:lstStyle/>
            <a:p>
              <a:pPr algn="l">
                <a:spcAft>
                  <a:spcPts val="600"/>
                </a:spcAft>
              </a:pPr>
              <a:r>
                <a:rPr lang="en-GB" sz="1000"/>
                <a:t>Light Purple</a:t>
              </a:r>
            </a:p>
          </p:txBody>
        </p:sp>
        <p:sp>
          <p:nvSpPr>
            <p:cNvPr id="71" name="TextBox 70">
              <a:extLst>
                <a:ext uri="{FF2B5EF4-FFF2-40B4-BE49-F238E27FC236}">
                  <a16:creationId xmlns:a16="http://schemas.microsoft.com/office/drawing/2014/main" id="{940387EA-5FDE-4F6F-BAF2-604549CCD0F0}"/>
                </a:ext>
              </a:extLst>
            </p:cNvPr>
            <p:cNvSpPr txBox="1"/>
            <p:nvPr userDrawn="1"/>
          </p:nvSpPr>
          <p:spPr>
            <a:xfrm>
              <a:off x="2169429" y="4311593"/>
              <a:ext cx="2286000" cy="237066"/>
            </a:xfrm>
            <a:prstGeom prst="rect">
              <a:avLst/>
            </a:prstGeom>
            <a:noFill/>
          </p:spPr>
          <p:txBody>
            <a:bodyPr wrap="square" lIns="54610" tIns="54610" rIns="54610" bIns="54610" rtlCol="0" anchor="ctr">
              <a:noAutofit/>
            </a:bodyPr>
            <a:lstStyle/>
            <a:p>
              <a:pPr algn="l">
                <a:spcAft>
                  <a:spcPts val="600"/>
                </a:spcAft>
              </a:pPr>
              <a:r>
                <a:rPr lang="en-GB" sz="1000"/>
                <a:t>Green</a:t>
              </a:r>
            </a:p>
          </p:txBody>
        </p:sp>
        <p:sp>
          <p:nvSpPr>
            <p:cNvPr id="72" name="TextBox 71">
              <a:extLst>
                <a:ext uri="{FF2B5EF4-FFF2-40B4-BE49-F238E27FC236}">
                  <a16:creationId xmlns:a16="http://schemas.microsoft.com/office/drawing/2014/main" id="{A92671DE-F6BD-48CB-B11C-208DD1F1CCB3}"/>
                </a:ext>
              </a:extLst>
            </p:cNvPr>
            <p:cNvSpPr txBox="1"/>
            <p:nvPr userDrawn="1"/>
          </p:nvSpPr>
          <p:spPr>
            <a:xfrm>
              <a:off x="2169429" y="4822650"/>
              <a:ext cx="2286000" cy="237066"/>
            </a:xfrm>
            <a:prstGeom prst="rect">
              <a:avLst/>
            </a:prstGeom>
            <a:noFill/>
          </p:spPr>
          <p:txBody>
            <a:bodyPr wrap="square" lIns="54610" tIns="54610" rIns="54610" bIns="54610" rtlCol="0" anchor="ctr">
              <a:noAutofit/>
            </a:bodyPr>
            <a:lstStyle/>
            <a:p>
              <a:pPr algn="l">
                <a:spcAft>
                  <a:spcPts val="600"/>
                </a:spcAft>
              </a:pPr>
              <a:r>
                <a:rPr lang="en-GB" sz="1000"/>
                <a:t>Light Green</a:t>
              </a:r>
            </a:p>
          </p:txBody>
        </p:sp>
      </p:grpSp>
      <p:sp>
        <p:nvSpPr>
          <p:cNvPr id="74" name="Rectangle 73">
            <a:extLst>
              <a:ext uri="{FF2B5EF4-FFF2-40B4-BE49-F238E27FC236}">
                <a16:creationId xmlns:a16="http://schemas.microsoft.com/office/drawing/2014/main" id="{35C7B945-9627-4D94-B008-C987FEA96972}"/>
              </a:ext>
            </a:extLst>
          </p:cNvPr>
          <p:cNvSpPr/>
          <p:nvPr userDrawn="1"/>
        </p:nvSpPr>
        <p:spPr>
          <a:xfrm>
            <a:off x="5232206" y="1731971"/>
            <a:ext cx="839614" cy="411225"/>
          </a:xfrm>
          <a:prstGeom prst="rect">
            <a:avLst/>
          </a:pr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51</a:t>
            </a:r>
          </a:p>
          <a:p>
            <a:pPr algn="ctr"/>
            <a:r>
              <a:rPr lang="en-GB" sz="800">
                <a:solidFill>
                  <a:schemeClr val="bg1"/>
                </a:solidFill>
              </a:rPr>
              <a:t>51</a:t>
            </a:r>
          </a:p>
          <a:p>
            <a:pPr algn="ctr"/>
            <a:r>
              <a:rPr lang="en-GB" sz="800">
                <a:solidFill>
                  <a:schemeClr val="bg1"/>
                </a:solidFill>
              </a:rPr>
              <a:t>51</a:t>
            </a:r>
          </a:p>
        </p:txBody>
      </p:sp>
      <p:sp>
        <p:nvSpPr>
          <p:cNvPr id="75" name="Rectangle 74">
            <a:extLst>
              <a:ext uri="{FF2B5EF4-FFF2-40B4-BE49-F238E27FC236}">
                <a16:creationId xmlns:a16="http://schemas.microsoft.com/office/drawing/2014/main" id="{AEB1F170-4966-4AAF-ABAA-3D2A0369F7FA}"/>
              </a:ext>
            </a:extLst>
          </p:cNvPr>
          <p:cNvSpPr/>
          <p:nvPr userDrawn="1"/>
        </p:nvSpPr>
        <p:spPr>
          <a:xfrm>
            <a:off x="5232206" y="2246533"/>
            <a:ext cx="839614" cy="411225"/>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a:p>
            <a:pPr algn="ctr"/>
            <a:endParaRPr lang="en-GB" sz="800">
              <a:solidFill>
                <a:schemeClr val="bg1"/>
              </a:solidFill>
            </a:endParaRPr>
          </a:p>
        </p:txBody>
      </p:sp>
      <p:sp>
        <p:nvSpPr>
          <p:cNvPr id="76" name="TextBox 75">
            <a:extLst>
              <a:ext uri="{FF2B5EF4-FFF2-40B4-BE49-F238E27FC236}">
                <a16:creationId xmlns:a16="http://schemas.microsoft.com/office/drawing/2014/main" id="{7033C2B2-E4D1-4420-8509-EC1E2C80321F}"/>
              </a:ext>
            </a:extLst>
          </p:cNvPr>
          <p:cNvSpPr txBox="1"/>
          <p:nvPr userDrawn="1"/>
        </p:nvSpPr>
        <p:spPr>
          <a:xfrm>
            <a:off x="5225411" y="1330325"/>
            <a:ext cx="1545229" cy="307777"/>
          </a:xfrm>
          <a:prstGeom prst="rect">
            <a:avLst/>
          </a:prstGeom>
          <a:noFill/>
        </p:spPr>
        <p:txBody>
          <a:bodyPr wrap="square" lIns="0" tIns="0" rIns="0" bIns="0" rtlCol="0">
            <a:spAutoFit/>
          </a:bodyPr>
          <a:lstStyle/>
          <a:p>
            <a:pPr algn="l">
              <a:spcAft>
                <a:spcPts val="600"/>
              </a:spcAft>
            </a:pPr>
            <a:r>
              <a:rPr lang="en-US" sz="1000" b="1">
                <a:solidFill>
                  <a:sysClr val="windowText" lastClr="000000"/>
                </a:solidFill>
              </a:rPr>
              <a:t>Neutrals for infographics and charts only </a:t>
            </a:r>
          </a:p>
        </p:txBody>
      </p:sp>
      <p:sp>
        <p:nvSpPr>
          <p:cNvPr id="77" name="Rectangle 76">
            <a:extLst>
              <a:ext uri="{FF2B5EF4-FFF2-40B4-BE49-F238E27FC236}">
                <a16:creationId xmlns:a16="http://schemas.microsoft.com/office/drawing/2014/main" id="{9BFC6FF0-9D30-4829-A667-26B9E6467077}"/>
              </a:ext>
            </a:extLst>
          </p:cNvPr>
          <p:cNvSpPr/>
          <p:nvPr userDrawn="1"/>
        </p:nvSpPr>
        <p:spPr>
          <a:xfrm>
            <a:off x="5232206" y="2761094"/>
            <a:ext cx="839614" cy="411225"/>
          </a:xfrm>
          <a:prstGeom prst="rect">
            <a:avLst/>
          </a:prstGeom>
          <a:solidFill>
            <a:srgbClr val="98989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152</a:t>
            </a:r>
          </a:p>
          <a:p>
            <a:pPr algn="ctr"/>
            <a:r>
              <a:rPr lang="en-GB" sz="800">
                <a:solidFill>
                  <a:schemeClr val="bg1"/>
                </a:solidFill>
              </a:rPr>
              <a:t>152</a:t>
            </a:r>
          </a:p>
          <a:p>
            <a:pPr algn="ctr"/>
            <a:r>
              <a:rPr lang="en-GB" sz="800">
                <a:solidFill>
                  <a:schemeClr val="bg1"/>
                </a:solidFill>
              </a:rPr>
              <a:t>152</a:t>
            </a:r>
          </a:p>
        </p:txBody>
      </p:sp>
      <p:sp>
        <p:nvSpPr>
          <p:cNvPr id="78" name="Rectangle 77">
            <a:extLst>
              <a:ext uri="{FF2B5EF4-FFF2-40B4-BE49-F238E27FC236}">
                <a16:creationId xmlns:a16="http://schemas.microsoft.com/office/drawing/2014/main" id="{AF40F7A4-A491-46D0-AC78-F38FB368D987}"/>
              </a:ext>
            </a:extLst>
          </p:cNvPr>
          <p:cNvSpPr/>
          <p:nvPr userDrawn="1"/>
        </p:nvSpPr>
        <p:spPr>
          <a:xfrm>
            <a:off x="5232206" y="3275656"/>
            <a:ext cx="839614" cy="411225"/>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178</a:t>
            </a:r>
          </a:p>
          <a:p>
            <a:pPr algn="ctr"/>
            <a:r>
              <a:rPr lang="en-GB" sz="800">
                <a:solidFill>
                  <a:sysClr val="windowText" lastClr="000000"/>
                </a:solidFill>
              </a:rPr>
              <a:t>178</a:t>
            </a:r>
          </a:p>
          <a:p>
            <a:pPr algn="ctr"/>
            <a:r>
              <a:rPr lang="en-GB" sz="800">
                <a:solidFill>
                  <a:sysClr val="windowText" lastClr="000000"/>
                </a:solidFill>
              </a:rPr>
              <a:t>178</a:t>
            </a:r>
          </a:p>
        </p:txBody>
      </p:sp>
      <p:sp>
        <p:nvSpPr>
          <p:cNvPr id="79" name="Rectangle 78">
            <a:extLst>
              <a:ext uri="{FF2B5EF4-FFF2-40B4-BE49-F238E27FC236}">
                <a16:creationId xmlns:a16="http://schemas.microsoft.com/office/drawing/2014/main" id="{E22CE48C-CD62-438B-AF1B-E80398CE41CF}"/>
              </a:ext>
            </a:extLst>
          </p:cNvPr>
          <p:cNvSpPr/>
          <p:nvPr userDrawn="1"/>
        </p:nvSpPr>
        <p:spPr>
          <a:xfrm>
            <a:off x="5232206" y="3790216"/>
            <a:ext cx="839614" cy="411225"/>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229</a:t>
            </a:r>
          </a:p>
          <a:p>
            <a:pPr algn="ctr"/>
            <a:r>
              <a:rPr lang="en-GB" sz="800">
                <a:solidFill>
                  <a:schemeClr val="tx1"/>
                </a:solidFill>
              </a:rPr>
              <a:t>229</a:t>
            </a:r>
          </a:p>
          <a:p>
            <a:pPr algn="ctr"/>
            <a:r>
              <a:rPr lang="en-GB" sz="800">
                <a:solidFill>
                  <a:schemeClr val="tx1"/>
                </a:solidFill>
              </a:rPr>
              <a:t>229</a:t>
            </a:r>
          </a:p>
        </p:txBody>
      </p:sp>
      <p:sp>
        <p:nvSpPr>
          <p:cNvPr id="83" name="TextBox 82">
            <a:extLst>
              <a:ext uri="{FF2B5EF4-FFF2-40B4-BE49-F238E27FC236}">
                <a16:creationId xmlns:a16="http://schemas.microsoft.com/office/drawing/2014/main" id="{BFA814C9-BD96-4348-B664-2AD4A5DAAB12}"/>
              </a:ext>
            </a:extLst>
          </p:cNvPr>
          <p:cNvSpPr txBox="1"/>
          <p:nvPr userDrawn="1"/>
        </p:nvSpPr>
        <p:spPr>
          <a:xfrm>
            <a:off x="6203979" y="2852903"/>
            <a:ext cx="1253995" cy="237066"/>
          </a:xfrm>
          <a:prstGeom prst="rect">
            <a:avLst/>
          </a:prstGeom>
          <a:noFill/>
        </p:spPr>
        <p:txBody>
          <a:bodyPr wrap="square" lIns="54610" tIns="54610" rIns="54610" bIns="54610" rtlCol="0" anchor="ctr">
            <a:noAutofit/>
          </a:bodyPr>
          <a:lstStyle/>
          <a:p>
            <a:pPr algn="l">
              <a:spcAft>
                <a:spcPts val="600"/>
              </a:spcAft>
            </a:pPr>
            <a:r>
              <a:rPr lang="en-GB" sz="1000"/>
              <a:t>Grey 3</a:t>
            </a:r>
          </a:p>
        </p:txBody>
      </p:sp>
      <p:sp>
        <p:nvSpPr>
          <p:cNvPr id="84" name="TextBox 83">
            <a:extLst>
              <a:ext uri="{FF2B5EF4-FFF2-40B4-BE49-F238E27FC236}">
                <a16:creationId xmlns:a16="http://schemas.microsoft.com/office/drawing/2014/main" id="{B38E8C09-0782-4E70-887B-080A8FC240A9}"/>
              </a:ext>
            </a:extLst>
          </p:cNvPr>
          <p:cNvSpPr txBox="1"/>
          <p:nvPr userDrawn="1"/>
        </p:nvSpPr>
        <p:spPr>
          <a:xfrm>
            <a:off x="6203979" y="1830789"/>
            <a:ext cx="1253995" cy="237066"/>
          </a:xfrm>
          <a:prstGeom prst="rect">
            <a:avLst/>
          </a:prstGeom>
          <a:noFill/>
        </p:spPr>
        <p:txBody>
          <a:bodyPr wrap="square" lIns="54610" tIns="54610" rIns="54610" bIns="54610" rtlCol="0" anchor="ctr">
            <a:noAutofit/>
          </a:bodyPr>
          <a:lstStyle/>
          <a:p>
            <a:pPr algn="l">
              <a:spcAft>
                <a:spcPts val="600"/>
              </a:spcAft>
            </a:pPr>
            <a:r>
              <a:rPr lang="en-GB" sz="1000"/>
              <a:t>Grey 1</a:t>
            </a:r>
          </a:p>
        </p:txBody>
      </p:sp>
      <p:sp>
        <p:nvSpPr>
          <p:cNvPr id="85" name="TextBox 84">
            <a:extLst>
              <a:ext uri="{FF2B5EF4-FFF2-40B4-BE49-F238E27FC236}">
                <a16:creationId xmlns:a16="http://schemas.microsoft.com/office/drawing/2014/main" id="{7C3E17E9-EAB5-401D-99B5-E01BBCBAAE59}"/>
              </a:ext>
            </a:extLst>
          </p:cNvPr>
          <p:cNvSpPr txBox="1"/>
          <p:nvPr userDrawn="1"/>
        </p:nvSpPr>
        <p:spPr>
          <a:xfrm>
            <a:off x="6203979" y="3363960"/>
            <a:ext cx="1253995" cy="237066"/>
          </a:xfrm>
          <a:prstGeom prst="rect">
            <a:avLst/>
          </a:prstGeom>
          <a:noFill/>
        </p:spPr>
        <p:txBody>
          <a:bodyPr wrap="square" lIns="54610" tIns="54610" rIns="54610" bIns="54610" rtlCol="0" anchor="ctr">
            <a:noAutofit/>
          </a:bodyPr>
          <a:lstStyle/>
          <a:p>
            <a:pPr algn="l">
              <a:spcAft>
                <a:spcPts val="600"/>
              </a:spcAft>
            </a:pPr>
            <a:r>
              <a:rPr lang="en-GB" sz="1000"/>
              <a:t>Grey 4</a:t>
            </a:r>
          </a:p>
        </p:txBody>
      </p:sp>
      <p:sp>
        <p:nvSpPr>
          <p:cNvPr id="86" name="TextBox 85">
            <a:extLst>
              <a:ext uri="{FF2B5EF4-FFF2-40B4-BE49-F238E27FC236}">
                <a16:creationId xmlns:a16="http://schemas.microsoft.com/office/drawing/2014/main" id="{DA95C41B-9591-4042-8AC0-03DBDA91FD18}"/>
              </a:ext>
            </a:extLst>
          </p:cNvPr>
          <p:cNvSpPr txBox="1"/>
          <p:nvPr userDrawn="1"/>
        </p:nvSpPr>
        <p:spPr>
          <a:xfrm>
            <a:off x="6203979" y="3875017"/>
            <a:ext cx="1253995" cy="237066"/>
          </a:xfrm>
          <a:prstGeom prst="rect">
            <a:avLst/>
          </a:prstGeom>
          <a:noFill/>
        </p:spPr>
        <p:txBody>
          <a:bodyPr wrap="square" lIns="54610" tIns="54610" rIns="54610" bIns="54610" rtlCol="0" anchor="ctr">
            <a:noAutofit/>
          </a:bodyPr>
          <a:lstStyle/>
          <a:p>
            <a:pPr algn="l">
              <a:spcAft>
                <a:spcPts val="600"/>
              </a:spcAft>
            </a:pPr>
            <a:r>
              <a:rPr lang="en-GB" sz="1000"/>
              <a:t>Grey 5</a:t>
            </a:r>
          </a:p>
        </p:txBody>
      </p:sp>
      <p:sp>
        <p:nvSpPr>
          <p:cNvPr id="87" name="TextBox 86">
            <a:extLst>
              <a:ext uri="{FF2B5EF4-FFF2-40B4-BE49-F238E27FC236}">
                <a16:creationId xmlns:a16="http://schemas.microsoft.com/office/drawing/2014/main" id="{C924189F-5F86-46B9-810F-1AF60243011B}"/>
              </a:ext>
            </a:extLst>
          </p:cNvPr>
          <p:cNvSpPr txBox="1"/>
          <p:nvPr userDrawn="1"/>
        </p:nvSpPr>
        <p:spPr>
          <a:xfrm>
            <a:off x="6203979" y="2341846"/>
            <a:ext cx="1253995" cy="237066"/>
          </a:xfrm>
          <a:prstGeom prst="rect">
            <a:avLst/>
          </a:prstGeom>
          <a:noFill/>
        </p:spPr>
        <p:txBody>
          <a:bodyPr wrap="square" lIns="54610" tIns="54610" rIns="54610" bIns="54610" rtlCol="0" anchor="ctr">
            <a:noAutofit/>
          </a:bodyPr>
          <a:lstStyle/>
          <a:p>
            <a:pPr algn="l">
              <a:spcAft>
                <a:spcPts val="600"/>
              </a:spcAft>
            </a:pPr>
            <a:r>
              <a:rPr lang="en-GB" sz="1000"/>
              <a:t>Grey 2</a:t>
            </a:r>
          </a:p>
        </p:txBody>
      </p:sp>
      <p:sp>
        <p:nvSpPr>
          <p:cNvPr id="52" name="Rectangle 51">
            <a:extLst>
              <a:ext uri="{FF2B5EF4-FFF2-40B4-BE49-F238E27FC236}">
                <a16:creationId xmlns:a16="http://schemas.microsoft.com/office/drawing/2014/main" id="{4ACB48A6-B340-401D-8994-A0E53291AC9B}"/>
              </a:ext>
            </a:extLst>
          </p:cNvPr>
          <p:cNvSpPr/>
          <p:nvPr userDrawn="1"/>
        </p:nvSpPr>
        <p:spPr>
          <a:xfrm>
            <a:off x="7170486" y="2656172"/>
            <a:ext cx="839614" cy="411225"/>
          </a:xfrm>
          <a:prstGeom prst="rect">
            <a:avLst/>
          </a:prstGeom>
          <a:gradFill>
            <a:gsLst>
              <a:gs pos="100000">
                <a:schemeClr val="accent1"/>
              </a:gs>
              <a:gs pos="0">
                <a:schemeClr val="accent5"/>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3" name="Rectangle 52">
            <a:extLst>
              <a:ext uri="{FF2B5EF4-FFF2-40B4-BE49-F238E27FC236}">
                <a16:creationId xmlns:a16="http://schemas.microsoft.com/office/drawing/2014/main" id="{26F71474-A782-4BB1-8B9F-8DCCEAF88E0C}"/>
              </a:ext>
            </a:extLst>
          </p:cNvPr>
          <p:cNvSpPr/>
          <p:nvPr userDrawn="1"/>
        </p:nvSpPr>
        <p:spPr>
          <a:xfrm>
            <a:off x="9170077" y="2656172"/>
            <a:ext cx="839614" cy="411225"/>
          </a:xfrm>
          <a:prstGeom prst="rect">
            <a:avLst/>
          </a:prstGeom>
          <a:gradFill>
            <a:gsLst>
              <a:gs pos="100000">
                <a:srgbClr val="ACEAFF"/>
              </a:gs>
              <a:gs pos="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endParaRPr lang="en-GB" sz="800">
              <a:solidFill>
                <a:schemeClr val="bg1"/>
              </a:solidFill>
            </a:endParaRPr>
          </a:p>
        </p:txBody>
      </p:sp>
      <p:sp>
        <p:nvSpPr>
          <p:cNvPr id="54" name="TextBox 53">
            <a:extLst>
              <a:ext uri="{FF2B5EF4-FFF2-40B4-BE49-F238E27FC236}">
                <a16:creationId xmlns:a16="http://schemas.microsoft.com/office/drawing/2014/main" id="{2102BFCC-8EF9-4273-ADB0-A655CD827F66}"/>
              </a:ext>
            </a:extLst>
          </p:cNvPr>
          <p:cNvSpPr txBox="1"/>
          <p:nvPr userDrawn="1"/>
        </p:nvSpPr>
        <p:spPr>
          <a:xfrm>
            <a:off x="8028290" y="2743862"/>
            <a:ext cx="1568421" cy="237066"/>
          </a:xfrm>
          <a:prstGeom prst="rect">
            <a:avLst/>
          </a:prstGeom>
          <a:noFill/>
        </p:spPr>
        <p:txBody>
          <a:bodyPr wrap="square" lIns="54610" tIns="54610" rIns="54610" bIns="54610" rtlCol="0" anchor="ctr">
            <a:noAutofit/>
          </a:bodyPr>
          <a:lstStyle/>
          <a:p>
            <a:pPr algn="l">
              <a:spcAft>
                <a:spcPts val="600"/>
              </a:spcAft>
            </a:pPr>
            <a:r>
              <a:rPr lang="en-GB" sz="1000"/>
              <a:t>Purple/</a:t>
            </a:r>
            <a:br>
              <a:rPr lang="en-GB" sz="1000"/>
            </a:br>
            <a:r>
              <a:rPr lang="en-GB" sz="1000"/>
              <a:t>Cobalt gradient</a:t>
            </a:r>
          </a:p>
        </p:txBody>
      </p:sp>
      <p:sp>
        <p:nvSpPr>
          <p:cNvPr id="55" name="TextBox 54">
            <a:extLst>
              <a:ext uri="{FF2B5EF4-FFF2-40B4-BE49-F238E27FC236}">
                <a16:creationId xmlns:a16="http://schemas.microsoft.com/office/drawing/2014/main" id="{02D8D802-07C6-434C-B36C-582D2F2FAF7C}"/>
              </a:ext>
            </a:extLst>
          </p:cNvPr>
          <p:cNvSpPr txBox="1"/>
          <p:nvPr userDrawn="1"/>
        </p:nvSpPr>
        <p:spPr>
          <a:xfrm>
            <a:off x="10053992" y="2743862"/>
            <a:ext cx="1709098" cy="237066"/>
          </a:xfrm>
          <a:prstGeom prst="rect">
            <a:avLst/>
          </a:prstGeom>
          <a:noFill/>
        </p:spPr>
        <p:txBody>
          <a:bodyPr wrap="square" lIns="54610" tIns="54610" rIns="54610" bIns="54610" rtlCol="0" anchor="ctr">
            <a:noAutofit/>
          </a:bodyPr>
          <a:lstStyle/>
          <a:p>
            <a:pPr algn="l">
              <a:spcAft>
                <a:spcPts val="600"/>
              </a:spcAft>
            </a:pPr>
            <a:r>
              <a:rPr lang="en-GB" sz="1000"/>
              <a:t>Pacific/</a:t>
            </a:r>
            <a:br>
              <a:rPr lang="en-GB" sz="1000"/>
            </a:br>
            <a:r>
              <a:rPr lang="en-GB" sz="1000"/>
              <a:t>Light Blue gradient</a:t>
            </a:r>
          </a:p>
        </p:txBody>
      </p:sp>
      <p:sp>
        <p:nvSpPr>
          <p:cNvPr id="56" name="TextBox 55">
            <a:extLst>
              <a:ext uri="{FF2B5EF4-FFF2-40B4-BE49-F238E27FC236}">
                <a16:creationId xmlns:a16="http://schemas.microsoft.com/office/drawing/2014/main" id="{F56630A0-1CC3-4558-99F3-72A9846C3FA4}"/>
              </a:ext>
            </a:extLst>
          </p:cNvPr>
          <p:cNvSpPr txBox="1"/>
          <p:nvPr userDrawn="1"/>
        </p:nvSpPr>
        <p:spPr>
          <a:xfrm>
            <a:off x="7146554" y="1298952"/>
            <a:ext cx="4047046" cy="1269578"/>
          </a:xfrm>
          <a:prstGeom prst="rect">
            <a:avLst/>
          </a:prstGeom>
          <a:noFill/>
        </p:spPr>
        <p:txBody>
          <a:bodyPr wrap="square" lIns="0" tIns="0" rIns="0" bIns="0" rtlCol="0">
            <a:spAutoFit/>
          </a:bodyPr>
          <a:lstStyle/>
          <a:p>
            <a:pPr algn="l">
              <a:spcAft>
                <a:spcPts val="300"/>
              </a:spcAft>
            </a:pPr>
            <a:r>
              <a:rPr lang="en-US" sz="1000" b="1">
                <a:solidFill>
                  <a:sysClr val="windowText" lastClr="000000"/>
                </a:solidFill>
              </a:rPr>
              <a:t>Gradients</a:t>
            </a:r>
          </a:p>
          <a:p>
            <a:pPr marL="171450" indent="-171450" algn="l">
              <a:spcAft>
                <a:spcPts val="300"/>
              </a:spcAft>
              <a:buFont typeface="Arial" panose="020B0604020202020204" pitchFamily="34" charset="0"/>
              <a:buChar char="•"/>
            </a:pPr>
            <a:r>
              <a:rPr lang="en-GB" sz="1000" b="0">
                <a:solidFill>
                  <a:sysClr val="windowText" lastClr="000000"/>
                </a:solidFill>
              </a:rPr>
              <a:t>The </a:t>
            </a:r>
            <a:r>
              <a:rPr lang="en-US" sz="1000" b="0" noProof="0">
                <a:solidFill>
                  <a:sysClr val="windowText" lastClr="000000"/>
                </a:solidFill>
              </a:rPr>
              <a:t>colors</a:t>
            </a:r>
            <a:r>
              <a:rPr lang="en-GB" sz="1000" b="0">
                <a:solidFill>
                  <a:sysClr val="windowText" lastClr="000000"/>
                </a:solidFill>
              </a:rPr>
              <a:t> are applied at both ends of the gradient, at 0% and 100% locations</a:t>
            </a:r>
          </a:p>
          <a:p>
            <a:pPr marL="171450" indent="-171450" algn="l">
              <a:spcAft>
                <a:spcPts val="300"/>
              </a:spcAft>
              <a:buFont typeface="Arial" panose="020B0604020202020204" pitchFamily="34" charset="0"/>
              <a:buChar char="•"/>
            </a:pPr>
            <a:r>
              <a:rPr lang="en-GB" sz="1000" b="0">
                <a:solidFill>
                  <a:sysClr val="windowText" lastClr="000000"/>
                </a:solidFill>
              </a:rPr>
              <a:t>The mid-point is at 50%</a:t>
            </a:r>
          </a:p>
          <a:p>
            <a:pPr marL="171450" indent="-171450" algn="l">
              <a:spcAft>
                <a:spcPts val="300"/>
              </a:spcAft>
              <a:buFont typeface="Arial" panose="020B0604020202020204" pitchFamily="34" charset="0"/>
              <a:buChar char="•"/>
            </a:pPr>
            <a:r>
              <a:rPr lang="en-GB" sz="1000" b="0">
                <a:solidFill>
                  <a:sysClr val="windowText" lastClr="000000"/>
                </a:solidFill>
              </a:rPr>
              <a:t>The gradients are used at a 0º angle</a:t>
            </a:r>
          </a:p>
          <a:p>
            <a:pPr marL="171450" indent="-171450" algn="l">
              <a:spcAft>
                <a:spcPts val="300"/>
              </a:spcAft>
              <a:buFont typeface="Arial" panose="020B0604020202020204" pitchFamily="34" charset="0"/>
              <a:buChar char="•"/>
            </a:pPr>
            <a:r>
              <a:rPr lang="en-GB" sz="1000" b="0">
                <a:solidFill>
                  <a:sysClr val="windowText" lastClr="000000"/>
                </a:solidFill>
              </a:rPr>
              <a:t>Use the linear gradient, never radial</a:t>
            </a:r>
          </a:p>
          <a:p>
            <a:pPr marL="171450" indent="-171450" algn="l">
              <a:spcAft>
                <a:spcPts val="300"/>
              </a:spcAft>
              <a:buFont typeface="Arial" panose="020B0604020202020204" pitchFamily="34" charset="0"/>
              <a:buChar char="•"/>
            </a:pPr>
            <a:r>
              <a:rPr lang="en-GB" sz="1000" b="0">
                <a:solidFill>
                  <a:sysClr val="windowText" lastClr="000000"/>
                </a:solidFill>
              </a:rPr>
              <a:t>Do not create new gradients; use only the gradients shown here</a:t>
            </a:r>
            <a:endParaRPr lang="en-US" sz="1000" b="0">
              <a:solidFill>
                <a:sysClr val="windowText" lastClr="000000"/>
              </a:solidFill>
            </a:endParaRPr>
          </a:p>
        </p:txBody>
      </p:sp>
      <p:sp>
        <p:nvSpPr>
          <p:cNvPr id="57" name="Rectangle 56">
            <a:extLst>
              <a:ext uri="{FF2B5EF4-FFF2-40B4-BE49-F238E27FC236}">
                <a16:creationId xmlns:a16="http://schemas.microsoft.com/office/drawing/2014/main" id="{9D5AAA1F-BD76-48F7-8C50-6E5979B9537B}"/>
              </a:ext>
            </a:extLst>
          </p:cNvPr>
          <p:cNvSpPr/>
          <p:nvPr userDrawn="1"/>
        </p:nvSpPr>
        <p:spPr>
          <a:xfrm>
            <a:off x="5225411" y="4304594"/>
            <a:ext cx="839614" cy="41122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tx1"/>
                </a:solidFill>
              </a:rPr>
              <a:t>255</a:t>
            </a:r>
          </a:p>
          <a:p>
            <a:pPr algn="ctr"/>
            <a:r>
              <a:rPr lang="en-GB" sz="800">
                <a:solidFill>
                  <a:schemeClr val="tx1"/>
                </a:solidFill>
              </a:rPr>
              <a:t>255</a:t>
            </a:r>
          </a:p>
          <a:p>
            <a:pPr algn="ctr"/>
            <a:r>
              <a:rPr lang="en-GB" sz="800">
                <a:solidFill>
                  <a:schemeClr val="tx1"/>
                </a:solidFill>
              </a:rPr>
              <a:t>255</a:t>
            </a:r>
          </a:p>
        </p:txBody>
      </p:sp>
      <p:sp>
        <p:nvSpPr>
          <p:cNvPr id="58" name="TextBox 57">
            <a:extLst>
              <a:ext uri="{FF2B5EF4-FFF2-40B4-BE49-F238E27FC236}">
                <a16:creationId xmlns:a16="http://schemas.microsoft.com/office/drawing/2014/main" id="{3485E89C-C25F-4DDF-BA6F-8600323267FE}"/>
              </a:ext>
            </a:extLst>
          </p:cNvPr>
          <p:cNvSpPr txBox="1"/>
          <p:nvPr userDrawn="1"/>
        </p:nvSpPr>
        <p:spPr>
          <a:xfrm>
            <a:off x="6197184" y="4389395"/>
            <a:ext cx="1253995" cy="237066"/>
          </a:xfrm>
          <a:prstGeom prst="rect">
            <a:avLst/>
          </a:prstGeom>
          <a:noFill/>
        </p:spPr>
        <p:txBody>
          <a:bodyPr wrap="square" lIns="54610" tIns="54610" rIns="54610" bIns="54610" rtlCol="0" anchor="ctr">
            <a:noAutofit/>
          </a:bodyPr>
          <a:lstStyle/>
          <a:p>
            <a:pPr algn="l">
              <a:spcAft>
                <a:spcPts val="600"/>
              </a:spcAft>
            </a:pPr>
            <a:r>
              <a:rPr lang="en-GB" sz="1000"/>
              <a:t>White</a:t>
            </a:r>
          </a:p>
        </p:txBody>
      </p:sp>
      <p:sp>
        <p:nvSpPr>
          <p:cNvPr id="73" name="TextBox 72">
            <a:extLst>
              <a:ext uri="{FF2B5EF4-FFF2-40B4-BE49-F238E27FC236}">
                <a16:creationId xmlns:a16="http://schemas.microsoft.com/office/drawing/2014/main" id="{66117D9B-6EF8-4B36-A112-FD6D19D0AE23}"/>
              </a:ext>
            </a:extLst>
          </p:cNvPr>
          <p:cNvSpPr txBox="1"/>
          <p:nvPr userDrawn="1"/>
        </p:nvSpPr>
        <p:spPr>
          <a:xfrm>
            <a:off x="7146554" y="3336981"/>
            <a:ext cx="1194238" cy="153888"/>
          </a:xfrm>
          <a:prstGeom prst="rect">
            <a:avLst/>
          </a:prstGeom>
          <a:noFill/>
        </p:spPr>
        <p:txBody>
          <a:bodyPr wrap="none" lIns="0" tIns="0" rIns="0" bIns="0" rtlCol="0">
            <a:noAutofit/>
          </a:bodyPr>
          <a:lstStyle/>
          <a:p>
            <a:pPr algn="l">
              <a:spcAft>
                <a:spcPts val="600"/>
              </a:spcAft>
            </a:pPr>
            <a:r>
              <a:rPr lang="en-US" sz="1000" b="1">
                <a:solidFill>
                  <a:sysClr val="windowText" lastClr="000000"/>
                </a:solidFill>
              </a:rPr>
              <a:t>Traffic Light palette</a:t>
            </a:r>
            <a:endParaRPr lang="en-US" sz="1000" b="0">
              <a:solidFill>
                <a:sysClr val="windowText" lastClr="000000"/>
              </a:solidFill>
            </a:endParaRPr>
          </a:p>
        </p:txBody>
      </p:sp>
      <p:sp>
        <p:nvSpPr>
          <p:cNvPr id="101" name="Rectangle 100">
            <a:extLst>
              <a:ext uri="{FF2B5EF4-FFF2-40B4-BE49-F238E27FC236}">
                <a16:creationId xmlns:a16="http://schemas.microsoft.com/office/drawing/2014/main" id="{8629CA1F-9C19-4EBE-AACF-DD30D2A7CB9D}"/>
              </a:ext>
            </a:extLst>
          </p:cNvPr>
          <p:cNvSpPr>
            <a:spLocks/>
          </p:cNvSpPr>
          <p:nvPr userDrawn="1"/>
        </p:nvSpPr>
        <p:spPr>
          <a:xfrm>
            <a:off x="9353776" y="3589581"/>
            <a:ext cx="839614" cy="411225"/>
          </a:xfrm>
          <a:prstGeom prst="rect">
            <a:avLst/>
          </a:prstGeom>
          <a:solidFill>
            <a:srgbClr val="2699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38</a:t>
            </a:r>
          </a:p>
          <a:p>
            <a:pPr algn="ctr"/>
            <a:r>
              <a:rPr lang="en-GB" sz="800">
                <a:solidFill>
                  <a:schemeClr val="bg1"/>
                </a:solidFill>
              </a:rPr>
              <a:t>153</a:t>
            </a:r>
          </a:p>
          <a:p>
            <a:pPr algn="ctr"/>
            <a:r>
              <a:rPr lang="en-GB" sz="800">
                <a:solidFill>
                  <a:schemeClr val="bg1"/>
                </a:solidFill>
              </a:rPr>
              <a:t>36</a:t>
            </a:r>
          </a:p>
        </p:txBody>
      </p:sp>
      <p:sp>
        <p:nvSpPr>
          <p:cNvPr id="102" name="Rectangle 101">
            <a:extLst>
              <a:ext uri="{FF2B5EF4-FFF2-40B4-BE49-F238E27FC236}">
                <a16:creationId xmlns:a16="http://schemas.microsoft.com/office/drawing/2014/main" id="{38F50825-9522-489D-AFE6-03DCC983AE45}"/>
              </a:ext>
            </a:extLst>
          </p:cNvPr>
          <p:cNvSpPr>
            <a:spLocks/>
          </p:cNvSpPr>
          <p:nvPr userDrawn="1"/>
        </p:nvSpPr>
        <p:spPr>
          <a:xfrm>
            <a:off x="8262131" y="3589581"/>
            <a:ext cx="839614" cy="411225"/>
          </a:xfrm>
          <a:prstGeom prst="rect">
            <a:avLst/>
          </a:prstGeom>
          <a:solidFill>
            <a:srgbClr val="F1C44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241</a:t>
            </a:r>
          </a:p>
          <a:p>
            <a:pPr algn="ctr"/>
            <a:r>
              <a:rPr lang="en-GB" sz="800">
                <a:solidFill>
                  <a:schemeClr val="bg1"/>
                </a:solidFill>
              </a:rPr>
              <a:t>196</a:t>
            </a:r>
          </a:p>
          <a:p>
            <a:pPr algn="ctr"/>
            <a:r>
              <a:rPr lang="en-GB" sz="800">
                <a:solidFill>
                  <a:schemeClr val="bg1"/>
                </a:solidFill>
              </a:rPr>
              <a:t>77</a:t>
            </a:r>
          </a:p>
        </p:txBody>
      </p:sp>
      <p:sp>
        <p:nvSpPr>
          <p:cNvPr id="103" name="Rectangle 102">
            <a:extLst>
              <a:ext uri="{FF2B5EF4-FFF2-40B4-BE49-F238E27FC236}">
                <a16:creationId xmlns:a16="http://schemas.microsoft.com/office/drawing/2014/main" id="{920DF8B8-BB57-4FAB-8303-1EA0BDA6B7F5}"/>
              </a:ext>
            </a:extLst>
          </p:cNvPr>
          <p:cNvSpPr>
            <a:spLocks/>
          </p:cNvSpPr>
          <p:nvPr userDrawn="1"/>
        </p:nvSpPr>
        <p:spPr>
          <a:xfrm>
            <a:off x="7170486" y="3589581"/>
            <a:ext cx="839614" cy="411225"/>
          </a:xfrm>
          <a:prstGeom prst="rect">
            <a:avLst/>
          </a:prstGeom>
          <a:solidFill>
            <a:srgbClr val="ED212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237</a:t>
            </a:r>
          </a:p>
          <a:p>
            <a:pPr algn="ctr"/>
            <a:r>
              <a:rPr lang="en-GB" sz="800">
                <a:solidFill>
                  <a:schemeClr val="bg1"/>
                </a:solidFill>
              </a:rPr>
              <a:t>33</a:t>
            </a:r>
          </a:p>
          <a:p>
            <a:pPr algn="ctr"/>
            <a:r>
              <a:rPr lang="en-GB" sz="800">
                <a:solidFill>
                  <a:schemeClr val="bg1"/>
                </a:solidFill>
              </a:rPr>
              <a:t>36</a:t>
            </a:r>
          </a:p>
        </p:txBody>
      </p:sp>
      <p:sp>
        <p:nvSpPr>
          <p:cNvPr id="104" name="TextBox 103">
            <a:extLst>
              <a:ext uri="{FF2B5EF4-FFF2-40B4-BE49-F238E27FC236}">
                <a16:creationId xmlns:a16="http://schemas.microsoft.com/office/drawing/2014/main" id="{0E284CC6-D89E-4E2E-9C1A-D2D015D4CCE1}"/>
              </a:ext>
            </a:extLst>
          </p:cNvPr>
          <p:cNvSpPr txBox="1"/>
          <p:nvPr userDrawn="1"/>
        </p:nvSpPr>
        <p:spPr>
          <a:xfrm>
            <a:off x="7146553" y="4285684"/>
            <a:ext cx="4159622" cy="626317"/>
          </a:xfrm>
          <a:prstGeom prst="rect">
            <a:avLst/>
          </a:prstGeom>
          <a:noFill/>
        </p:spPr>
        <p:txBody>
          <a:bodyPr wrap="square" lIns="0" tIns="0" rIns="0" bIns="0" rtlCol="0">
            <a:noAutofit/>
          </a:bodyPr>
          <a:lstStyle/>
          <a:p>
            <a:pPr algn="l">
              <a:spcAft>
                <a:spcPts val="600"/>
              </a:spcAft>
            </a:pPr>
            <a:r>
              <a:rPr lang="en-US" sz="1000" b="1">
                <a:solidFill>
                  <a:sysClr val="windowText" lastClr="000000"/>
                </a:solidFill>
              </a:rPr>
              <a:t>Potential chart color order</a:t>
            </a:r>
          </a:p>
          <a:p>
            <a:pPr marL="171450" indent="-171450" algn="l">
              <a:spcAft>
                <a:spcPts val="300"/>
              </a:spcAft>
              <a:buFont typeface="Arial" panose="020B0604020202020204" pitchFamily="34" charset="0"/>
              <a:buChar char="•"/>
            </a:pPr>
            <a:r>
              <a:rPr lang="en-US" sz="1000" b="0">
                <a:solidFill>
                  <a:sysClr val="windowText" lastClr="000000"/>
                </a:solidFill>
              </a:rPr>
              <a:t>Prioritize our blues, but they don’t have to be used all at once</a:t>
            </a:r>
          </a:p>
          <a:p>
            <a:pPr marL="171450" indent="-171450" algn="l">
              <a:spcAft>
                <a:spcPts val="300"/>
              </a:spcAft>
              <a:buFont typeface="Arial" panose="020B0604020202020204" pitchFamily="34" charset="0"/>
              <a:buChar char="•"/>
            </a:pPr>
            <a:r>
              <a:rPr lang="en-US" sz="1000" b="0">
                <a:solidFill>
                  <a:sysClr val="windowText" lastClr="000000"/>
                </a:solidFill>
              </a:rPr>
              <a:t>Mix light, mid and dark tones within data sets</a:t>
            </a:r>
          </a:p>
        </p:txBody>
      </p:sp>
      <p:cxnSp>
        <p:nvCxnSpPr>
          <p:cNvPr id="105" name="Straight Connector 104">
            <a:extLst>
              <a:ext uri="{FF2B5EF4-FFF2-40B4-BE49-F238E27FC236}">
                <a16:creationId xmlns:a16="http://schemas.microsoft.com/office/drawing/2014/main" id="{32E93FD9-5621-45B8-BDA7-4C88B41DB4D9}"/>
              </a:ext>
            </a:extLst>
          </p:cNvPr>
          <p:cNvCxnSpPr/>
          <p:nvPr userDrawn="1"/>
        </p:nvCxnSpPr>
        <p:spPr>
          <a:xfrm>
            <a:off x="7170486" y="324260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98F7303C-5EE8-4FA6-A437-87F2BF61E6C8}"/>
              </a:ext>
            </a:extLst>
          </p:cNvPr>
          <p:cNvCxnSpPr/>
          <p:nvPr userDrawn="1"/>
        </p:nvCxnSpPr>
        <p:spPr>
          <a:xfrm>
            <a:off x="7170486" y="4176642"/>
            <a:ext cx="4023114" cy="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39C72177-73C5-408A-8C21-86379F35DFDA}"/>
              </a:ext>
            </a:extLst>
          </p:cNvPr>
          <p:cNvGrpSpPr/>
          <p:nvPr userDrawn="1"/>
        </p:nvGrpSpPr>
        <p:grpSpPr>
          <a:xfrm>
            <a:off x="7170486" y="5015319"/>
            <a:ext cx="4023114" cy="868052"/>
            <a:chOff x="6942744" y="5227726"/>
            <a:chExt cx="6397168" cy="1380293"/>
          </a:xfrm>
        </p:grpSpPr>
        <p:sp>
          <p:nvSpPr>
            <p:cNvPr id="108" name="Rectangle 107">
              <a:extLst>
                <a:ext uri="{FF2B5EF4-FFF2-40B4-BE49-F238E27FC236}">
                  <a16:creationId xmlns:a16="http://schemas.microsoft.com/office/drawing/2014/main" id="{09C4E567-3FDF-4915-8D1F-4D3869F8570F}"/>
                </a:ext>
              </a:extLst>
            </p:cNvPr>
            <p:cNvSpPr/>
            <p:nvPr userDrawn="1"/>
          </p:nvSpPr>
          <p:spPr>
            <a:xfrm>
              <a:off x="8821942" y="5227726"/>
              <a:ext cx="759576" cy="592341"/>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30</a:t>
              </a:r>
            </a:p>
            <a:p>
              <a:pPr algn="ctr"/>
              <a:r>
                <a:rPr lang="en-GB" sz="800">
                  <a:solidFill>
                    <a:schemeClr val="bg1"/>
                  </a:solidFill>
                </a:rPr>
                <a:t>73</a:t>
              </a:r>
            </a:p>
            <a:p>
              <a:pPr algn="ctr"/>
              <a:r>
                <a:rPr lang="en-GB" sz="800">
                  <a:solidFill>
                    <a:schemeClr val="bg1"/>
                  </a:solidFill>
                </a:rPr>
                <a:t>226</a:t>
              </a:r>
            </a:p>
          </p:txBody>
        </p:sp>
        <p:sp>
          <p:nvSpPr>
            <p:cNvPr id="109" name="Rectangle 108">
              <a:extLst>
                <a:ext uri="{FF2B5EF4-FFF2-40B4-BE49-F238E27FC236}">
                  <a16:creationId xmlns:a16="http://schemas.microsoft.com/office/drawing/2014/main" id="{2DA33985-45D0-4046-B44C-8DCBCFFD86AC}"/>
                </a:ext>
              </a:extLst>
            </p:cNvPr>
            <p:cNvSpPr/>
            <p:nvPr userDrawn="1"/>
          </p:nvSpPr>
          <p:spPr>
            <a:xfrm>
              <a:off x="6942744" y="5227726"/>
              <a:ext cx="759576" cy="592341"/>
            </a:xfrm>
            <a:prstGeom prst="rect">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51</a:t>
              </a:r>
            </a:p>
            <a:p>
              <a:pPr algn="ctr"/>
              <a:r>
                <a:rPr lang="en-GB" sz="800">
                  <a:solidFill>
                    <a:schemeClr val="bg1"/>
                  </a:solidFill>
                </a:rPr>
                <a:t>141</a:t>
              </a:r>
            </a:p>
          </p:txBody>
        </p:sp>
        <p:sp>
          <p:nvSpPr>
            <p:cNvPr id="110" name="Rectangle 109">
              <a:extLst>
                <a:ext uri="{FF2B5EF4-FFF2-40B4-BE49-F238E27FC236}">
                  <a16:creationId xmlns:a16="http://schemas.microsoft.com/office/drawing/2014/main" id="{60024D76-5422-4C07-A547-F2C593130265}"/>
                </a:ext>
              </a:extLst>
            </p:cNvPr>
            <p:cNvSpPr/>
            <p:nvPr userDrawn="1"/>
          </p:nvSpPr>
          <p:spPr>
            <a:xfrm>
              <a:off x="9761541" y="5227726"/>
              <a:ext cx="759576" cy="592341"/>
            </a:xfrm>
            <a:prstGeom prst="rect">
              <a:avLst/>
            </a:prstGeom>
            <a:solidFill>
              <a:srgbClr val="76D2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118</a:t>
              </a:r>
            </a:p>
            <a:p>
              <a:pPr algn="ctr"/>
              <a:r>
                <a:rPr lang="en-GB" sz="800">
                  <a:solidFill>
                    <a:sysClr val="windowText" lastClr="000000"/>
                  </a:solidFill>
                </a:rPr>
                <a:t>210</a:t>
              </a:r>
            </a:p>
            <a:p>
              <a:pPr algn="ctr"/>
              <a:r>
                <a:rPr lang="en-GB" sz="800">
                  <a:solidFill>
                    <a:sysClr val="windowText" lastClr="000000"/>
                  </a:solidFill>
                </a:rPr>
                <a:t>255</a:t>
              </a:r>
            </a:p>
          </p:txBody>
        </p:sp>
        <p:sp>
          <p:nvSpPr>
            <p:cNvPr id="111" name="Rectangle 110">
              <a:extLst>
                <a:ext uri="{FF2B5EF4-FFF2-40B4-BE49-F238E27FC236}">
                  <a16:creationId xmlns:a16="http://schemas.microsoft.com/office/drawing/2014/main" id="{06E42AD4-4E53-43DB-966B-14EA0ED3E458}"/>
                </a:ext>
              </a:extLst>
            </p:cNvPr>
            <p:cNvSpPr/>
            <p:nvPr userDrawn="1"/>
          </p:nvSpPr>
          <p:spPr>
            <a:xfrm>
              <a:off x="11640737" y="5227726"/>
              <a:ext cx="759576" cy="592341"/>
            </a:xfrm>
            <a:prstGeom prst="rect">
              <a:avLst/>
            </a:prstGeom>
            <a:solidFill>
              <a:srgbClr val="B497FF"/>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180</a:t>
              </a:r>
            </a:p>
            <a:p>
              <a:pPr algn="ctr"/>
              <a:r>
                <a:rPr lang="en-GB" sz="800">
                  <a:solidFill>
                    <a:schemeClr val="bg1"/>
                  </a:solidFill>
                </a:rPr>
                <a:t>151</a:t>
              </a:r>
            </a:p>
            <a:p>
              <a:pPr algn="ctr"/>
              <a:r>
                <a:rPr lang="en-GB" sz="800">
                  <a:solidFill>
                    <a:schemeClr val="bg1"/>
                  </a:solidFill>
                </a:rPr>
                <a:t>255</a:t>
              </a:r>
            </a:p>
          </p:txBody>
        </p:sp>
        <p:sp>
          <p:nvSpPr>
            <p:cNvPr id="112" name="Rectangle 111">
              <a:extLst>
                <a:ext uri="{FF2B5EF4-FFF2-40B4-BE49-F238E27FC236}">
                  <a16:creationId xmlns:a16="http://schemas.microsoft.com/office/drawing/2014/main" id="{3123BFF0-C9BC-4A9F-8C1A-6677CDC1F631}"/>
                </a:ext>
              </a:extLst>
            </p:cNvPr>
            <p:cNvSpPr/>
            <p:nvPr userDrawn="1"/>
          </p:nvSpPr>
          <p:spPr>
            <a:xfrm>
              <a:off x="8821942" y="6015678"/>
              <a:ext cx="759576" cy="592341"/>
            </a:xfrm>
            <a:prstGeom prst="rect">
              <a:avLst/>
            </a:prstGeom>
            <a:solidFill>
              <a:srgbClr val="FD349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253</a:t>
              </a:r>
            </a:p>
            <a:p>
              <a:pPr algn="ctr"/>
              <a:r>
                <a:rPr lang="en-GB" sz="800">
                  <a:solidFill>
                    <a:schemeClr val="bg1"/>
                  </a:solidFill>
                </a:rPr>
                <a:t>52</a:t>
              </a:r>
            </a:p>
            <a:p>
              <a:pPr algn="ctr"/>
              <a:r>
                <a:rPr lang="en-GB" sz="800">
                  <a:solidFill>
                    <a:schemeClr val="bg1"/>
                  </a:solidFill>
                </a:rPr>
                <a:t>156</a:t>
              </a:r>
            </a:p>
          </p:txBody>
        </p:sp>
        <p:sp>
          <p:nvSpPr>
            <p:cNvPr id="113" name="Rectangle 112">
              <a:extLst>
                <a:ext uri="{FF2B5EF4-FFF2-40B4-BE49-F238E27FC236}">
                  <a16:creationId xmlns:a16="http://schemas.microsoft.com/office/drawing/2014/main" id="{2B91896C-FA19-4C29-A6A4-8285D7F3418C}"/>
                </a:ext>
              </a:extLst>
            </p:cNvPr>
            <p:cNvSpPr/>
            <p:nvPr userDrawn="1"/>
          </p:nvSpPr>
          <p:spPr>
            <a:xfrm>
              <a:off x="10701139" y="5227726"/>
              <a:ext cx="759576" cy="592341"/>
            </a:xfrm>
            <a:prstGeom prst="rect">
              <a:avLst/>
            </a:prstGeom>
            <a:solidFill>
              <a:srgbClr val="7213E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114</a:t>
              </a:r>
            </a:p>
            <a:p>
              <a:pPr algn="ctr"/>
              <a:r>
                <a:rPr lang="en-GB" sz="800">
                  <a:solidFill>
                    <a:schemeClr val="bg1"/>
                  </a:solidFill>
                </a:rPr>
                <a:t>19</a:t>
              </a:r>
            </a:p>
            <a:p>
              <a:pPr algn="ctr"/>
              <a:r>
                <a:rPr lang="en-GB" sz="800">
                  <a:solidFill>
                    <a:schemeClr val="bg1"/>
                  </a:solidFill>
                </a:rPr>
                <a:t>234</a:t>
              </a:r>
            </a:p>
          </p:txBody>
        </p:sp>
        <p:sp>
          <p:nvSpPr>
            <p:cNvPr id="114" name="Rectangle 113">
              <a:extLst>
                <a:ext uri="{FF2B5EF4-FFF2-40B4-BE49-F238E27FC236}">
                  <a16:creationId xmlns:a16="http://schemas.microsoft.com/office/drawing/2014/main" id="{48E4376B-58CB-4B0E-AB7F-3AF61E7659F9}"/>
                </a:ext>
              </a:extLst>
            </p:cNvPr>
            <p:cNvSpPr/>
            <p:nvPr userDrawn="1"/>
          </p:nvSpPr>
          <p:spPr>
            <a:xfrm>
              <a:off x="9761541" y="6015678"/>
              <a:ext cx="759576" cy="592341"/>
            </a:xfrm>
            <a:prstGeom prst="rect">
              <a:avLst/>
            </a:prstGeom>
            <a:solidFill>
              <a:srgbClr val="FFA3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255</a:t>
              </a:r>
            </a:p>
            <a:p>
              <a:pPr algn="ctr"/>
              <a:r>
                <a:rPr lang="en-GB" sz="800">
                  <a:solidFill>
                    <a:schemeClr val="bg1"/>
                  </a:solidFill>
                </a:rPr>
                <a:t>163</a:t>
              </a:r>
            </a:p>
            <a:p>
              <a:pPr algn="ctr"/>
              <a:r>
                <a:rPr lang="en-GB" sz="800">
                  <a:solidFill>
                    <a:schemeClr val="bg1"/>
                  </a:solidFill>
                </a:rPr>
                <a:t>218</a:t>
              </a:r>
            </a:p>
          </p:txBody>
        </p:sp>
        <p:sp>
          <p:nvSpPr>
            <p:cNvPr id="115" name="Rectangle 114">
              <a:extLst>
                <a:ext uri="{FF2B5EF4-FFF2-40B4-BE49-F238E27FC236}">
                  <a16:creationId xmlns:a16="http://schemas.microsoft.com/office/drawing/2014/main" id="{6CCBC42E-797C-4CB6-8C59-2D6FCDDB1F33}"/>
                </a:ext>
              </a:extLst>
            </p:cNvPr>
            <p:cNvSpPr/>
            <p:nvPr userDrawn="1"/>
          </p:nvSpPr>
          <p:spPr>
            <a:xfrm>
              <a:off x="6942744" y="6015678"/>
              <a:ext cx="759576" cy="592341"/>
            </a:xfrm>
            <a:prstGeom prst="rect">
              <a:avLst/>
            </a:prstGeom>
            <a:solidFill>
              <a:srgbClr val="00C0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192</a:t>
              </a:r>
            </a:p>
            <a:p>
              <a:pPr algn="ctr"/>
              <a:r>
                <a:rPr lang="en-GB" sz="800">
                  <a:solidFill>
                    <a:schemeClr val="bg1"/>
                  </a:solidFill>
                </a:rPr>
                <a:t>174</a:t>
              </a:r>
            </a:p>
          </p:txBody>
        </p:sp>
        <p:sp>
          <p:nvSpPr>
            <p:cNvPr id="116" name="Rectangle 115">
              <a:extLst>
                <a:ext uri="{FF2B5EF4-FFF2-40B4-BE49-F238E27FC236}">
                  <a16:creationId xmlns:a16="http://schemas.microsoft.com/office/drawing/2014/main" id="{691DA2AF-1629-48DB-9571-C0A4059F3B38}"/>
                </a:ext>
              </a:extLst>
            </p:cNvPr>
            <p:cNvSpPr/>
            <p:nvPr userDrawn="1"/>
          </p:nvSpPr>
          <p:spPr>
            <a:xfrm>
              <a:off x="12580336" y="6015678"/>
              <a:ext cx="759576" cy="592341"/>
            </a:xfrm>
            <a:prstGeom prst="rect">
              <a:avLst/>
            </a:prstGeom>
            <a:solidFill>
              <a:srgbClr val="63EBDA"/>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ysClr val="windowText" lastClr="000000"/>
                  </a:solidFill>
                </a:rPr>
                <a:t>99</a:t>
              </a:r>
            </a:p>
            <a:p>
              <a:pPr algn="ctr"/>
              <a:r>
                <a:rPr lang="en-GB" sz="800">
                  <a:solidFill>
                    <a:sysClr val="windowText" lastClr="000000"/>
                  </a:solidFill>
                </a:rPr>
                <a:t>235</a:t>
              </a:r>
            </a:p>
            <a:p>
              <a:pPr algn="ctr"/>
              <a:r>
                <a:rPr lang="en-GB" sz="800">
                  <a:solidFill>
                    <a:sysClr val="windowText" lastClr="000000"/>
                  </a:solidFill>
                </a:rPr>
                <a:t>218</a:t>
              </a:r>
            </a:p>
          </p:txBody>
        </p:sp>
        <p:sp>
          <p:nvSpPr>
            <p:cNvPr id="117" name="Rectangle 116">
              <a:extLst>
                <a:ext uri="{FF2B5EF4-FFF2-40B4-BE49-F238E27FC236}">
                  <a16:creationId xmlns:a16="http://schemas.microsoft.com/office/drawing/2014/main" id="{7004D9F3-522B-4798-8584-5DAEBCA82D69}"/>
                </a:ext>
              </a:extLst>
            </p:cNvPr>
            <p:cNvSpPr/>
            <p:nvPr userDrawn="1"/>
          </p:nvSpPr>
          <p:spPr>
            <a:xfrm>
              <a:off x="7882343" y="5227726"/>
              <a:ext cx="759576" cy="592341"/>
            </a:xfrm>
            <a:prstGeom prst="rect">
              <a:avLst/>
            </a:prstGeom>
            <a:solidFill>
              <a:srgbClr val="00B8F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0</a:t>
              </a:r>
            </a:p>
            <a:p>
              <a:pPr algn="ctr"/>
              <a:r>
                <a:rPr lang="en-GB" sz="800">
                  <a:solidFill>
                    <a:schemeClr val="bg1"/>
                  </a:solidFill>
                </a:rPr>
                <a:t>184</a:t>
              </a:r>
            </a:p>
            <a:p>
              <a:pPr algn="ctr"/>
              <a:r>
                <a:rPr lang="en-GB" sz="800">
                  <a:solidFill>
                    <a:schemeClr val="bg1"/>
                  </a:solidFill>
                </a:rPr>
                <a:t>245</a:t>
              </a:r>
            </a:p>
          </p:txBody>
        </p:sp>
        <p:sp>
          <p:nvSpPr>
            <p:cNvPr id="118" name="Rectangle 117">
              <a:extLst>
                <a:ext uri="{FF2B5EF4-FFF2-40B4-BE49-F238E27FC236}">
                  <a16:creationId xmlns:a16="http://schemas.microsoft.com/office/drawing/2014/main" id="{DDFAE922-1756-4DBB-9867-8AF985CB3C58}"/>
                </a:ext>
              </a:extLst>
            </p:cNvPr>
            <p:cNvSpPr/>
            <p:nvPr userDrawn="1"/>
          </p:nvSpPr>
          <p:spPr>
            <a:xfrm>
              <a:off x="11640737" y="6015678"/>
              <a:ext cx="759576" cy="592341"/>
            </a:xfrm>
            <a:prstGeom prst="rect">
              <a:avLst/>
            </a:prstGeom>
            <a:solidFill>
              <a:srgbClr val="510DB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81</a:t>
              </a:r>
            </a:p>
            <a:p>
              <a:pPr algn="ctr"/>
              <a:r>
                <a:rPr lang="en-GB" sz="800">
                  <a:solidFill>
                    <a:schemeClr val="bg1"/>
                  </a:solidFill>
                </a:rPr>
                <a:t>13</a:t>
              </a:r>
            </a:p>
            <a:p>
              <a:pPr algn="ctr"/>
              <a:r>
                <a:rPr lang="en-GB" sz="800">
                  <a:solidFill>
                    <a:schemeClr val="bg1"/>
                  </a:solidFill>
                </a:rPr>
                <a:t>188</a:t>
              </a:r>
            </a:p>
          </p:txBody>
        </p:sp>
        <p:sp>
          <p:nvSpPr>
            <p:cNvPr id="119" name="Rectangle 118">
              <a:extLst>
                <a:ext uri="{FF2B5EF4-FFF2-40B4-BE49-F238E27FC236}">
                  <a16:creationId xmlns:a16="http://schemas.microsoft.com/office/drawing/2014/main" id="{88FF5845-C594-4FAB-AA8F-EA33A333B321}"/>
                </a:ext>
              </a:extLst>
            </p:cNvPr>
            <p:cNvSpPr/>
            <p:nvPr userDrawn="1"/>
          </p:nvSpPr>
          <p:spPr>
            <a:xfrm>
              <a:off x="12580336" y="5227726"/>
              <a:ext cx="759576" cy="592341"/>
            </a:xfrm>
            <a:prstGeom prst="rect">
              <a:avLst/>
            </a:prstGeom>
            <a:solidFill>
              <a:srgbClr val="098E7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9</a:t>
              </a:r>
            </a:p>
            <a:p>
              <a:pPr algn="ctr"/>
              <a:r>
                <a:rPr lang="en-GB" sz="800">
                  <a:solidFill>
                    <a:schemeClr val="bg1"/>
                  </a:solidFill>
                </a:rPr>
                <a:t>142</a:t>
              </a:r>
            </a:p>
            <a:p>
              <a:pPr algn="ctr"/>
              <a:r>
                <a:rPr lang="en-GB" sz="800">
                  <a:solidFill>
                    <a:schemeClr val="bg1"/>
                  </a:solidFill>
                </a:rPr>
                <a:t>126</a:t>
              </a:r>
            </a:p>
          </p:txBody>
        </p:sp>
        <p:sp>
          <p:nvSpPr>
            <p:cNvPr id="120" name="Rectangle 119">
              <a:extLst>
                <a:ext uri="{FF2B5EF4-FFF2-40B4-BE49-F238E27FC236}">
                  <a16:creationId xmlns:a16="http://schemas.microsoft.com/office/drawing/2014/main" id="{BDF8DBD9-3426-4B1A-A0E8-1F5F3DA02FE2}"/>
                </a:ext>
              </a:extLst>
            </p:cNvPr>
            <p:cNvSpPr/>
            <p:nvPr userDrawn="1"/>
          </p:nvSpPr>
          <p:spPr>
            <a:xfrm>
              <a:off x="10701139" y="6015678"/>
              <a:ext cx="759576" cy="592341"/>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102</a:t>
              </a:r>
            </a:p>
            <a:p>
              <a:pPr algn="ctr"/>
              <a:r>
                <a:rPr lang="en-GB" sz="800">
                  <a:solidFill>
                    <a:schemeClr val="bg1"/>
                  </a:solidFill>
                </a:rPr>
                <a:t>102</a:t>
              </a:r>
            </a:p>
            <a:p>
              <a:pPr algn="ctr"/>
              <a:r>
                <a:rPr lang="en-GB" sz="800">
                  <a:solidFill>
                    <a:schemeClr val="bg1"/>
                  </a:solidFill>
                </a:rPr>
                <a:t>102</a:t>
              </a:r>
            </a:p>
          </p:txBody>
        </p:sp>
        <p:sp>
          <p:nvSpPr>
            <p:cNvPr id="121" name="Rectangle 120">
              <a:extLst>
                <a:ext uri="{FF2B5EF4-FFF2-40B4-BE49-F238E27FC236}">
                  <a16:creationId xmlns:a16="http://schemas.microsoft.com/office/drawing/2014/main" id="{7F2702EE-4E6E-4980-B5D2-9FC76A136BA8}"/>
                </a:ext>
              </a:extLst>
            </p:cNvPr>
            <p:cNvSpPr/>
            <p:nvPr userDrawn="1"/>
          </p:nvSpPr>
          <p:spPr>
            <a:xfrm>
              <a:off x="7882343" y="6015678"/>
              <a:ext cx="759576" cy="592341"/>
            </a:xfrm>
            <a:prstGeom prst="rect">
              <a:avLst/>
            </a:prstGeom>
            <a:solidFill>
              <a:srgbClr val="AB0D8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54610" tIns="54610" rIns="54610" bIns="54610" rtlCol="0" anchor="ctr"/>
            <a:lstStyle/>
            <a:p>
              <a:pPr algn="ctr"/>
              <a:r>
                <a:rPr lang="en-GB" sz="800">
                  <a:solidFill>
                    <a:schemeClr val="bg1"/>
                  </a:solidFill>
                </a:rPr>
                <a:t>171</a:t>
              </a:r>
            </a:p>
            <a:p>
              <a:pPr algn="ctr"/>
              <a:r>
                <a:rPr lang="en-GB" sz="800">
                  <a:solidFill>
                    <a:schemeClr val="bg1"/>
                  </a:solidFill>
                </a:rPr>
                <a:t>13</a:t>
              </a:r>
            </a:p>
            <a:p>
              <a:pPr algn="ctr"/>
              <a:r>
                <a:rPr lang="en-GB" sz="800">
                  <a:solidFill>
                    <a:schemeClr val="bg1"/>
                  </a:solidFill>
                </a:rPr>
                <a:t>130</a:t>
              </a:r>
            </a:p>
          </p:txBody>
        </p:sp>
      </p:grpSp>
    </p:spTree>
    <p:extLst>
      <p:ext uri="{BB962C8B-B14F-4D97-AF65-F5344CB8AC3E}">
        <p14:creationId xmlns:p14="http://schemas.microsoft.com/office/powerpoint/2010/main" val="25342392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5639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blue background with many small dots&#10;&#10;Description automatically generated">
            <a:extLst>
              <a:ext uri="{FF2B5EF4-FFF2-40B4-BE49-F238E27FC236}">
                <a16:creationId xmlns:a16="http://schemas.microsoft.com/office/drawing/2014/main" id="{E349E20F-9313-4293-8F58-5EC79FE8652C}"/>
              </a:ext>
            </a:extLst>
          </p:cNvPr>
          <p:cNvPicPr>
            <a:picLocks noChangeAspect="1"/>
          </p:cNvPicPr>
          <p:nvPr userDrawn="1"/>
        </p:nvPicPr>
        <p:blipFill rotWithShape="1">
          <a:blip r:embed="rId32">
            <a:extLst>
              <a:ext uri="{28A0092B-C50C-407E-A947-70E740481C1C}">
                <a14:useLocalDpi xmlns:a14="http://schemas.microsoft.com/office/drawing/2010/main" val="0"/>
              </a:ext>
            </a:extLst>
          </a:blip>
          <a:srcRect t="92354"/>
          <a:stretch/>
        </p:blipFill>
        <p:spPr>
          <a:xfrm flipH="1">
            <a:off x="0" y="6333652"/>
            <a:ext cx="12192000" cy="524348"/>
          </a:xfrm>
          <a:prstGeom prst="rect">
            <a:avLst/>
          </a:prstGeom>
        </p:spPr>
      </p:pic>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Shape 8"/>
          <p:cNvSpPr txBox="1">
            <a:spLocks/>
          </p:cNvSpPr>
          <p:nvPr userDrawn="1"/>
        </p:nvSpPr>
        <p:spPr>
          <a:xfrm>
            <a:off x="10946607" y="6500922"/>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900" smtClean="0">
                <a:solidFill>
                  <a:schemeClr val="bg1"/>
                </a:solidFill>
                <a:latin typeface="+mn-lt"/>
                <a:ea typeface="Arial"/>
                <a:cs typeface="Arial" panose="020B0604020202020204" pitchFamily="34" charset="0"/>
              </a:rPr>
              <a:pPr algn="r"/>
              <a:t>‹#›</a:t>
            </a:fld>
            <a:endParaRPr lang="en-GB" sz="900">
              <a:solidFill>
                <a:schemeClr val="bg1"/>
              </a:solidFill>
              <a:latin typeface="+mn-lt"/>
              <a:ea typeface="Arial"/>
              <a:cs typeface="Arial" panose="020B0604020202020204" pitchFamily="34" charset="0"/>
            </a:endParaRPr>
          </a:p>
        </p:txBody>
      </p:sp>
      <p:sp>
        <p:nvSpPr>
          <p:cNvPr id="8" name="TextBox 7">
            <a:extLst>
              <a:ext uri="{C183D7F6-B498-43B3-948B-1728B52AA6E4}">
                <adec:decorative xmlns:adec="http://schemas.microsoft.com/office/drawing/2017/decorative" val="1"/>
              </a:ext>
            </a:extLst>
          </p:cNvPr>
          <p:cNvSpPr txBox="1"/>
          <p:nvPr userDrawn="1"/>
        </p:nvSpPr>
        <p:spPr>
          <a:xfrm>
            <a:off x="1885684" y="6500922"/>
            <a:ext cx="4667513"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2026 KPMG LLP, a Delaware limited liability partnership and a member firm of the KPMG global organization of independent member firms affiliated with KPMG International Limited, a private English company limited by guarantee. All rights reserved. </a:t>
            </a:r>
          </a:p>
        </p:txBody>
      </p:sp>
      <p:sp>
        <p:nvSpPr>
          <p:cNvPr id="4" name="Graphic 8">
            <a:extLst>
              <a:ext uri="{FF2B5EF4-FFF2-40B4-BE49-F238E27FC236}">
                <a16:creationId xmlns:a16="http://schemas.microsoft.com/office/drawing/2014/main" id="{9AC77B96-D96C-4FA2-858B-DEE0A3A7B7B6}"/>
              </a:ext>
            </a:extLst>
          </p:cNvPr>
          <p:cNvSpPr/>
          <p:nvPr/>
        </p:nvSpPr>
        <p:spPr>
          <a:xfrm>
            <a:off x="1003200" y="6500921"/>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p>
        </p:txBody>
      </p:sp>
      <p:sp>
        <p:nvSpPr>
          <p:cNvPr id="6" name="TextBox 5">
            <a:extLst>
              <a:ext uri="{FF2B5EF4-FFF2-40B4-BE49-F238E27FC236}">
                <a16:creationId xmlns:a16="http://schemas.microsoft.com/office/drawing/2014/main" id="{539FD60A-3D83-FC03-546F-E0F543CA3942}"/>
              </a:ext>
            </a:extLst>
          </p:cNvPr>
          <p:cNvSpPr txBox="1"/>
          <p:nvPr userDrawn="1"/>
        </p:nvSpPr>
        <p:spPr>
          <a:xfrm>
            <a:off x="8057551" y="6486892"/>
            <a:ext cx="1570943" cy="215444"/>
          </a:xfrm>
          <a:prstGeom prst="rect">
            <a:avLst/>
          </a:prstGeom>
        </p:spPr>
        <p:txBody>
          <a:bodyPr vert="horz" wrap="none" lIns="0" tIns="0" rIns="0" bIns="0" rtlCol="0" anchor="t" anchorCtr="0">
            <a:spAutoFit/>
          </a:bodyPr>
          <a:lstStyle/>
          <a:p>
            <a:pPr algn="l">
              <a:spcAft>
                <a:spcPts val="600"/>
              </a:spcAft>
            </a:pPr>
            <a:r>
              <a:rPr lang="en-US" sz="1400" b="1">
                <a:solidFill>
                  <a:schemeClr val="accent2">
                    <a:lumMod val="20000"/>
                    <a:lumOff val="80000"/>
                  </a:schemeClr>
                </a:solidFill>
              </a:rPr>
              <a:t>#DigitalExcellence</a:t>
            </a:r>
          </a:p>
        </p:txBody>
      </p:sp>
    </p:spTree>
    <p:extLst>
      <p:ext uri="{BB962C8B-B14F-4D97-AF65-F5344CB8AC3E}">
        <p14:creationId xmlns:p14="http://schemas.microsoft.com/office/powerpoint/2010/main" val="32891058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p15:clr>
            <a:srgbClr val="F26B43"/>
          </p15:clr>
        </p15:guide>
        <p15:guide id="2" pos="627">
          <p15:clr>
            <a:srgbClr val="F26B43"/>
          </p15:clr>
        </p15:guide>
        <p15:guide id="3" pos="7055">
          <p15:clr>
            <a:srgbClr val="F26B43"/>
          </p15:clr>
        </p15:guide>
        <p15:guide id="4" orient="horz" pos="838">
          <p15:clr>
            <a:srgbClr val="F26B43"/>
          </p15:clr>
        </p15:guide>
        <p15:guide id="5" orient="horz" pos="612">
          <p15:clr>
            <a:srgbClr val="F26B43"/>
          </p15:clr>
        </p15:guide>
        <p15:guide id="6" orient="horz" pos="272">
          <p15:clr>
            <a:srgbClr val="F26B43"/>
          </p15:clr>
        </p15:guide>
      </p15:sldGuideLst>
    </p:ext>
  </p:extLst>
</p:sldMaster>
</file>

<file path=ppt/slides/_rels/slide56.xml.rels><?xml version="1.0" encoding="UTF-8" standalone="yes"?>
<Relationships xmlns="http://schemas.openxmlformats.org/package/2006/relationships"><Relationship Id="rId2" Type="http://schemas.openxmlformats.org/officeDocument/2006/relationships/hyperlink" Target="https://us-nexus.atlassian.net/browse/GEE-26092" TargetMode="External"/><Relationship Id="rId1" Type="http://schemas.openxmlformats.org/officeDocument/2006/relationships/slideLayout" Target="../slideLayouts/slideLayout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0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0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0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0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0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0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0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0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0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2.png"/><Relationship Id="rIdJB2" Type="http://schemas.openxmlformats.org/officeDocument/2006/relationships/image" Target="../media/jb_1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4.png"/><Relationship Id="rIdJB2" Type="http://schemas.openxmlformats.org/officeDocument/2006/relationships/image" Target="../media/jb_1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6.png"/><Relationship Id="rIdJB2" Type="http://schemas.openxmlformats.org/officeDocument/2006/relationships/image" Target="../media/jb_1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8.png"/><Relationship Id="rIdJB2" Type="http://schemas.openxmlformats.org/officeDocument/2006/relationships/image" Target="../media/jb_1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20.png"/><Relationship Id="rIdJB2" Type="http://schemas.openxmlformats.org/officeDocument/2006/relationships/image" Target="../media/jb_2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22.png"/><Relationship Id="rIdJB2" Type="http://schemas.openxmlformats.org/officeDocument/2006/relationships/image" Target="../media/jb_2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24.png"/><Relationship Id="rIdJB2" Type="http://schemas.openxmlformats.org/officeDocument/2006/relationships/image" Target="../media/jb_2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26.png"/><Relationship Id="rIdJB2" Type="http://schemas.openxmlformats.org/officeDocument/2006/relationships/image" Target="../media/jb_2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28.png"/><Relationship Id="rIdJB2" Type="http://schemas.openxmlformats.org/officeDocument/2006/relationships/image" Target="../media/jb_2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30.png"/><Relationship Id="rIdJB2" Type="http://schemas.openxmlformats.org/officeDocument/2006/relationships/image" Target="../media/jb_3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32.png"/><Relationship Id="rIdJB2" Type="http://schemas.openxmlformats.org/officeDocument/2006/relationships/image" Target="../media/jb_3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34.png"/><Relationship Id="rIdJB2" Type="http://schemas.openxmlformats.org/officeDocument/2006/relationships/image" Target="../media/jb_3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36.png"/><Relationship Id="rIdJB2" Type="http://schemas.openxmlformats.org/officeDocument/2006/relationships/image" Target="../media/jb_3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38.png"/><Relationship Id="rIdJB2" Type="http://schemas.openxmlformats.org/officeDocument/2006/relationships/image" Target="../media/jb_3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40.png"/><Relationship Id="rIdJB2" Type="http://schemas.openxmlformats.org/officeDocument/2006/relationships/image" Target="../media/jb_4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42.png"/><Relationship Id="rIdJB2" Type="http://schemas.openxmlformats.org/officeDocument/2006/relationships/image" Target="../media/jb_4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0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02.png"/><Relationship Id="rIdJB2" Type="http://schemas.openxmlformats.org/officeDocument/2006/relationships/image" Target="../media/jb_10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0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0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06.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0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0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JB1" Type="http://schemas.openxmlformats.org/officeDocument/2006/relationships/image" Target="../media/jb_109.png"/></Relationships>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E1D82-46B9-4E9B-73B2-A3845DCDE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55B8C-A2CD-C8A7-0EB5-126E86E1600A}"/>
              </a:ext>
            </a:extLst>
          </p:cNvPr>
          <p:cNvSpPr>
            <a:spLocks noGrp="1"/>
          </p:cNvSpPr>
          <p:nvPr>
            <p:ph type="ctrTitle"/>
          </p:nvPr>
        </p:nvSpPr>
        <p:spPr>
          <a:xfrm>
            <a:off x="1289859" y="2398601"/>
            <a:ext cx="6105360" cy="1960841"/>
          </a:xfrm>
        </p:spPr>
        <p:txBody>
          <a:bodyPr/>
          <a:lstStyle/>
          <a:p>
            <a:r>
              <a:rPr lang="en-US" sz="3600"/>
              <a:t>&lt;DEV&gt; Implement Journey Builder Cleanup: monthly Cleanup Review and Recycle Bin automations</a:t>
            </a:r>
          </a:p>
        </p:txBody>
      </p:sp>
      <p:sp>
        <p:nvSpPr>
          <p:cNvPr id="3" name="Text Placeholder 2">
            <a:extLst>
              <a:ext uri="{FF2B5EF4-FFF2-40B4-BE49-F238E27FC236}">
                <a16:creationId xmlns:a16="http://schemas.microsoft.com/office/drawing/2014/main" id="{55CEE461-FF44-815D-14B4-2BC3E26A86B7}"/>
              </a:ext>
            </a:extLst>
          </p:cNvPr>
          <p:cNvSpPr>
            <a:spLocks noGrp="1"/>
          </p:cNvSpPr>
          <p:nvPr>
            <p:ph type="body" sz="quarter" idx="11"/>
          </p:nvPr>
        </p:nvSpPr>
        <p:spPr>
          <a:xfrm>
            <a:off x="1289860" y="5159266"/>
            <a:ext cx="5252400" cy="569387"/>
          </a:xfrm>
        </p:spPr>
        <p:txBody>
          <a:bodyPr/>
          <a:lstStyle/>
          <a:p>
            <a:r>
              <a:rPr lang="en-US"/>
              <a:t>Developer: Himanshu Gupta</a:t>
            </a:r>
          </a:p>
          <a:p>
            <a:endParaRPr lang="en-US" b="0">
              <a:solidFill>
                <a:srgbClr val="000000"/>
              </a:solidFill>
              <a:latin typeface="Aptos Narrow"/>
            </a:endParaRPr>
          </a:p>
        </p:txBody>
      </p:sp>
      <p:sp>
        <p:nvSpPr>
          <p:cNvPr id="4" name="Text Placeholder 3">
            <a:extLst>
              <a:ext uri="{FF2B5EF4-FFF2-40B4-BE49-F238E27FC236}">
                <a16:creationId xmlns:a16="http://schemas.microsoft.com/office/drawing/2014/main" id="{11B17FD4-BE4A-B379-D4E6-E7456BC8023A}"/>
              </a:ext>
            </a:extLst>
          </p:cNvPr>
          <p:cNvSpPr>
            <a:spLocks noGrp="1"/>
          </p:cNvSpPr>
          <p:nvPr>
            <p:ph type="body" sz="quarter" idx="12"/>
          </p:nvPr>
        </p:nvSpPr>
        <p:spPr>
          <a:xfrm>
            <a:off x="1289860" y="1140069"/>
            <a:ext cx="4647390" cy="790742"/>
          </a:xfrm>
        </p:spPr>
        <p:txBody>
          <a:bodyPr/>
          <a:lstStyle/>
          <a:p>
            <a:pPr fontAlgn="ctr"/>
            <a:r>
              <a:rPr lang="en-US" u="sng" dirty="0">
                <a:hlinkClick r:id="rId2">
                  <a:extLst>
                    <a:ext uri="{A12FA001-AC4F-418D-AE19-62706E023703}">
                      <ahyp:hlinkClr xmlns:ahyp="http://schemas.microsoft.com/office/drawing/2018/hyperlinkcolor" val="tx"/>
                    </a:ext>
                  </a:extLst>
                </a:hlinkClick>
              </a:rPr>
              <a:t>GEE-26092</a:t>
            </a:r>
            <a:endParaRPr lang="en-US" dirty="0"/>
          </a:p>
        </p:txBody>
      </p:sp>
    </p:spTree>
    <p:extLst>
      <p:ext uri="{BB962C8B-B14F-4D97-AF65-F5344CB8AC3E}">
        <p14:creationId xmlns:p14="http://schemas.microsoft.com/office/powerpoint/2010/main" val="3771186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244DA-A8CB-E47F-10CB-062BBB12295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860AA48-08DD-C611-79AA-228BEBAEAFE0}"/>
              </a:ext>
            </a:extLst>
          </p:cNvPr>
          <p:cNvSpPr>
            <a:spLocks noGrp="1"/>
          </p:cNvSpPr>
          <p:nvPr>
            <p:ph type="body" sz="quarter" idx="10"/>
          </p:nvPr>
        </p:nvSpPr>
        <p:spPr>
          <a:xfrm>
            <a:off x="750948" y="971130"/>
            <a:ext cx="10871076" cy="1315185"/>
          </a:xfrm>
        </p:spPr>
        <p:txBody>
          <a:bodyPr/>
          <a:lstStyle/>
          <a:p>
            <a:pPr marL="0" lvl="2" indent="0">
              <a:buNone/>
            </a:pPr>
            <a:r>
              <a:rPr lang="en-US" b="0" dirty="0"/>
              <a:t xml:space="preserve">As the email marketing lead, I would like recommendations for automating Journey Builder cleanup with an approval process, so that we can delete items that are no longer needed by the team. This build automates the monthly deletion of the Recycle Bin folder (replacing the manual monthly RITM) and moves journeys not sent in 180 days into a Journey Cleanup Review folder for approval.</a:t>
            </a:r>
          </a:p>
        </p:txBody>
      </p:sp>
      <p:sp>
        <p:nvSpPr>
          <p:cNvPr id="10" name="Title 9">
            <a:extLst>
              <a:ext uri="{FF2B5EF4-FFF2-40B4-BE49-F238E27FC236}">
                <a16:creationId xmlns:a16="http://schemas.microsoft.com/office/drawing/2014/main" id="{B1EACCC5-B195-45AF-5D04-1A074F0314EC}"/>
              </a:ext>
            </a:extLst>
          </p:cNvPr>
          <p:cNvSpPr>
            <a:spLocks noGrp="1"/>
          </p:cNvSpPr>
          <p:nvPr>
            <p:ph type="title"/>
          </p:nvPr>
        </p:nvSpPr>
        <p:spPr>
          <a:xfrm>
            <a:off x="750948" y="115498"/>
            <a:ext cx="10204450" cy="533400"/>
          </a:xfrm>
        </p:spPr>
        <p:txBody>
          <a:bodyPr/>
          <a:lstStyle/>
          <a:p>
            <a:r>
              <a:rPr lang="en-GB"/>
              <a:t>Overview</a:t>
            </a:r>
          </a:p>
        </p:txBody>
      </p:sp>
      <p:sp>
        <p:nvSpPr>
          <p:cNvPr id="2" name="Title 9">
            <a:extLst>
              <a:ext uri="{FF2B5EF4-FFF2-40B4-BE49-F238E27FC236}">
                <a16:creationId xmlns:a16="http://schemas.microsoft.com/office/drawing/2014/main" id="{1F158E71-AE01-0C4F-2CA6-F362D3289D7B}"/>
              </a:ext>
            </a:extLst>
          </p:cNvPr>
          <p:cNvSpPr txBox="1">
            <a:spLocks/>
          </p:cNvSpPr>
          <p:nvPr/>
        </p:nvSpPr>
        <p:spPr>
          <a:xfrm>
            <a:off x="750949" y="2287277"/>
            <a:ext cx="10204450" cy="533400"/>
          </a:xfrm>
          <a:prstGeom prst="rect">
            <a:avLst/>
          </a:prstGeom>
        </p:spPr>
        <p:txBody>
          <a:bodyPr vert="horz" lIns="0" tIns="0" rIns="0" bIns="0" rtlCol="0" anchor="t" anchorCtr="0">
            <a:noAutofit/>
          </a:bodyPr>
          <a:lst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a:lstStyle>
          <a:p>
            <a:r>
              <a:rPr lang="en-US"/>
              <a:t>Marketing Cloud Updates​</a:t>
            </a:r>
            <a:endParaRPr lang="en-GB"/>
          </a:p>
        </p:txBody>
      </p:sp>
      <p:sp>
        <p:nvSpPr>
          <p:cNvPr id="3" name="Text Placeholder 11">
            <a:extLst>
              <a:ext uri="{FF2B5EF4-FFF2-40B4-BE49-F238E27FC236}">
                <a16:creationId xmlns:a16="http://schemas.microsoft.com/office/drawing/2014/main" id="{5B48ED87-D095-5B42-0B50-7517CECC871E}"/>
              </a:ext>
            </a:extLst>
          </p:cNvPr>
          <p:cNvSpPr txBox="1">
            <a:spLocks/>
          </p:cNvSpPr>
          <p:nvPr/>
        </p:nvSpPr>
        <p:spPr>
          <a:xfrm>
            <a:off x="995364" y="2822601"/>
            <a:ext cx="10168509" cy="3183718"/>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83210" indent="-283210" algn="just"/>
            <a:endParaRPr lang="en-US">
              <a:cs typeface="Arial"/>
            </a:endParaRPr>
          </a:p>
        </p:txBody>
      </p:sp>
      <p:sp>
        <p:nvSpPr>
          <p:cNvPr id="8" name="Rectangle 7">
            <a:extLst>
              <a:ext uri="{FF2B5EF4-FFF2-40B4-BE49-F238E27FC236}">
                <a16:creationId xmlns:a16="http://schemas.microsoft.com/office/drawing/2014/main" id="{FACE3E94-2544-D2E7-A89C-4818988BE825}"/>
              </a:ext>
            </a:extLst>
          </p:cNvPr>
          <p:cNvSpPr>
            <a:spLocks noChangeArrowheads="1"/>
          </p:cNvSpPr>
          <p:nvPr/>
        </p:nvSpPr>
        <p:spPr bwMode="auto">
          <a:xfrm>
            <a:off x="776654" y="615332"/>
            <a:ext cx="668639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lvl="0" eaLnBrk="0" fontAlgn="base" hangingPunct="0">
              <a:spcBef>
                <a:spcPct val="0"/>
              </a:spcBef>
              <a:spcAft>
                <a:spcPct val="0"/>
              </a:spcAft>
            </a:pPr>
            <a:endParaRPr kumimoji="0" lang="en-US" altLang="en-US" b="1" i="0" u="none" strike="noStrike" cap="none" normalizeH="0" baseline="0">
              <a:ln>
                <a:noFill/>
              </a:ln>
              <a:solidFill>
                <a:srgbClr val="292A2E"/>
              </a:solidFill>
              <a:effectLst/>
            </a:endParaRPr>
          </a:p>
        </p:txBody>
      </p:sp>
      <p:sp>
        <p:nvSpPr>
          <p:cNvPr id="4" name="Text Placeholder 11">
            <a:extLst>
              <a:ext uri="{FF2B5EF4-FFF2-40B4-BE49-F238E27FC236}">
                <a16:creationId xmlns:a16="http://schemas.microsoft.com/office/drawing/2014/main" id="{FCB92E49-3FE5-968B-9024-CCF151A144F7}"/>
              </a:ext>
            </a:extLst>
          </p:cNvPr>
          <p:cNvSpPr txBox="1">
            <a:spLocks/>
          </p:cNvSpPr>
          <p:nvPr/>
        </p:nvSpPr>
        <p:spPr>
          <a:xfrm>
            <a:off x="750948" y="2900000"/>
            <a:ext cx="11441052" cy="330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150000" indent="-2150000">
              <a:spcAft>
                <a:spcPts val="100"/>
              </a:spcAft>
              <a:tabLst>
                <a:tab pos="2150000" algn="l"/>
              </a:tabLst>
            </a:pPr>
            <a:r>
              <a:rPr lang="en-US" b="1" sz="1300" dirty="0">
                <a:solidFill>
                  <a:srgbClr val="000000"/>
                </a:solidFill>
              </a:rPr>
              <a:t xml:space="preserve">Automations</a:t>
            </a:r>
            <a:r>
              <a:rPr lang="en-US" b="0" sz="1300" dirty="0">
                <a:solidFill>
                  <a:srgbClr val="000000"/>
                </a:solidFill>
              </a:rPr>
              <a:t xml:space="preserve"> (New):</a:t>
            </a:r>
            <a:r>
              <a:rPr lang="en-US" sz="1300" dirty="0"/>
              <a:t>	</a:t>
            </a:r>
            <a:r>
              <a:rPr lang="en-US" b="1" sz="1300" dirty="0">
                <a:solidFill>
                  <a:srgbClr val="000000"/>
                </a:solidFill>
              </a:rPr>
              <a:t xml:space="preserve">JourneyBuilder-Move_Cleanup_Review_Journeys_To_RecycleBin</a:t>
            </a:r>
            <a:r>
              <a:rPr lang="en-US" b="0" sz="1300" dirty="0">
                <a:solidFill>
                  <a:srgbClr val="000000"/>
                </a:solidFill>
              </a:rPr>
              <a:t xml:space="preserve"> (Automation 1 · last day of every month)</a:t>
            </a:r>
          </a:p>
          <a:p>
            <a:pPr marL="2150000" indent="-2150000">
              <a:spcAft>
                <a:spcPts val="100"/>
              </a:spcAft>
              <a:tabLst>
                <a:tab pos="2150000" algn="l"/>
              </a:tabLst>
            </a:pPr>
            <a:r>
              <a:rPr lang="en-US" sz="1300" dirty="0"/>
              <a:t>	</a:t>
            </a:r>
            <a:r>
              <a:rPr lang="en-US" b="1" sz="1300" dirty="0">
                <a:solidFill>
                  <a:srgbClr val="000000"/>
                </a:solidFill>
              </a:rPr>
              <a:t xml:space="preserve">JourneyBuilder-Monthly_RecycleBin_Cleanup_Review_And_Notification</a:t>
            </a:r>
            <a:r>
              <a:rPr lang="en-US" b="0" sz="1300" dirty="0">
                <a:solidFill>
                  <a:srgbClr val="000000"/>
                </a:solidFill>
              </a:rPr>
              <a:t xml:space="preserve"> (Automation 2 · 1st of every month)</a:t>
            </a:r>
          </a:p>
          <a:p>
            <a:pPr>
              <a:spcAft>
                <a:spcPts val="0"/>
              </a:spcAft>
            </a:pPr>
            <a:endParaRPr lang="en-US" sz="600"/>
          </a:p>
          <a:p>
            <a:pPr marL="2150000" indent="-2150000">
              <a:spcAft>
                <a:spcPts val="100"/>
              </a:spcAft>
              <a:tabLst>
                <a:tab pos="2150000" algn="l"/>
              </a:tabLst>
            </a:pPr>
            <a:r>
              <a:rPr lang="en-US" b="1" sz="1300" dirty="0">
                <a:solidFill>
                  <a:srgbClr val="000000"/>
                </a:solidFill>
              </a:rPr>
              <a:t xml:space="preserve">Data Extensions</a:t>
            </a:r>
            <a:r>
              <a:rPr lang="en-US" b="0" sz="1300" dirty="0">
                <a:solidFill>
                  <a:srgbClr val="000000"/>
                </a:solidFill>
              </a:rPr>
              <a:t xml:space="preserve"> (New):</a:t>
            </a:r>
            <a:r>
              <a:rPr lang="en-US" sz="1300" dirty="0"/>
              <a:t>	</a:t>
            </a:r>
            <a:r>
              <a:rPr lang="en-US" b="1" sz="1300" dirty="0">
                <a:solidFill>
                  <a:srgbClr val="000000"/>
                </a:solidFill>
              </a:rPr>
              <a:t xml:space="preserve">Journey_Master</a:t>
            </a:r>
            <a:r>
              <a:rPr lang="en-US" b="0" sz="1300" dirty="0">
                <a:solidFill>
                  <a:srgbClr val="000000"/>
                </a:solidFill>
              </a:rPr>
              <a:t xml:space="preserve"> (all journeys and metadata)</a:t>
            </a:r>
          </a:p>
          <a:p>
            <a:pPr marL="2150000" indent="-2150000">
              <a:spcAft>
                <a:spcPts val="100"/>
              </a:spcAft>
              <a:tabLst>
                <a:tab pos="2150000" algn="l"/>
              </a:tabLst>
            </a:pPr>
            <a:r>
              <a:rPr lang="en-US" sz="1300" dirty="0"/>
              <a:t>	</a:t>
            </a:r>
            <a:r>
              <a:rPr lang="en-US" b="1" sz="1300" dirty="0">
                <a:solidFill>
                  <a:srgbClr val="000000"/>
                </a:solidFill>
              </a:rPr>
              <a:t xml:space="preserve">Journey_Activity</a:t>
            </a:r>
            <a:r>
              <a:rPr lang="en-US" b="0" sz="1300" dirty="0">
                <a:solidFill>
                  <a:srgbClr val="000000"/>
                </a:solidFill>
              </a:rPr>
              <a:t xml:space="preserve"> (activities of each journey)</a:t>
            </a:r>
          </a:p>
          <a:p>
            <a:pPr marL="2150000" indent="-2150000">
              <a:spcAft>
                <a:spcPts val="100"/>
              </a:spcAft>
              <a:tabLst>
                <a:tab pos="2150000" algn="l"/>
              </a:tabLst>
            </a:pPr>
            <a:r>
              <a:rPr lang="en-US" sz="1300" dirty="0"/>
              <a:t>	</a:t>
            </a:r>
            <a:r>
              <a:rPr lang="en-US" b="1" sz="1300" dirty="0">
                <a:solidFill>
                  <a:srgbClr val="000000"/>
                </a:solidFill>
              </a:rPr>
              <a:t xml:space="preserve">Journey_Triggers</a:t>
            </a:r>
            <a:r>
              <a:rPr lang="en-US" b="0" sz="1300" dirty="0">
                <a:solidFill>
                  <a:srgbClr val="000000"/>
                </a:solidFill>
              </a:rPr>
              <a:t xml:space="preserve"> (trigger of each journey)</a:t>
            </a:r>
          </a:p>
          <a:p>
            <a:pPr marL="2150000" indent="-2150000">
              <a:spcAft>
                <a:spcPts val="100"/>
              </a:spcAft>
              <a:tabLst>
                <a:tab pos="2150000" algn="l"/>
              </a:tabLst>
            </a:pPr>
            <a:r>
              <a:rPr lang="en-US" sz="1300" dirty="0"/>
              <a:t>	</a:t>
            </a:r>
            <a:r>
              <a:rPr lang="en-US" b="1" sz="1300" dirty="0">
                <a:solidFill>
                  <a:srgbClr val="000000"/>
                </a:solidFill>
              </a:rPr>
              <a:t xml:space="preserve">Journey_Deletion_Exclusion</a:t>
            </a:r>
            <a:r>
              <a:rPr lang="en-US" b="0" sz="1300" dirty="0">
                <a:solidFill>
                  <a:srgbClr val="000000"/>
                </a:solidFill>
              </a:rPr>
              <a:t xml:space="preserve"> (business-editable exclusion list; never cleared)</a:t>
            </a:r>
          </a:p>
          <a:p>
            <a:pPr marL="2150000" indent="-2150000">
              <a:spcAft>
                <a:spcPts val="100"/>
              </a:spcAft>
              <a:tabLst>
                <a:tab pos="2150000" algn="l"/>
              </a:tabLst>
            </a:pPr>
            <a:r>
              <a:rPr lang="en-US" sz="1300" dirty="0"/>
              <a:t>	</a:t>
            </a:r>
            <a:r>
              <a:rPr lang="en-US" b="1" sz="1300" dirty="0">
                <a:solidFill>
                  <a:srgbClr val="000000"/>
                </a:solidFill>
              </a:rPr>
              <a:t xml:space="preserve">Journey_Activity_Stale_180</a:t>
            </a:r>
            <a:r>
              <a:rPr lang="en-US" b="0" sz="1300" dirty="0">
                <a:solidFill>
                  <a:srgbClr val="000000"/>
                </a:solidFill>
              </a:rPr>
              <a:t xml:space="preserve"> (journeys with no email send in 180 days)</a:t>
            </a:r>
          </a:p>
          <a:p>
            <a:pPr marL="2150000" indent="-2150000">
              <a:spcAft>
                <a:spcPts val="100"/>
              </a:spcAft>
              <a:tabLst>
                <a:tab pos="2150000" algn="l"/>
              </a:tabLst>
            </a:pPr>
            <a:r>
              <a:rPr lang="en-US" sz="1300" dirty="0"/>
              <a:t>	</a:t>
            </a:r>
            <a:r>
              <a:rPr lang="en-US" b="1" sz="1300" dirty="0">
                <a:solidFill>
                  <a:srgbClr val="000000"/>
                </a:solidFill>
              </a:rPr>
              <a:t xml:space="preserve">Journeys_Eligible_For_Cleanup</a:t>
            </a:r>
            <a:r>
              <a:rPr lang="en-US" b="0" sz="1300" dirty="0">
                <a:solidFill>
                  <a:srgbClr val="000000"/>
                </a:solidFill>
              </a:rPr>
              <a:t xml:space="preserve"> (journeys to move to Cleanup Review)</a:t>
            </a:r>
          </a:p>
          <a:p>
            <a:pPr marL="2150000" indent="-2150000">
              <a:spcAft>
                <a:spcPts val="100"/>
              </a:spcAft>
              <a:tabLst>
                <a:tab pos="2150000" algn="l"/>
              </a:tabLst>
            </a:pPr>
            <a:r>
              <a:rPr lang="en-US" sz="1300" dirty="0"/>
              <a:t>	</a:t>
            </a:r>
            <a:r>
              <a:rPr lang="en-US" b="1" sz="1300" dirty="0">
                <a:solidFill>
                  <a:srgbClr val="000000"/>
                </a:solidFill>
              </a:rPr>
              <a:t xml:space="preserve">Journey_Recycle_Bin_Folder</a:t>
            </a:r>
            <a:r>
              <a:rPr lang="en-US" b="0" sz="1300" dirty="0">
                <a:solidFill>
                  <a:srgbClr val="000000"/>
                </a:solidFill>
              </a:rPr>
              <a:t xml:space="preserve"> (live snapshot of the Recycle Bin folder)</a:t>
            </a:r>
          </a:p>
          <a:p>
            <a:pPr marL="2150000" indent="-2150000">
              <a:spcAft>
                <a:spcPts val="100"/>
              </a:spcAft>
              <a:tabLst>
                <a:tab pos="2150000" algn="l"/>
              </a:tabLst>
            </a:pPr>
            <a:r>
              <a:rPr lang="en-US" sz="1300" dirty="0"/>
              <a:t>	</a:t>
            </a:r>
            <a:r>
              <a:rPr lang="en-US" b="1" sz="1300" dirty="0">
                <a:solidFill>
                  <a:srgbClr val="000000"/>
                </a:solidFill>
              </a:rPr>
              <a:t xml:space="preserve">Journey_Cleanup_Review_Folder</a:t>
            </a:r>
            <a:r>
              <a:rPr lang="en-US" b="0" sz="1300" dirty="0">
                <a:solidFill>
                  <a:srgbClr val="000000"/>
                </a:solidFill>
              </a:rPr>
              <a:t xml:space="preserve"> (live snapshot of the Cleanup Review folder)</a:t>
            </a:r>
          </a:p>
          <a:p>
            <a:pPr marL="2150000" indent="-2150000">
              <a:spcAft>
                <a:spcPts val="100"/>
              </a:spcAft>
              <a:tabLst>
                <a:tab pos="2150000" algn="l"/>
              </a:tabLst>
            </a:pPr>
            <a:r>
              <a:rPr lang="en-US" sz="1300" dirty="0"/>
              <a:t>	</a:t>
            </a:r>
            <a:r>
              <a:rPr lang="en-US" b="1" sz="1300" dirty="0">
                <a:solidFill>
                  <a:srgbClr val="000000"/>
                </a:solidFill>
              </a:rPr>
              <a:t xml:space="preserve">Journey_Error_Log</a:t>
            </a:r>
            <a:r>
              <a:rPr lang="en-US" b="0" sz="1300" dirty="0">
                <a:solidFill>
                  <a:srgbClr val="000000"/>
                </a:solidFill>
              </a:rPr>
              <a:t xml:space="preserve"> (audit log of runtime and API errors)</a:t>
            </a:r>
          </a:p>
          <a:p>
            <a:pPr>
              <a:spcAft>
                <a:spcPts val="0"/>
              </a:spcAft>
            </a:pPr>
            <a:endParaRPr lang="en-US" sz="600"/>
          </a:p>
          <a:p>
            <a:pPr marL="2150000" indent="-2150000">
              <a:spcAft>
                <a:spcPts val="100"/>
              </a:spcAft>
              <a:tabLst>
                <a:tab pos="2150000" algn="l"/>
              </a:tabLst>
            </a:pPr>
            <a:r>
              <a:rPr lang="en-US" b="1" sz="1300" dirty="0">
                <a:solidFill>
                  <a:srgbClr val="000000"/>
                </a:solidFill>
              </a:rPr>
              <a:t xml:space="preserve">Email</a:t>
            </a:r>
            <a:r>
              <a:rPr lang="en-US" b="0" sz="1300" dirty="0">
                <a:solidFill>
                  <a:srgbClr val="000000"/>
                </a:solidFill>
              </a:rPr>
              <a:t xml:space="preserve"> (New):</a:t>
            </a:r>
            <a:r>
              <a:rPr lang="en-US" sz="1300" dirty="0"/>
              <a:t>	</a:t>
            </a:r>
            <a:r>
              <a:rPr lang="en-US" b="1" sz="1300" dirty="0">
                <a:solidFill>
                  <a:srgbClr val="000000"/>
                </a:solidFill>
              </a:rPr>
              <a:t xml:space="preserve">Journey Cleanup Review notification</a:t>
            </a:r>
            <a:r>
              <a:rPr lang="en-US" b="0" sz="1300" dirty="0">
                <a:solidFill>
                  <a:srgbClr val="000000"/>
                </a:solidFill>
              </a:rPr>
              <a:t xml:space="preserve"> (sent to Cedric Bastian with the folder contents)</a:t>
            </a:r>
          </a:p>
        </p:txBody>
      </p:sp>
    </p:spTree>
    <p:extLst>
      <p:ext uri="{BB962C8B-B14F-4D97-AF65-F5344CB8AC3E}">
        <p14:creationId xmlns:p14="http://schemas.microsoft.com/office/powerpoint/2010/main" val="32605365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overview:</a:t>
            </a:r>
            <a:r>
              <a:rPr lang="en-US" b="0" dirty="0"/>
              <a:t xml:space="preserve"> Two scheduled automations cover the full monthly lifecycle. Automation 1 (last day of the month) moves reviewed journeys to the Recycle Bin; Automation 2 (1st of the month) deletes the Recycle Bin, then stages new candidates for review and notifies Cedric Bastian.</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00000" y="2000000"/>
            <a:ext cx="11000000" cy="2750000"/>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Shared logic (every Script Activity):</a:t>
            </a:r>
            <a:r>
              <a:rPr lang="en-US" b="0" dirty="0"/>
              <a:t xml:space="preserve"> Credentials for the KPMGUS_Privilege_API package are read from API_Details and decrypted with the same AES DecryptSymmetric call as the API Credential Encryption Tool, run through TreatAsContent(). No credential is hard-coded or logged.</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00000" y="2000000"/>
            <a:ext cx="9798611" cy="4150000"/>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GB" dirty="0"/>
              <a:t>Data Extension Changes or Additions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Journey_Master:</a:t>
            </a:r>
            <a:r>
              <a:rPr lang="en-US" b="0" dirty="0"/>
              <a:t xml:space="preserve"> Master list of every journey and its metadata, retrieved from the Journey Builder REST API.</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2590933"/>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GB" dirty="0"/>
              <a:t>Data Extension Changes or Additions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Journey_Activity:</a:t>
            </a:r>
            <a:r>
              <a:rPr lang="en-US" b="0" dirty="0"/>
              <a:t xml:space="preserve"> Details of every activity inside each journey (including Type, e.g. EMAILV2).</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2590933"/>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GB" dirty="0"/>
              <a:t>Data Extension Changes or Additions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Journey_Triggers:</a:t>
            </a:r>
            <a:r>
              <a:rPr lang="en-US" b="0" dirty="0"/>
              <a:t xml:space="preserve"> Trigger configuration for each journey (first trigger, e.g. EmailAudience, APIEvent).</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2590933"/>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GB" dirty="0"/>
              <a:t>Data Extension Changes or Additions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Journey_Deletion_Exclusion:</a:t>
            </a:r>
            <a:r>
              <a:rPr lang="en-US" b="0" dirty="0"/>
              <a:t xml:space="preserve"> Business-editable exclusion list. Seeded with "_AR_" / "_NT_" matches; manual rows (MatchType = Manual) are never changed.</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2590933"/>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GB" dirty="0"/>
              <a:t>Data Extension Changes or Additions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Journey_Activity_Stale_180:</a:t>
            </a:r>
            <a:r>
              <a:rPr lang="en-US" b="0" dirty="0"/>
              <a:t xml:space="preserve"> Journeys whose email activities have not sent in the last 180 days — one row per journey.</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2590933"/>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GB" dirty="0"/>
              <a:t>Data Extension Changes or Additions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Journeys_Eligible_For_Cleanup:</a:t>
            </a:r>
            <a:r>
              <a:rPr lang="en-US" b="0" dirty="0"/>
              <a:t xml:space="preserve"> Journeys eligible to move to Cleanup Review: Journey_Master structure plus TriggerType, after exclusions.</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2590933"/>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GB" dirty="0"/>
              <a:t>Data Extension Changes or Additions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Journey_Recycle_Bin_Folder:</a:t>
            </a:r>
            <a:r>
              <a:rPr lang="en-US" b="0" dirty="0"/>
              <a:t xml:space="preserve"> Live snapshot of the Recycle Bin folder, fetched at the start of Automation 2 (same structure as Journey_Master).</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2590933"/>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GB" dirty="0"/>
              <a:t>Data Extension Changes or Additions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Journey_Cleanup_Review_Folder:</a:t>
            </a:r>
            <a:r>
              <a:rPr lang="en-US" b="0" dirty="0"/>
              <a:t xml:space="preserve"> Live snapshot of the Journey Cleanup Review folder (same structure as Journey_Master). Also read by the notification email.</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2590933"/>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GB" dirty="0"/>
              <a:t>Data Extension Changes or Additions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Journey_Error_Log:</a:t>
            </a:r>
            <a:r>
              <a:rPr lang="en-US" b="0" dirty="0"/>
              <a:t xml:space="preserve"> Audit log of runtime and API failures across both automations (same 12 fields as the POC).</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2590933"/>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1 – Step 1:</a:t>
            </a:r>
            <a:r>
              <a:rPr lang="en-US" b="0" dirty="0"/>
              <a:t xml:space="preserve"> Live REST fetch of every journey in the Journey Cleanup Review folder (paginated, filtered by folder ID) into Journey_Cleanup_Review_Folder, so Steps 2–3 act on what is in the folder right now.</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1 – Step 2:</a:t>
            </a:r>
            <a:r>
              <a:rPr lang="en-US" b="0" dirty="0"/>
              <a:t xml:space="preserve"> Stop every version of every journey listed in Journey_Cleanup_Review_Folder (Scenario 3). 4xx responses for versions that are not running are logged as Low severity.</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1 – Step 3:</a:t>
            </a:r>
            <a:r>
              <a:rPr lang="en-US" b="0" dirty="0"/>
              <a:t xml:space="preserve"> Move the same journeys from the Journey Cleanup Review folder to the Recycle Bin folder using the Journey Builder categories API (Scenario 3). No notification is required for this scenario.</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1:</a:t>
            </a:r>
            <a:r>
              <a:rPr lang="en-US" b="0" dirty="0"/>
              <a:t xml:space="preserve"> Live REST fetch of every journey currently in the Recycle Bin folder into Journey_Recycle_Bin_Folder — the first action of the month.</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2:</a:t>
            </a:r>
            <a:r>
              <a:rPr lang="en-US" b="0" dirty="0"/>
              <a:t xml:space="preserve"> Stop every version of every journey listed in Journey_Recycle_Bin_Folder, ahead of deletion (Scenario 4).</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3:</a:t>
            </a:r>
            <a:r>
              <a:rPr lang="en-US" b="0" dirty="0"/>
              <a:t xml:space="preserve"> Delete every version of every journey in Journey_Recycle_Bin_Folder, then clear the DE (Scenario 4). A journey is only deleted if its CategoryId is the Recycle Bin folder.</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4:</a:t>
            </a:r>
            <a:r>
              <a:rPr lang="en-US" b="0" dirty="0"/>
              <a:t xml:space="preserve"> Native Wait Activity that gives the DELETE calls from Step 3 time to commit before journey data is read again.</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5:</a:t>
            </a:r>
            <a:r>
              <a:rPr lang="en-US" b="0" dirty="0"/>
              <a:t xml:space="preserve"> Clear the working Data Extensions so last month's rows never leak into this month's results. Journey_Deletion_Exclusion and Journey_Error_Log are never cleared.</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6:</a:t>
            </a:r>
            <a:r>
              <a:rPr lang="en-US" b="0" dirty="0"/>
              <a:t xml:space="preserve"> Page through every journey via the REST API and upsert Journey_Master, Journey_Activity and Journey_Triggers with the full POC field sets.</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7:</a:t>
            </a:r>
            <a:r>
              <a:rPr lang="en-US" b="0" dirty="0"/>
              <a:t xml:space="preserve"> Append every journey whose name contains "_AR_" or "_NT_" to Journey_Deletion_Exclusion (Scenario 1). Rows added manually by the business are never changed.</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8:</a:t>
            </a:r>
            <a:r>
              <a:rPr lang="en-US" b="0" dirty="0"/>
              <a:t xml:space="preserve"> Find journeys with at least one email activity whose latest send is older than 180 days (or that never sent and were created over 180 days ago). Every trigger type is in scope.</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9:</a:t>
            </a:r>
            <a:r>
              <a:rPr lang="en-US" b="0" dirty="0"/>
              <a:t xml:space="preserve"> Remove every journey in Journey_Deletion_Exclusion and any journey already in the Recycle Bin or Cleanup Review folder. Output has the POC structure plus TriggerType.</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10:</a:t>
            </a:r>
            <a:r>
              <a:rPr lang="en-US" b="0" dirty="0"/>
              <a:t xml:space="preserve"> Stop every version of every journey in Journeys_Eligible_For_Cleanup before it is moved (Scenario 2).</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11:</a:t>
            </a:r>
            <a:r>
              <a:rPr lang="en-US" b="0" dirty="0"/>
              <a:t xml:space="preserve"> Move the eligible journeys to the Journey Cleanup Review folder (Scenario 2), then refresh Journey_Cleanup_Review_Folder, which the Step 13 email reads.</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12:</a:t>
            </a:r>
            <a:r>
              <a:rPr lang="en-US" b="0" dirty="0"/>
              <a:t xml:space="preserve"> Verification Activity: if Journeys_Eligible_For_Cleanup has 0 rows the automation stops, so no empty email is sent (same pattern as the POC).</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7288527" cy="3904568"/>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8D83-FED5-8293-50F1-3BC341FFFEA3}"/>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91E1ECE6-00DF-CD0D-31EE-6C337680FBAF}"/>
              </a:ext>
            </a:extLst>
          </p:cNvPr>
          <p:cNvSpPr>
            <a:spLocks noGrp="1"/>
          </p:cNvSpPr>
          <p:nvPr>
            <p:ph type="title"/>
          </p:nvPr>
        </p:nvSpPr>
        <p:spPr>
          <a:xfrm>
            <a:off x="881633" y="295323"/>
            <a:ext cx="10932331" cy="578892"/>
          </a:xfrm>
        </p:spPr>
        <p:txBody>
          <a:bodyPr/>
          <a:lstStyle/>
          <a:p>
            <a:r>
              <a:rPr lang="en-US" dirty="0"/>
              <a:t xml:space="preserve">Automation changes or additions</a:t>
            </a:r>
          </a:p>
        </p:txBody>
      </p:sp>
      <p:sp>
        <p:nvSpPr>
          <p:cNvPr id="3" name="TextBox 2">
            <a:extLst>
              <a:ext uri="{FF2B5EF4-FFF2-40B4-BE49-F238E27FC236}">
                <a16:creationId xmlns:a16="http://schemas.microsoft.com/office/drawing/2014/main" id="{9ECCEF2F-FB1E-BE34-6E8B-71CD74651ADC}"/>
              </a:ext>
            </a:extLst>
          </p:cNvPr>
          <p:cNvSpPr txBox="1"/>
          <p:nvPr/>
        </p:nvSpPr>
        <p:spPr>
          <a:xfrm>
            <a:off x="387941" y="1010519"/>
            <a:ext cx="11627275" cy="646331"/>
          </a:xfrm>
          <a:prstGeom prst="rect">
            <a:avLst/>
          </a:prstGeom>
          <a:noFill/>
        </p:spPr>
        <p:txBody>
          <a:bodyPr wrap="square">
            <a:spAutoFit/>
          </a:bodyPr>
          <a:lstStyle/>
          <a:p>
            <a:r>
              <a:rPr lang="en-US" b="1" dirty="0"/>
              <a:t xml:space="preserve">Automation 2 – Step 13:</a:t>
            </a:r>
            <a:r>
              <a:rPr lang="en-US" b="0" dirty="0"/>
              <a:t xml:space="preserve"> Send Email Activity to Cedric Bastian listing the Cleanup Review folder (Journey Name, Journey Type, Trigger Type, Last Published) with new journeys flagged.</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tretch>
            <a:fillRect/>
          </a:stretch>
        </p:blipFill>
        <p:spPr>
          <a:xfrm>
            <a:off x="671348" y="1882695"/>
            <a:ext cx="3918151" cy="3899192"/>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tretch>
            <a:fillRect/>
          </a:stretch>
        </p:blipFill>
        <p:spPr>
          <a:xfrm>
            <a:off x="4799441" y="1882695"/>
            <a:ext cx="3335555" cy="3950000"/>
          </a:xfrm>
          <a:prstGeom prst="rect">
            <a:avLst/>
          </a:prstGeom>
          <a:ln>
            <a:solidFill>
              <a:schemeClr val="tx1"/>
            </a:solidFill>
          </a:ln>
        </p:spPr>
      </p:pic>
    </p:spTree>
    <p:extLst>
      <p:ext uri="{BB962C8B-B14F-4D97-AF65-F5344CB8AC3E}">
        <p14:creationId xmlns:p14="http://schemas.microsoft.com/office/powerpoint/2010/main" val="18441837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US" dirty="0"/>
              <a:t xml:space="preserve">Test Data</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POC run (UAT):</a:t>
            </a:r>
            <a:r>
              <a:rPr lang="en-US" b="0" dirty="0"/>
              <a:t xml:space="preserve"> The Journey Builder Recycle Bin folder contains 2 journeys before execution (Multistep_Test_Journey and Singlesend_Test_Journey).</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3014904"/>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US" dirty="0"/>
              <a:t xml:space="preserve">Test Data</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POC run (UAT):</a:t>
            </a:r>
            <a:r>
              <a:rPr lang="en-US" b="0" dirty="0"/>
              <a:t xml:space="preserve"> The Journey Cleanup Review folder contains no journeys before execution, and the automation completed successfully (10 activities, 100% success).</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6870192" cy="2250000"/>
          </a:xfrm>
          <a:prstGeom prst="rect">
            <a:avLst/>
          </a:prstGeom>
          <a:ln>
            <a:solidFill>
              <a:schemeClr val="tx1"/>
            </a:solidFill>
          </a:ln>
        </p:spPr>
      </p:pic>
      <p:pic>
        <p:nvPicPr>
          <p:cNvPr id="51" name="Picture 51">
            <a:extLst>
              <a:ext uri="{FF2B5EF4-FFF2-40B4-BE49-F238E27FC236}"/>
            </a:extLst>
          </p:cNvPr>
          <p:cNvPicPr>
            <a:picLocks noChangeAspect="1"/>
          </p:cNvPicPr>
          <p:nvPr/>
        </p:nvPicPr>
        <p:blipFill>
          <a:blip r:embed="rIdJB2">
            <a:extLst>
              <a:ext uri="{28A0092B-C50C-407E-A947-70E740481C1C}">
                <a14:useLocalDpi xmlns:a14="http://schemas.microsoft.com/office/drawing/2010/main" val="0"/>
              </a:ext>
            </a:extLst>
          </a:blip>
          <a:srcRect/>
          <a:stretch/>
        </p:blipFill>
        <p:spPr>
          <a:xfrm>
            <a:off x="914133" y="4384767"/>
            <a:ext cx="7538461" cy="1750000"/>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US" dirty="0"/>
              <a:t xml:space="preserve">Test Results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Journey_Recycle_Bin_Folder:</a:t>
            </a:r>
            <a:r>
              <a:rPr lang="en-US" b="0" dirty="0"/>
              <a:t xml:space="preserve"> The Data Extension shows the 2 journeys fetched from the Recycle Bin folder before deletion.</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8611708" cy="4150000"/>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US" dirty="0"/>
              <a:t xml:space="preserve">Test Results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Recycle Bin folder after execution:</a:t>
            </a:r>
            <a:r>
              <a:rPr lang="en-US" b="0" dirty="0"/>
              <a:t xml:space="preserve"> Both journeys were stopped and deleted; the Recycle Bin folder is now empty (Scenario 4).</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3423216"/>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US" dirty="0"/>
              <a:t xml:space="preserve">Test Results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Journeys_Eligible_For_Cleanup:</a:t>
            </a:r>
            <a:r>
              <a:rPr lang="en-US" b="0" dirty="0"/>
              <a:t xml:space="preserve"> The Data Extension shows 5 journeys identified as eligible for cleanup (no email send in the last 180 days, not excluded).</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9139540" cy="4150000"/>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US" dirty="0"/>
              <a:t xml:space="preserve">Test Results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Notification email:</a:t>
            </a:r>
            <a:r>
              <a:rPr lang="en-US" b="0" dirty="0"/>
              <a:t xml:space="preserve"> The email lists the journey names and journey types in the Journey Cleanup Review folder for review (Scenario 2).</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5961168" cy="4150000"/>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US" dirty="0"/>
              <a:t xml:space="preserve">Test Results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Journey Cleanup Review folder after execution:</a:t>
            </a:r>
            <a:r>
              <a:rPr lang="en-US" b="0" dirty="0"/>
              <a:t xml:space="preserve"> The folder now displays the 5 eligible journeys, confirming the move worked as expected (Scenario 2).</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3596910"/>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43D0E-1580-21B4-E12D-D3AEFD1419D0}"/>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8A3FA695-EB20-7927-43CF-4C3743874AD2}"/>
              </a:ext>
            </a:extLst>
          </p:cNvPr>
          <p:cNvSpPr>
            <a:spLocks noGrp="1"/>
          </p:cNvSpPr>
          <p:nvPr>
            <p:ph type="title"/>
          </p:nvPr>
        </p:nvSpPr>
        <p:spPr/>
        <p:txBody>
          <a:bodyPr/>
          <a:lstStyle/>
          <a:p>
            <a:r>
              <a:rPr lang="en-US" dirty="0"/>
              <a:t xml:space="preserve">Test Results</a:t>
            </a:r>
          </a:p>
        </p:txBody>
      </p:sp>
      <p:sp>
        <p:nvSpPr>
          <p:cNvPr id="3" name="TextBox 2">
            <a:extLst>
              <a:ext uri="{FF2B5EF4-FFF2-40B4-BE49-F238E27FC236}">
                <a16:creationId xmlns:a16="http://schemas.microsoft.com/office/drawing/2014/main" id="{652297B8-F882-1A53-F9C7-E8BE10FABD9A}"/>
              </a:ext>
            </a:extLst>
          </p:cNvPr>
          <p:cNvSpPr txBox="1"/>
          <p:nvPr/>
        </p:nvSpPr>
        <p:spPr>
          <a:xfrm>
            <a:off x="432054" y="1149019"/>
            <a:ext cx="10979658" cy="615553"/>
          </a:xfrm>
          <a:prstGeom prst="rect">
            <a:avLst/>
          </a:prstGeom>
          <a:noFill/>
        </p:spPr>
        <p:txBody>
          <a:bodyPr wrap="square">
            <a:spAutoFit/>
          </a:bodyPr>
          <a:lstStyle/>
          <a:p>
            <a:r>
              <a:rPr lang="en-US" b="1" dirty="0"/>
              <a:t xml:space="preserve">Summary:</a:t>
            </a:r>
            <a:r>
              <a:rPr lang="en-US" b="0" dirty="0"/>
              <a:t xml:space="preserve"> POC results for each acceptance criterion. Items new in this production build are marked for UAT testing.</a:t>
            </a:r>
          </a:p>
        </p:txBody>
      </p:sp>
      <p:pic>
        <p:nvPicPr>
          <p:cNvPr id="50" name="Picture 50">
            <a:extLst>
              <a:ext uri="{FF2B5EF4-FFF2-40B4-BE49-F238E27FC236}"/>
            </a:extLst>
          </p:cNvPr>
          <p:cNvPicPr>
            <a:picLocks noChangeAspect="1"/>
          </p:cNvPicPr>
          <p:nvPr/>
        </p:nvPicPr>
        <p:blipFill>
          <a:blip r:embed="rIdJB1">
            <a:extLst>
              <a:ext uri="{28A0092B-C50C-407E-A947-70E740481C1C}">
                <a14:useLocalDpi xmlns:a14="http://schemas.microsoft.com/office/drawing/2010/main" val="0"/>
              </a:ext>
            </a:extLst>
          </a:blip>
          <a:srcRect/>
          <a:stretch/>
        </p:blipFill>
        <p:spPr>
          <a:xfrm>
            <a:off x="914133" y="1984767"/>
            <a:ext cx="10363733" cy="3096481"/>
          </a:xfrm>
          <a:prstGeom prst="rect">
            <a:avLst/>
          </a:prstGeom>
          <a:ln>
            <a:solidFill>
              <a:schemeClr val="tx1"/>
            </a:solidFill>
          </a:ln>
        </p:spPr>
      </p:pic>
    </p:spTree>
    <p:extLst>
      <p:ext uri="{BB962C8B-B14F-4D97-AF65-F5344CB8AC3E}">
        <p14:creationId xmlns:p14="http://schemas.microsoft.com/office/powerpoint/2010/main" val="4082467515"/>
      </p:ext>
    </p:extLst>
  </p:cSld>
  <p:clrMapOvr>
    <a:masterClrMapping/>
  </p:clrMapOvr>
</p:sld>
</file>

<file path=ppt/theme/theme1.xml><?xml version="1.0" encoding="utf-8"?>
<a:theme xmlns:a="http://schemas.openxmlformats.org/drawingml/2006/main" name="KPMG Widescreen [16:9] Feb 2022">
  <a:themeElements>
    <a:clrScheme name="Custom Option">
      <a:dk1>
        <a:srgbClr val="000000"/>
      </a:dk1>
      <a:lt1>
        <a:sysClr val="window" lastClr="FFFFFF"/>
      </a:lt1>
      <a:dk2>
        <a:srgbClr val="00338D"/>
      </a:dk2>
      <a:lt2>
        <a:srgbClr val="ACEAFF"/>
      </a:lt2>
      <a:accent1>
        <a:srgbClr val="1E49E2"/>
      </a:accent1>
      <a:accent2>
        <a:srgbClr val="00338D"/>
      </a:accent2>
      <a:accent3>
        <a:srgbClr val="0C233C"/>
      </a:accent3>
      <a:accent4>
        <a:srgbClr val="00B8F5"/>
      </a:accent4>
      <a:accent5>
        <a:srgbClr val="7213EA"/>
      </a:accent5>
      <a:accent6>
        <a:srgbClr val="FD349C"/>
      </a:accent6>
      <a:hlink>
        <a:srgbClr val="1E49E2"/>
      </a:hlink>
      <a:folHlink>
        <a:srgbClr val="098E80"/>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alt">
      <a:srgbClr val="1E49E2"/>
    </a:custClr>
    <a:custClr name="Pacific Blue">
      <a:srgbClr val="00B8F5"/>
    </a:custClr>
    <a:custClr name="Purple">
      <a:srgbClr val="7213EA"/>
    </a:custClr>
    <a:custClr name="Dark Blue">
      <a:srgbClr val="0C233C"/>
    </a:custClr>
    <a:custClr name="Light Blue">
      <a:srgbClr val="ACEAFF"/>
    </a:custClr>
    <a:custClr name="Pink">
      <a:srgbClr val="FD349C"/>
    </a:custClr>
    <a:custClr name="Blank">
      <a:srgbClr val="FFFFFF"/>
    </a:custClr>
    <a:custClr name="Blank">
      <a:srgbClr val="FFFFFF"/>
    </a:custClr>
    <a:custClr name="Blank">
      <a:srgbClr val="FFFFFF"/>
    </a:custClr>
    <a:custClr name="Blue">
      <a:srgbClr val="76D2FF"/>
    </a:custClr>
    <a:custClr name="Dark Purple">
      <a:srgbClr val="510DBC"/>
    </a:custClr>
    <a:custClr name="Light Purple">
      <a:srgbClr val="B497FF"/>
    </a:custClr>
    <a:custClr name="Dark Pink">
      <a:srgbClr val="AB0D82"/>
    </a:custClr>
    <a:custClr name="Light Pink">
      <a:srgbClr val="FFA3DA"/>
    </a:custClr>
    <a:custClr name="Dark Green">
      <a:srgbClr val="098E7E"/>
    </a:custClr>
    <a:custClr name="Green">
      <a:srgbClr val="00C0AE"/>
    </a:custClr>
    <a:custClr name="Light Green">
      <a:srgbClr val="63EBDA"/>
    </a:custClr>
    <a:custClr name="Blank">
      <a:srgbClr val="FFFFFF"/>
    </a:custClr>
    <a:custClr name="Blank">
      <a:srgbClr val="FFFFFF"/>
    </a:custClr>
    <a:custClr name="Gray 1">
      <a:srgbClr val="333333"/>
    </a:custClr>
    <a:custClr name="Gray 2">
      <a:srgbClr val="666666"/>
    </a:custClr>
    <a:custClr name="Gray 3">
      <a:srgbClr val="989898"/>
    </a:custClr>
    <a:custClr name="Gray 4">
      <a:srgbClr val="B2B2B2"/>
    </a:custClr>
    <a:custClr name="Gray 5">
      <a:srgbClr val="E5E5E5"/>
    </a:custClr>
    <a:custClr name="Blank">
      <a:srgbClr val="FFFFFF"/>
    </a:custClr>
    <a:custClr name="Blank">
      <a:srgbClr val="FFFFFF"/>
    </a:custClr>
    <a:custClr name="Blank">
      <a:srgbClr val="FFFFFF"/>
    </a:custClr>
    <a:custClr name="Blank">
      <a:srgbClr val="FFFFFF"/>
    </a:custClr>
    <a:custClr name="Blank">
      <a:srgbClr val="FFFFFF"/>
    </a:custClr>
  </a:custClrLst>
  <a:extLst>
    <a:ext uri="{05A4C25C-085E-4340-85A3-A5531E510DB2}">
      <thm15:themeFamily xmlns:thm15="http://schemas.microsoft.com/office/thememl/2012/main" name="KPMG Widescreen Standard Template.potx" id="{383F1974-0399-428C-9939-D1E0A82C8A69}" vid="{3A2833AF-76FB-43DE-A3D4-20538A7057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TotalTime>
  <Words>3389</Words>
  <Application>Microsoft Office PowerPoint</Application>
  <PresentationFormat>Widescreen</PresentationFormat>
  <Paragraphs>390</Paragraphs>
  <Slides>55</Slides>
  <Notes>51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Aptos</vt:lpstr>
      <vt:lpstr>Aptos Narrow</vt:lpstr>
      <vt:lpstr>Arial</vt:lpstr>
      <vt:lpstr>KPMG Bold</vt:lpstr>
      <vt:lpstr>KPMG Widescreen [16:9] Feb 2022</vt:lpstr>
      <vt:lpstr>&lt;DEV&gt; Contact Deletion Phase 2: Create weekly contact deletion automation with new criteria</vt:lpstr>
      <vt:lpstr>Overview</vt:lpstr>
      <vt:lpstr>Auto- Suppression List Addition </vt:lpstr>
      <vt:lpstr>Data Extension Changes or Additions</vt:lpstr>
      <vt:lpstr>Data Extension Changes or Additions</vt:lpstr>
      <vt:lpstr>Data Extension Changes or Additions</vt:lpstr>
      <vt:lpstr>Data Extension Changes or Additions</vt:lpstr>
      <vt:lpstr>Data Extension Changes or Additions</vt:lpstr>
      <vt:lpstr>Data Extension Changes or Additions</vt:lpstr>
      <vt:lpstr>Data Extension Changes or Additions</vt:lpstr>
      <vt:lpstr>Data Extension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Automation changes or additions</vt:lpstr>
      <vt:lpstr>Test Data</vt:lpstr>
      <vt:lpstr>Test Data</vt:lpstr>
      <vt:lpstr>Test Results</vt:lpstr>
      <vt:lpstr>Test Results</vt:lpstr>
      <vt:lpstr>Test Results</vt:lpstr>
      <vt:lpstr>Test Results</vt:lpstr>
      <vt:lpstr>Test Results</vt:lpstr>
      <vt:lpstr>Test Results</vt:lpstr>
      <vt:lpstr>Test Results</vt:lpstr>
      <vt:lpstr>Test Results</vt:lpstr>
      <vt:lpstr>Thank you</vt:lpstr>
      <vt:lpstr>&lt;POC&gt; End-to-end solution to call Centralized Form Processor backend CloudPage (GEE-35446/GEE-42812)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Gupta, Himanshu</dc:creator>
  <cp:lastModifiedBy>Gupta, Himanshu</cp:lastModifiedBy>
  <cp:revision>11</cp:revision>
  <dcterms:created xsi:type="dcterms:W3CDTF">2026-07-17T11:05:11Z</dcterms:created>
  <dcterms:modified xsi:type="dcterms:W3CDTF">2026-07-18T10:26:43Z</dcterms:modified>
</cp:coreProperties>
</file>