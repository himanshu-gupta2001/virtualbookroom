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1283" r:id="rId2"/>
    <p:sldId id="1284" r:id="rId3"/>
    <p:sldId id="1285" r:id="rId4"/>
    <p:sldId id="1286" r:id="rId5"/>
    <p:sldId id="1287" r:id="rId6"/>
    <p:sldId id="1288" r:id="rId7"/>
    <p:sldId id="1289" r:id="rId8"/>
    <p:sldId id="1291" r:id="rId9"/>
    <p:sldId id="1292" r:id="rId10"/>
    <p:sldId id="1293" r:id="rId11"/>
    <p:sldId id="1294" r:id="rId12"/>
    <p:sldId id="1295" r:id="rId13"/>
    <p:sldId id="1296" r:id="rId14"/>
    <p:sldId id="1297" r:id="rId15"/>
    <p:sldId id="1298" r:id="rId16"/>
    <p:sldId id="1299" r:id="rId17"/>
    <p:sldId id="130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4660"/>
  </p:normalViewPr>
  <p:slideViewPr>
    <p:cSldViewPr snapToGrid="0">
      <p:cViewPr varScale="1">
        <p:scale>
          <a:sx n="82" d="100"/>
          <a:sy n="82" d="100"/>
        </p:scale>
        <p:origin x="58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11DEE6-7685-4AA2-AA75-D4BC152DF22B}" type="datetimeFigureOut">
              <a:rPr lang="en-US" smtClean="0"/>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E6EDA8-D9CF-428B-BA60-EC9E5539E2B9}" type="slidenum">
              <a:rPr lang="en-US" smtClean="0"/>
              <a:t>‹#›</a:t>
            </a:fld>
            <a:endParaRPr lang="en-US"/>
          </a:p>
        </p:txBody>
      </p:sp>
    </p:spTree>
    <p:extLst>
      <p:ext uri="{BB962C8B-B14F-4D97-AF65-F5344CB8AC3E}">
        <p14:creationId xmlns:p14="http://schemas.microsoft.com/office/powerpoint/2010/main" val="566656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3_TITLE SLIDE Right Vertical Window Image_Cobalt Blue">
    <p:spTree>
      <p:nvGrpSpPr>
        <p:cNvPr id="1" name=""/>
        <p:cNvGrpSpPr/>
        <p:nvPr/>
      </p:nvGrpSpPr>
      <p:grpSpPr>
        <a:xfrm>
          <a:off x="0" y="0"/>
          <a:ext cx="0" cy="0"/>
          <a:chOff x="0" y="0"/>
          <a:chExt cx="0" cy="0"/>
        </a:xfrm>
      </p:grpSpPr>
      <p:pic>
        <p:nvPicPr>
          <p:cNvPr id="7" name="Picture 6" descr="A blue background with many small dots&#10;&#10;Description automatically generated">
            <a:extLst>
              <a:ext uri="{FF2B5EF4-FFF2-40B4-BE49-F238E27FC236}">
                <a16:creationId xmlns:a16="http://schemas.microsoft.com/office/drawing/2014/main" id="{602A8B37-37B8-C0D8-25FD-8E31C5BFED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le 1"/>
          <p:cNvSpPr>
            <a:spLocks noGrp="1"/>
          </p:cNvSpPr>
          <p:nvPr>
            <p:ph type="ctrTitle" hasCustomPrompt="1"/>
          </p:nvPr>
        </p:nvSpPr>
        <p:spPr>
          <a:xfrm>
            <a:off x="741302" y="1456388"/>
            <a:ext cx="5354698" cy="1686205"/>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741302" y="3457743"/>
            <a:ext cx="5506648"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0" name="Graphic 9">
            <a:extLst>
              <a:ext uri="{FF2B5EF4-FFF2-40B4-BE49-F238E27FC236}">
                <a16:creationId xmlns:a16="http://schemas.microsoft.com/office/drawing/2014/main" id="{9A84BD71-38D7-4AC1-B38A-7DE8843A6D1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
        <p:nvSpPr>
          <p:cNvPr id="4" name="TextBox 3">
            <a:extLst>
              <a:ext uri="{FF2B5EF4-FFF2-40B4-BE49-F238E27FC236}">
                <a16:creationId xmlns:a16="http://schemas.microsoft.com/office/drawing/2014/main" id="{814A74D7-227B-3872-AB9A-C557E9955878}"/>
              </a:ext>
            </a:extLst>
          </p:cNvPr>
          <p:cNvSpPr txBox="1"/>
          <p:nvPr userDrawn="1"/>
        </p:nvSpPr>
        <p:spPr>
          <a:xfrm>
            <a:off x="741302"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2515224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2"/>
        </a:solidFill>
        <a:effectLst/>
      </p:bgPr>
    </p:bg>
    <p:spTree>
      <p:nvGrpSpPr>
        <p:cNvPr id="1" name=""/>
        <p:cNvGrpSpPr/>
        <p:nvPr/>
      </p:nvGrpSpPr>
      <p:grpSpPr>
        <a:xfrm>
          <a:off x="0" y="0"/>
          <a:ext cx="0" cy="0"/>
          <a:chOff x="0" y="0"/>
          <a:chExt cx="0" cy="0"/>
        </a:xfrm>
      </p:grpSpPr>
      <p:pic>
        <p:nvPicPr>
          <p:cNvPr id="2" name="Picture 1" descr="A blue background with many small dots&#10;&#10;Description automatically generated">
            <a:extLst>
              <a:ext uri="{FF2B5EF4-FFF2-40B4-BE49-F238E27FC236}">
                <a16:creationId xmlns:a16="http://schemas.microsoft.com/office/drawing/2014/main" id="{3EAF9C4C-0BB4-84CA-6EA3-178D7BCFD7E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9" t="21236" r="40218" b="15179"/>
          <a:stretch/>
        </p:blipFill>
        <p:spPr>
          <a:xfrm flipH="1">
            <a:off x="4903386" y="1456388"/>
            <a:ext cx="6290138" cy="4360622"/>
          </a:xfrm>
          <a:prstGeom prst="rect">
            <a:avLst/>
          </a:prstGeom>
        </p:spPr>
      </p:pic>
      <p:pic>
        <p:nvPicPr>
          <p:cNvPr id="3" name="Picture 2">
            <a:extLst>
              <a:ext uri="{FF2B5EF4-FFF2-40B4-BE49-F238E27FC236}">
                <a16:creationId xmlns:a16="http://schemas.microsoft.com/office/drawing/2014/main" id="{1990DDFC-341E-BFB0-DF32-E057A1E4BC89}"/>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18860"/>
          <a:stretch/>
        </p:blipFill>
        <p:spPr>
          <a:xfrm flipH="1">
            <a:off x="4909676" y="1456388"/>
            <a:ext cx="6290138" cy="4360622"/>
          </a:xfrm>
          <a:prstGeom prst="rect">
            <a:avLst/>
          </a:prstGeom>
        </p:spPr>
      </p:pic>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741301" y="1456388"/>
            <a:ext cx="3432043"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741301" y="5007010"/>
            <a:ext cx="3432043"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0" name="Graphic 9">
            <a:extLst>
              <a:ext uri="{FF2B5EF4-FFF2-40B4-BE49-F238E27FC236}">
                <a16:creationId xmlns:a16="http://schemas.microsoft.com/office/drawing/2014/main" id="{C6BE9D60-8E37-4DED-A951-A9C36EAA76D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41301" y="736722"/>
            <a:ext cx="914400" cy="368346"/>
          </a:xfrm>
          <a:prstGeom prst="rect">
            <a:avLst/>
          </a:prstGeom>
        </p:spPr>
      </p:pic>
      <p:sp>
        <p:nvSpPr>
          <p:cNvPr id="4" name="TextBox 3">
            <a:extLst>
              <a:ext uri="{FF2B5EF4-FFF2-40B4-BE49-F238E27FC236}">
                <a16:creationId xmlns:a16="http://schemas.microsoft.com/office/drawing/2014/main" id="{AB671C66-5F86-4EF2-8D5C-1DF9919AAA68}"/>
              </a:ext>
            </a:extLst>
          </p:cNvPr>
          <p:cNvSpPr txBox="1"/>
          <p:nvPr userDrawn="1"/>
        </p:nvSpPr>
        <p:spPr>
          <a:xfrm>
            <a:off x="741301"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1152757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LIDE Right Horizontal Window Image_Cobalt Blue">
    <p:bg>
      <p:bgPr>
        <a:solidFill>
          <a:schemeClr val="accent2"/>
        </a:solidFill>
        <a:effectLst/>
      </p:bgPr>
    </p:bg>
    <p:spTree>
      <p:nvGrpSpPr>
        <p:cNvPr id="1" name=""/>
        <p:cNvGrpSpPr/>
        <p:nvPr/>
      </p:nvGrpSpPr>
      <p:grpSpPr>
        <a:xfrm>
          <a:off x="0" y="0"/>
          <a:ext cx="0" cy="0"/>
          <a:chOff x="0" y="0"/>
          <a:chExt cx="0" cy="0"/>
        </a:xfrm>
      </p:grpSpPr>
      <p:pic>
        <p:nvPicPr>
          <p:cNvPr id="2" name="Picture 1" descr="A blue background with many small dots&#10;&#10;Description automatically generated">
            <a:extLst>
              <a:ext uri="{FF2B5EF4-FFF2-40B4-BE49-F238E27FC236}">
                <a16:creationId xmlns:a16="http://schemas.microsoft.com/office/drawing/2014/main" id="{3EAF9C4C-0BB4-84CA-6EA3-178D7BCFD7E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9" t="21236" r="40218" b="15179"/>
          <a:stretch/>
        </p:blipFill>
        <p:spPr>
          <a:xfrm flipH="1">
            <a:off x="4903386" y="1456388"/>
            <a:ext cx="6290138" cy="4360622"/>
          </a:xfrm>
          <a:prstGeom prst="rect">
            <a:avLst/>
          </a:prstGeom>
        </p:spPr>
      </p:pic>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741301" y="1456388"/>
            <a:ext cx="3432043"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741301" y="5007010"/>
            <a:ext cx="3432043"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0" name="Graphic 9">
            <a:extLst>
              <a:ext uri="{FF2B5EF4-FFF2-40B4-BE49-F238E27FC236}">
                <a16:creationId xmlns:a16="http://schemas.microsoft.com/office/drawing/2014/main" id="{C6BE9D60-8E37-4DED-A951-A9C36EAA76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
        <p:nvSpPr>
          <p:cNvPr id="4" name="TextBox 3">
            <a:extLst>
              <a:ext uri="{FF2B5EF4-FFF2-40B4-BE49-F238E27FC236}">
                <a16:creationId xmlns:a16="http://schemas.microsoft.com/office/drawing/2014/main" id="{AB671C66-5F86-4EF2-8D5C-1DF9919AAA68}"/>
              </a:ext>
            </a:extLst>
          </p:cNvPr>
          <p:cNvSpPr txBox="1"/>
          <p:nvPr userDrawn="1"/>
        </p:nvSpPr>
        <p:spPr>
          <a:xfrm>
            <a:off x="741301"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3726618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76797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3754596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4" y="1330126"/>
            <a:ext cx="1020445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287472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e Column Text_double 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8538" y="1700213"/>
            <a:ext cx="10201276"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4AFC733E-E364-489F-B7AF-D2002EE59732}"/>
              </a:ext>
            </a:extLst>
          </p:cNvPr>
          <p:cNvSpPr>
            <a:spLocks noGrp="1"/>
          </p:cNvSpPr>
          <p:nvPr>
            <p:ph type="title" hasCustomPrompt="1"/>
          </p:nvPr>
        </p:nvSpPr>
        <p:spPr/>
        <p:txBody>
          <a:bodyPr/>
          <a:lstStyle>
            <a:lvl1pPr>
              <a:defRPr/>
            </a:lvl1pPr>
          </a:lstStyle>
          <a:p>
            <a:r>
              <a:rPr lang="en-US"/>
              <a:t>Click to edit </a:t>
            </a:r>
            <a:br>
              <a:rPr lang="en-US"/>
            </a:br>
            <a:r>
              <a:rPr lang="en-US"/>
              <a:t>Master title style</a:t>
            </a:r>
            <a:endParaRPr lang="en-GB"/>
          </a:p>
        </p:txBody>
      </p:sp>
    </p:spTree>
    <p:extLst>
      <p:ext uri="{BB962C8B-B14F-4D97-AF65-F5344CB8AC3E}">
        <p14:creationId xmlns:p14="http://schemas.microsoft.com/office/powerpoint/2010/main" val="136850103"/>
      </p:ext>
    </p:extLst>
  </p:cSld>
  <p:clrMapOvr>
    <a:masterClrMapping/>
  </p:clrMapOvr>
  <p:extLst>
    <p:ext uri="{DCECCB84-F9BA-43D5-87BE-67443E8EF086}">
      <p15:sldGuideLst xmlns:p15="http://schemas.microsoft.com/office/powerpoint/2012/main">
        <p15:guide id="1" orient="horz" pos="107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Column Text_double title_KPMG Blue">
    <p:bg>
      <p:bgPr>
        <a:solidFill>
          <a:schemeClr val="accent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8538" y="1700213"/>
            <a:ext cx="10201276" cy="4176712"/>
          </a:xfrm>
        </p:spPr>
        <p:txBody>
          <a:bodyPr/>
          <a:lstStyle>
            <a:lvl1pPr>
              <a:defRPr>
                <a:solidFill>
                  <a:schemeClr val="bg1"/>
                </a:solidFill>
              </a:defRPr>
            </a:lvl1pPr>
            <a:lvl2pPr>
              <a:defRPr>
                <a:solidFill>
                  <a:schemeClr val="bg1"/>
                </a:solidFill>
              </a:defRPr>
            </a:lvl2pPr>
            <a:lvl3pPr>
              <a:buClrTx/>
              <a:defRPr>
                <a:solidFill>
                  <a:schemeClr val="bg1"/>
                </a:solidFill>
              </a:defRPr>
            </a:lvl3pPr>
            <a:lvl4pPr marL="361950" indent="-180975">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hape 8">
            <a:extLst>
              <a:ext uri="{FF2B5EF4-FFF2-40B4-BE49-F238E27FC236}">
                <a16:creationId xmlns:a16="http://schemas.microsoft.com/office/drawing/2014/main" id="{F4561A05-7671-4539-AB97-A9979F67EB4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803AAE32-05EB-420A-97AB-3254804D32FD}"/>
              </a:ext>
            </a:extLst>
          </p:cNvPr>
          <p:cNvSpPr>
            <a:spLocks noGrp="1"/>
          </p:cNvSpPr>
          <p:nvPr>
            <p:ph type="title" hasCustomPrompt="1"/>
          </p:nvPr>
        </p:nvSpPr>
        <p:spPr/>
        <p:txBody>
          <a:bodyPr/>
          <a:lstStyle>
            <a:lvl1pPr>
              <a:defRPr>
                <a:solidFill>
                  <a:schemeClr val="bg1"/>
                </a:solidFill>
              </a:defRPr>
            </a:lvl1pPr>
          </a:lstStyle>
          <a:p>
            <a:r>
              <a:rPr lang="en-US"/>
              <a:t>Click to edit </a:t>
            </a:r>
            <a:br>
              <a:rPr lang="en-US"/>
            </a:br>
            <a:r>
              <a:rPr lang="en-US"/>
              <a:t>Master title style</a:t>
            </a:r>
            <a:endParaRPr lang="en-GB"/>
          </a:p>
        </p:txBody>
      </p:sp>
      <p:sp>
        <p:nvSpPr>
          <p:cNvPr id="10" name="Graphic 8">
            <a:extLst>
              <a:ext uri="{FF2B5EF4-FFF2-40B4-BE49-F238E27FC236}">
                <a16:creationId xmlns:a16="http://schemas.microsoft.com/office/drawing/2014/main" id="{567897B5-3A96-440B-8018-FDD880280B2A}"/>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1852667898"/>
      </p:ext>
    </p:extLst>
  </p:cSld>
  <p:clrMapOvr>
    <a:masterClrMapping/>
  </p:clrMapOvr>
  <p:extLst>
    <p:ext uri="{DCECCB84-F9BA-43D5-87BE-67443E8EF086}">
      <p15:sldGuideLst xmlns:p15="http://schemas.microsoft.com/office/powerpoint/2012/main">
        <p15:guide id="1" orient="horz" pos="107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 Column Text - Dark BG colour">
    <p:bg>
      <p:bgPr>
        <a:solidFill>
          <a:schemeClr val="accent2"/>
        </a:solidFill>
        <a:effectLst/>
      </p:bgPr>
    </p:bg>
    <p:spTree>
      <p:nvGrpSpPr>
        <p:cNvPr id="1" name=""/>
        <p:cNvGrpSpPr/>
        <p:nvPr/>
      </p:nvGrpSpPr>
      <p:grpSpPr>
        <a:xfrm>
          <a:off x="0" y="0"/>
          <a:ext cx="0" cy="0"/>
          <a:chOff x="0" y="0"/>
          <a:chExt cx="0" cy="0"/>
        </a:xfrm>
      </p:grpSpPr>
      <p:pic>
        <p:nvPicPr>
          <p:cNvPr id="3" name="Picture 2" descr="A blue background with many small dots&#10;&#10;Description automatically generated">
            <a:extLst>
              <a:ext uri="{FF2B5EF4-FFF2-40B4-BE49-F238E27FC236}">
                <a16:creationId xmlns:a16="http://schemas.microsoft.com/office/drawing/2014/main" id="{5704C0F3-70B4-E445-9CC2-FDD2F54AD5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5" name="Rectangle 4">
            <a:extLst>
              <a:ext uri="{FF2B5EF4-FFF2-40B4-BE49-F238E27FC236}">
                <a16:creationId xmlns:a16="http://schemas.microsoft.com/office/drawing/2014/main" id="{A67EF913-3370-49A8-475B-78901BBFD544}"/>
              </a:ext>
            </a:extLst>
          </p:cNvPr>
          <p:cNvSpPr/>
          <p:nvPr userDrawn="1"/>
        </p:nvSpPr>
        <p:spPr>
          <a:xfrm>
            <a:off x="0" y="0"/>
            <a:ext cx="12192000" cy="6858000"/>
          </a:xfrm>
          <a:prstGeom prst="rect">
            <a:avLst/>
          </a:prstGeom>
          <a:solidFill>
            <a:schemeClr val="accent3">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8400" y="1330126"/>
            <a:ext cx="10190693"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8" name="Shape 8">
            <a:extLst>
              <a:ext uri="{FF2B5EF4-FFF2-40B4-BE49-F238E27FC236}">
                <a16:creationId xmlns:a16="http://schemas.microsoft.com/office/drawing/2014/main" id="{078BA07F-7C94-9AFA-2038-DD55FC800777}"/>
              </a:ext>
            </a:extLst>
          </p:cNvPr>
          <p:cNvSpPr txBox="1">
            <a:spLocks/>
          </p:cNvSpPr>
          <p:nvPr userDrawn="1"/>
        </p:nvSpPr>
        <p:spPr>
          <a:xfrm>
            <a:off x="10946607" y="6500922"/>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10" name="TextBox 9">
            <a:extLst>
              <a:ext uri="{FF2B5EF4-FFF2-40B4-BE49-F238E27FC236}">
                <a16:creationId xmlns:a16="http://schemas.microsoft.com/office/drawing/2014/main" id="{97854DF9-1BDA-1F3F-13EE-EAE053AD2E6B}"/>
              </a:ext>
              <a:ext uri="{C183D7F6-B498-43B3-948B-1728B52AA6E4}">
                <adec:decorative xmlns:adec="http://schemas.microsoft.com/office/drawing/2017/decorative" val="1"/>
              </a:ext>
            </a:extLst>
          </p:cNvPr>
          <p:cNvSpPr txBox="1"/>
          <p:nvPr userDrawn="1"/>
        </p:nvSpPr>
        <p:spPr>
          <a:xfrm>
            <a:off x="1885684" y="6500922"/>
            <a:ext cx="4667513"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2025 KPMG LLP, a Delaware limited liability partnership and a member firm of the KPMG global organization of independent member firms affiliated with KPMG International Limited, a private English company limited by guarantee. All rights reserved. </a:t>
            </a:r>
          </a:p>
        </p:txBody>
      </p:sp>
      <p:sp>
        <p:nvSpPr>
          <p:cNvPr id="11" name="Graphic 8">
            <a:extLst>
              <a:ext uri="{FF2B5EF4-FFF2-40B4-BE49-F238E27FC236}">
                <a16:creationId xmlns:a16="http://schemas.microsoft.com/office/drawing/2014/main" id="{1FC56091-C280-C4A4-D6A2-A3D8FE62C196}"/>
              </a:ext>
            </a:extLst>
          </p:cNvPr>
          <p:cNvSpPr/>
          <p:nvPr userDrawn="1"/>
        </p:nvSpPr>
        <p:spPr>
          <a:xfrm>
            <a:off x="1003200" y="6500921"/>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2" name="TextBox 11">
            <a:extLst>
              <a:ext uri="{FF2B5EF4-FFF2-40B4-BE49-F238E27FC236}">
                <a16:creationId xmlns:a16="http://schemas.microsoft.com/office/drawing/2014/main" id="{216CD36E-034D-2ED2-CA63-63D1D8D37A61}"/>
              </a:ext>
            </a:extLst>
          </p:cNvPr>
          <p:cNvSpPr txBox="1"/>
          <p:nvPr userDrawn="1"/>
        </p:nvSpPr>
        <p:spPr>
          <a:xfrm>
            <a:off x="8057551"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2633751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6220800"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57261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Text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8400" y="1330126"/>
            <a:ext cx="4968000"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6ED3211B-3C86-4413-BA20-A4F81B443BE8}"/>
              </a:ext>
            </a:extLst>
          </p:cNvPr>
          <p:cNvSpPr>
            <a:spLocks noGrp="1"/>
          </p:cNvSpPr>
          <p:nvPr>
            <p:ph type="body" sz="quarter" idx="11"/>
          </p:nvPr>
        </p:nvSpPr>
        <p:spPr>
          <a:xfrm>
            <a:off x="6220800" y="1330126"/>
            <a:ext cx="4968875"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1C918AE-52AC-4531-9640-0D2CA3A28F2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Graphic 8">
            <a:extLst>
              <a:ext uri="{FF2B5EF4-FFF2-40B4-BE49-F238E27FC236}">
                <a16:creationId xmlns:a16="http://schemas.microsoft.com/office/drawing/2014/main" id="{79D6C947-06F1-4188-A558-E10C77FF12CE}"/>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40871869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0126"/>
            <a:ext cx="4968000" cy="454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3"/>
          </p:nvPr>
        </p:nvSpPr>
        <p:spPr>
          <a:xfrm>
            <a:off x="6220800" y="1330126"/>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D91C8742-D774-4F89-A78A-3FE2DD10535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930737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1360"/>
            <a:ext cx="10195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1"/>
          </p:nvPr>
        </p:nvSpPr>
        <p:spPr>
          <a:xfrm>
            <a:off x="1003200" y="3742126"/>
            <a:ext cx="10195200" cy="213574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9809794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Column Char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6220800" y="1330126"/>
            <a:ext cx="4968000" cy="4546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1003200" y="1330126"/>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F443F486-864A-4617-9E68-0A1C3CD9BA8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972722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Column Chart &amp;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4507546" y="3742126"/>
            <a:ext cx="3187200" cy="2134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1003200" y="3742126"/>
            <a:ext cx="3187200" cy="2134800"/>
          </a:xfrm>
        </p:spPr>
        <p:txBody>
          <a:bodyPr anchor="ctr"/>
          <a:lstStyle>
            <a:lvl1pPr algn="ctr">
              <a:defRPr/>
            </a:lvl1pPr>
          </a:lstStyle>
          <a:p>
            <a:r>
              <a:rPr lang="en-US"/>
              <a:t>Click icon to add chart</a:t>
            </a:r>
            <a:endParaRPr lang="en-GB"/>
          </a:p>
        </p:txBody>
      </p:sp>
      <p:sp>
        <p:nvSpPr>
          <p:cNvPr id="7" name="Text Placeholder 8"/>
          <p:cNvSpPr>
            <a:spLocks noGrp="1"/>
          </p:cNvSpPr>
          <p:nvPr>
            <p:ph type="body" sz="quarter" idx="10"/>
          </p:nvPr>
        </p:nvSpPr>
        <p:spPr>
          <a:xfrm>
            <a:off x="1003200"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hart Placeholder 4"/>
          <p:cNvSpPr>
            <a:spLocks noGrp="1"/>
          </p:cNvSpPr>
          <p:nvPr>
            <p:ph type="chart" sz="quarter" idx="13"/>
          </p:nvPr>
        </p:nvSpPr>
        <p:spPr>
          <a:xfrm>
            <a:off x="8011892" y="3742126"/>
            <a:ext cx="3187200" cy="2134800"/>
          </a:xfrm>
        </p:spPr>
        <p:txBody>
          <a:bodyPr anchor="ctr"/>
          <a:lstStyle>
            <a:lvl1pPr algn="ctr">
              <a:defRPr/>
            </a:lvl1pPr>
          </a:lstStyle>
          <a:p>
            <a:r>
              <a:rPr lang="en-US"/>
              <a:t>Click icon to add chart</a:t>
            </a:r>
            <a:endParaRPr lang="en-GB"/>
          </a:p>
        </p:txBody>
      </p:sp>
      <p:sp>
        <p:nvSpPr>
          <p:cNvPr id="9" name="Text Placeholder 8"/>
          <p:cNvSpPr>
            <a:spLocks noGrp="1"/>
          </p:cNvSpPr>
          <p:nvPr>
            <p:ph type="body" sz="quarter" idx="14"/>
          </p:nvPr>
        </p:nvSpPr>
        <p:spPr>
          <a:xfrm>
            <a:off x="4507546"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p:cNvSpPr>
            <a:spLocks noGrp="1"/>
          </p:cNvSpPr>
          <p:nvPr>
            <p:ph type="body" sz="quarter" idx="15"/>
          </p:nvPr>
        </p:nvSpPr>
        <p:spPr>
          <a:xfrm>
            <a:off x="8011892"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761298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PROCESS FIVE COLUMN">
    <p:spTree>
      <p:nvGrpSpPr>
        <p:cNvPr id="1" name=""/>
        <p:cNvGrpSpPr/>
        <p:nvPr/>
      </p:nvGrpSpPr>
      <p:grpSpPr>
        <a:xfrm>
          <a:off x="0" y="0"/>
          <a:ext cx="0" cy="0"/>
          <a:chOff x="0" y="0"/>
          <a:chExt cx="0" cy="0"/>
        </a:xfrm>
      </p:grpSpPr>
      <p:sp>
        <p:nvSpPr>
          <p:cNvPr id="8" name="Text Placeholder 8">
            <a:extLst>
              <a:ext uri="{FF2B5EF4-FFF2-40B4-BE49-F238E27FC236}">
                <a16:creationId xmlns:a16="http://schemas.microsoft.com/office/drawing/2014/main" id="{2C7EC625-DE37-4829-ACBE-0373F0B82962}"/>
              </a:ext>
            </a:extLst>
          </p:cNvPr>
          <p:cNvSpPr>
            <a:spLocks noGrp="1"/>
          </p:cNvSpPr>
          <p:nvPr>
            <p:ph type="body" sz="quarter" idx="14"/>
          </p:nvPr>
        </p:nvSpPr>
        <p:spPr>
          <a:xfrm>
            <a:off x="1003200" y="1322388"/>
            <a:ext cx="1899657" cy="4554538"/>
          </a:xfrm>
        </p:spPr>
        <p:txBody>
          <a:bodyPr/>
          <a:lstStyle>
            <a:lvl1pPr>
              <a:defRPr sz="1400" b="1" kern="0" spc="0">
                <a:solidFill>
                  <a:srgbClr val="00338D"/>
                </a:solidFill>
              </a:defRPr>
            </a:lvl1pPr>
            <a:lvl2pPr>
              <a:defRPr sz="1400" b="0" kern="0">
                <a:solidFill>
                  <a:schemeClr val="tx2"/>
                </a:solidFill>
              </a:defRPr>
            </a:lvl2pPr>
            <a:lvl3pPr>
              <a:defRPr sz="1400" kern="0">
                <a:solidFill>
                  <a:schemeClr val="tx1"/>
                </a:solidFill>
              </a:defRPr>
            </a:lvl3pPr>
            <a:lvl4pPr>
              <a:defRPr sz="1400" kern="0">
                <a:solidFill>
                  <a:schemeClr val="tx1"/>
                </a:solidFill>
              </a:defRPr>
            </a:lvl4pPr>
            <a:lvl5pPr marL="461963" indent="-231775">
              <a:buClr>
                <a:schemeClr val="tx2"/>
              </a:buClr>
              <a:buFont typeface="Arial" panose="020B0604020202020204" pitchFamily="34" charset="0"/>
              <a:buChar char="-"/>
              <a:defRPr sz="1400" kern="0">
                <a:solidFill>
                  <a:schemeClr val="tx1"/>
                </a:solidFill>
              </a:defRPr>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003200" y="432000"/>
            <a:ext cx="10185600" cy="518400"/>
          </a:xfrm>
        </p:spPr>
        <p:txBody>
          <a:bodyPr/>
          <a:lstStyle>
            <a:lvl1pPr>
              <a:defRPr kern="0"/>
            </a:lvl1pPr>
          </a:lstStyle>
          <a:p>
            <a:r>
              <a:rPr lang="en-US"/>
              <a:t>Click to edit Master title style</a:t>
            </a:r>
          </a:p>
        </p:txBody>
      </p:sp>
      <p:sp>
        <p:nvSpPr>
          <p:cNvPr id="10" name="Text Placeholder 8">
            <a:extLst>
              <a:ext uri="{FF2B5EF4-FFF2-40B4-BE49-F238E27FC236}">
                <a16:creationId xmlns:a16="http://schemas.microsoft.com/office/drawing/2014/main" id="{8037C46F-D057-4106-9B45-A730A557B5D9}"/>
              </a:ext>
            </a:extLst>
          </p:cNvPr>
          <p:cNvSpPr>
            <a:spLocks noGrp="1"/>
          </p:cNvSpPr>
          <p:nvPr>
            <p:ph type="body" sz="quarter" idx="20"/>
          </p:nvPr>
        </p:nvSpPr>
        <p:spPr>
          <a:xfrm>
            <a:off x="3072600" y="1322388"/>
            <a:ext cx="1899657" cy="4554538"/>
          </a:xfrm>
        </p:spPr>
        <p:txBody>
          <a:bodyPr/>
          <a:lstStyle>
            <a:lvl1pPr>
              <a:defRPr sz="1400" b="1" kern="0" spc="0">
                <a:solidFill>
                  <a:srgbClr val="00338D"/>
                </a:solidFill>
              </a:defRPr>
            </a:lvl1pPr>
            <a:lvl2pPr>
              <a:defRPr sz="1400" b="0" kern="0">
                <a:solidFill>
                  <a:schemeClr val="tx2"/>
                </a:solidFill>
              </a:defRPr>
            </a:lvl2pPr>
            <a:lvl3pPr>
              <a:defRPr sz="1400" kern="0">
                <a:solidFill>
                  <a:schemeClr val="tx1"/>
                </a:solidFill>
              </a:defRPr>
            </a:lvl3pPr>
            <a:lvl4pPr>
              <a:defRPr sz="1400" kern="0">
                <a:solidFill>
                  <a:schemeClr val="tx1"/>
                </a:solidFill>
              </a:defRPr>
            </a:lvl4pPr>
            <a:lvl5pPr marL="461963" indent="-231775">
              <a:buClr>
                <a:schemeClr val="tx2"/>
              </a:buClr>
              <a:buFont typeface="Arial" panose="020B0604020202020204" pitchFamily="34" charset="0"/>
              <a:buChar char="-"/>
              <a:defRPr sz="1400" kern="0">
                <a:solidFill>
                  <a:schemeClr val="tx1"/>
                </a:solidFill>
              </a:defRPr>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8">
            <a:extLst>
              <a:ext uri="{FF2B5EF4-FFF2-40B4-BE49-F238E27FC236}">
                <a16:creationId xmlns:a16="http://schemas.microsoft.com/office/drawing/2014/main" id="{FE33DBCF-2199-4682-AAC2-C3FC0CBE92A8}"/>
              </a:ext>
            </a:extLst>
          </p:cNvPr>
          <p:cNvSpPr>
            <a:spLocks noGrp="1"/>
          </p:cNvSpPr>
          <p:nvPr>
            <p:ph type="body" sz="quarter" idx="21"/>
          </p:nvPr>
        </p:nvSpPr>
        <p:spPr>
          <a:xfrm>
            <a:off x="5142000" y="1322388"/>
            <a:ext cx="1899657" cy="4554538"/>
          </a:xfrm>
        </p:spPr>
        <p:txBody>
          <a:bodyPr/>
          <a:lstStyle>
            <a:lvl1pPr>
              <a:defRPr sz="1400" b="1" kern="0" spc="0">
                <a:solidFill>
                  <a:srgbClr val="00338D"/>
                </a:solidFill>
              </a:defRPr>
            </a:lvl1pPr>
            <a:lvl2pPr>
              <a:defRPr sz="1400" b="0" kern="0">
                <a:solidFill>
                  <a:schemeClr val="tx2"/>
                </a:solidFill>
              </a:defRPr>
            </a:lvl2pPr>
            <a:lvl3pPr>
              <a:defRPr sz="1400" kern="0">
                <a:solidFill>
                  <a:schemeClr val="tx1"/>
                </a:solidFill>
              </a:defRPr>
            </a:lvl3pPr>
            <a:lvl4pPr>
              <a:defRPr sz="1400" kern="0">
                <a:solidFill>
                  <a:schemeClr val="tx1"/>
                </a:solidFill>
              </a:defRPr>
            </a:lvl4pPr>
            <a:lvl5pPr marL="461963" indent="-231775">
              <a:buClr>
                <a:schemeClr val="tx2"/>
              </a:buClr>
              <a:buFont typeface="Arial" panose="020B0604020202020204" pitchFamily="34" charset="0"/>
              <a:buChar char="-"/>
              <a:defRPr sz="1400" kern="0">
                <a:solidFill>
                  <a:schemeClr val="tx1"/>
                </a:solidFill>
              </a:defRPr>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8">
            <a:extLst>
              <a:ext uri="{FF2B5EF4-FFF2-40B4-BE49-F238E27FC236}">
                <a16:creationId xmlns:a16="http://schemas.microsoft.com/office/drawing/2014/main" id="{E130E5C8-8660-4D01-AD3B-CEEFB37F7538}"/>
              </a:ext>
            </a:extLst>
          </p:cNvPr>
          <p:cNvSpPr>
            <a:spLocks noGrp="1"/>
          </p:cNvSpPr>
          <p:nvPr>
            <p:ph type="body" sz="quarter" idx="22"/>
          </p:nvPr>
        </p:nvSpPr>
        <p:spPr>
          <a:xfrm>
            <a:off x="7211400" y="1322388"/>
            <a:ext cx="1899657" cy="4554538"/>
          </a:xfrm>
        </p:spPr>
        <p:txBody>
          <a:bodyPr/>
          <a:lstStyle>
            <a:lvl1pPr>
              <a:defRPr sz="1400" b="1" kern="0" spc="0">
                <a:solidFill>
                  <a:srgbClr val="00338D"/>
                </a:solidFill>
              </a:defRPr>
            </a:lvl1pPr>
            <a:lvl2pPr>
              <a:defRPr sz="1400" b="0" kern="0">
                <a:solidFill>
                  <a:schemeClr val="tx2"/>
                </a:solidFill>
              </a:defRPr>
            </a:lvl2pPr>
            <a:lvl3pPr>
              <a:defRPr sz="1400" kern="0">
                <a:solidFill>
                  <a:schemeClr val="tx1"/>
                </a:solidFill>
              </a:defRPr>
            </a:lvl3pPr>
            <a:lvl4pPr>
              <a:defRPr sz="1400" kern="0">
                <a:solidFill>
                  <a:schemeClr val="tx1"/>
                </a:solidFill>
              </a:defRPr>
            </a:lvl4pPr>
            <a:lvl5pPr marL="461963" indent="-231775">
              <a:buClr>
                <a:schemeClr val="tx2"/>
              </a:buClr>
              <a:buFont typeface="Arial" panose="020B0604020202020204" pitchFamily="34" charset="0"/>
              <a:buChar char="-"/>
              <a:defRPr sz="1400" kern="0">
                <a:solidFill>
                  <a:schemeClr val="tx1"/>
                </a:solidFill>
              </a:defRPr>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F404CCF0-6C3D-42EE-9F8D-FE237FEEB13D}"/>
              </a:ext>
            </a:extLst>
          </p:cNvPr>
          <p:cNvSpPr>
            <a:spLocks noGrp="1"/>
          </p:cNvSpPr>
          <p:nvPr>
            <p:ph type="body" sz="quarter" idx="23"/>
          </p:nvPr>
        </p:nvSpPr>
        <p:spPr>
          <a:xfrm>
            <a:off x="9280798" y="1322388"/>
            <a:ext cx="1899657" cy="4554538"/>
          </a:xfrm>
        </p:spPr>
        <p:txBody>
          <a:bodyPr/>
          <a:lstStyle>
            <a:lvl1pPr>
              <a:defRPr sz="1400" b="1" kern="0" spc="0">
                <a:solidFill>
                  <a:srgbClr val="00338D"/>
                </a:solidFill>
              </a:defRPr>
            </a:lvl1pPr>
            <a:lvl2pPr>
              <a:defRPr sz="1400" b="0" kern="0">
                <a:solidFill>
                  <a:schemeClr val="tx2"/>
                </a:solidFill>
              </a:defRPr>
            </a:lvl2pPr>
            <a:lvl3pPr>
              <a:defRPr sz="1400" kern="0">
                <a:solidFill>
                  <a:schemeClr val="tx1"/>
                </a:solidFill>
              </a:defRPr>
            </a:lvl3pPr>
            <a:lvl4pPr>
              <a:defRPr sz="1400" kern="0">
                <a:solidFill>
                  <a:schemeClr val="tx1"/>
                </a:solidFill>
              </a:defRPr>
            </a:lvl4pPr>
            <a:lvl5pPr marL="461963" indent="-231775">
              <a:buClr>
                <a:schemeClr val="tx2"/>
              </a:buClr>
              <a:buFont typeface="Arial" panose="020B0604020202020204" pitchFamily="34" charset="0"/>
              <a:buChar char="-"/>
              <a:defRPr sz="1400" kern="0">
                <a:solidFill>
                  <a:schemeClr val="tx1"/>
                </a:solidFill>
              </a:defRPr>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33165225"/>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cess 5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1"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8984"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34768"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200552"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068984"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5134768"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7200552"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12"/>
          <p:cNvSpPr>
            <a:spLocks noGrp="1"/>
          </p:cNvSpPr>
          <p:nvPr>
            <p:ph type="body" sz="quarter" idx="18" hasCustomPrompt="1"/>
          </p:nvPr>
        </p:nvSpPr>
        <p:spPr>
          <a:xfrm>
            <a:off x="9266337"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2" name="Text Placeholder 8"/>
          <p:cNvSpPr>
            <a:spLocks noGrp="1"/>
          </p:cNvSpPr>
          <p:nvPr>
            <p:ph type="body" sz="quarter" idx="19"/>
          </p:nvPr>
        </p:nvSpPr>
        <p:spPr>
          <a:xfrm>
            <a:off x="9266337"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B6F9AD75-9C5D-491A-8EB6-1E4763A9BC3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0454955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cess 5 Columns_Cobalt Blue">
    <p:spTree>
      <p:nvGrpSpPr>
        <p:cNvPr id="1" name=""/>
        <p:cNvGrpSpPr/>
        <p:nvPr/>
      </p:nvGrpSpPr>
      <p:grpSpPr>
        <a:xfrm>
          <a:off x="0" y="0"/>
          <a:ext cx="0" cy="0"/>
          <a:chOff x="0" y="0"/>
          <a:chExt cx="0" cy="0"/>
        </a:xfrm>
      </p:grpSpPr>
      <p:sp>
        <p:nvSpPr>
          <p:cNvPr id="27" name="Text Placeholder 8">
            <a:extLst>
              <a:ext uri="{FF2B5EF4-FFF2-40B4-BE49-F238E27FC236}">
                <a16:creationId xmlns:a16="http://schemas.microsoft.com/office/drawing/2014/main" id="{A68D3E60-F95F-4250-92C1-89CF93433E23}"/>
              </a:ext>
            </a:extLst>
          </p:cNvPr>
          <p:cNvSpPr>
            <a:spLocks noGrp="1"/>
          </p:cNvSpPr>
          <p:nvPr>
            <p:ph type="body" sz="quarter" idx="10"/>
          </p:nvPr>
        </p:nvSpPr>
        <p:spPr>
          <a:xfrm>
            <a:off x="1003201"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8">
            <a:extLst>
              <a:ext uri="{FF2B5EF4-FFF2-40B4-BE49-F238E27FC236}">
                <a16:creationId xmlns:a16="http://schemas.microsoft.com/office/drawing/2014/main" id="{8D8E592C-F128-4E4B-970B-BFB5C0F2A492}"/>
              </a:ext>
            </a:extLst>
          </p:cNvPr>
          <p:cNvSpPr>
            <a:spLocks noGrp="1"/>
          </p:cNvSpPr>
          <p:nvPr>
            <p:ph type="body" sz="quarter" idx="11"/>
          </p:nvPr>
        </p:nvSpPr>
        <p:spPr>
          <a:xfrm>
            <a:off x="3068984"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9" name="Text Placeholder 8">
            <a:extLst>
              <a:ext uri="{FF2B5EF4-FFF2-40B4-BE49-F238E27FC236}">
                <a16:creationId xmlns:a16="http://schemas.microsoft.com/office/drawing/2014/main" id="{EE6B17CD-E0EF-40A4-A171-4E4B731CE0D9}"/>
              </a:ext>
            </a:extLst>
          </p:cNvPr>
          <p:cNvSpPr>
            <a:spLocks noGrp="1"/>
          </p:cNvSpPr>
          <p:nvPr>
            <p:ph type="body" sz="quarter" idx="12"/>
          </p:nvPr>
        </p:nvSpPr>
        <p:spPr>
          <a:xfrm>
            <a:off x="5134768"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8">
            <a:extLst>
              <a:ext uri="{FF2B5EF4-FFF2-40B4-BE49-F238E27FC236}">
                <a16:creationId xmlns:a16="http://schemas.microsoft.com/office/drawing/2014/main" id="{03C9A44B-2A8F-416D-A76B-F3A018572E3F}"/>
              </a:ext>
            </a:extLst>
          </p:cNvPr>
          <p:cNvSpPr>
            <a:spLocks noGrp="1"/>
          </p:cNvSpPr>
          <p:nvPr>
            <p:ph type="body" sz="quarter" idx="13"/>
          </p:nvPr>
        </p:nvSpPr>
        <p:spPr>
          <a:xfrm>
            <a:off x="7200552"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12">
            <a:extLst>
              <a:ext uri="{FF2B5EF4-FFF2-40B4-BE49-F238E27FC236}">
                <a16:creationId xmlns:a16="http://schemas.microsoft.com/office/drawing/2014/main" id="{D3A5B3AC-C2E0-40CF-9D31-036461F790D0}"/>
              </a:ext>
            </a:extLst>
          </p:cNvPr>
          <p:cNvSpPr>
            <a:spLocks noGrp="1"/>
          </p:cNvSpPr>
          <p:nvPr>
            <p:ph type="body" sz="quarter" idx="14" hasCustomPrompt="1"/>
          </p:nvPr>
        </p:nvSpPr>
        <p:spPr>
          <a:xfrm>
            <a:off x="1003200"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2" name="Text Placeholder 12">
            <a:extLst>
              <a:ext uri="{FF2B5EF4-FFF2-40B4-BE49-F238E27FC236}">
                <a16:creationId xmlns:a16="http://schemas.microsoft.com/office/drawing/2014/main" id="{969E3860-942E-40E2-A1C8-AF5DF29675F7}"/>
              </a:ext>
            </a:extLst>
          </p:cNvPr>
          <p:cNvSpPr>
            <a:spLocks noGrp="1"/>
          </p:cNvSpPr>
          <p:nvPr>
            <p:ph type="body" sz="quarter" idx="15" hasCustomPrompt="1"/>
          </p:nvPr>
        </p:nvSpPr>
        <p:spPr>
          <a:xfrm>
            <a:off x="3068984"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3" name="Text Placeholder 12">
            <a:extLst>
              <a:ext uri="{FF2B5EF4-FFF2-40B4-BE49-F238E27FC236}">
                <a16:creationId xmlns:a16="http://schemas.microsoft.com/office/drawing/2014/main" id="{8E580107-2025-4C04-9884-4A6DBB63DE03}"/>
              </a:ext>
            </a:extLst>
          </p:cNvPr>
          <p:cNvSpPr>
            <a:spLocks noGrp="1"/>
          </p:cNvSpPr>
          <p:nvPr>
            <p:ph type="body" sz="quarter" idx="16" hasCustomPrompt="1"/>
          </p:nvPr>
        </p:nvSpPr>
        <p:spPr>
          <a:xfrm>
            <a:off x="5134768"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4" name="Text Placeholder 12">
            <a:extLst>
              <a:ext uri="{FF2B5EF4-FFF2-40B4-BE49-F238E27FC236}">
                <a16:creationId xmlns:a16="http://schemas.microsoft.com/office/drawing/2014/main" id="{BC4D5128-392D-4FC9-A83F-FA43203A40D7}"/>
              </a:ext>
            </a:extLst>
          </p:cNvPr>
          <p:cNvSpPr>
            <a:spLocks noGrp="1"/>
          </p:cNvSpPr>
          <p:nvPr>
            <p:ph type="body" sz="quarter" idx="17" hasCustomPrompt="1"/>
          </p:nvPr>
        </p:nvSpPr>
        <p:spPr>
          <a:xfrm>
            <a:off x="7200552"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5" name="Text Placeholder 12">
            <a:extLst>
              <a:ext uri="{FF2B5EF4-FFF2-40B4-BE49-F238E27FC236}">
                <a16:creationId xmlns:a16="http://schemas.microsoft.com/office/drawing/2014/main" id="{A8EB5529-8601-4864-9983-FBB672B8B9FF}"/>
              </a:ext>
            </a:extLst>
          </p:cNvPr>
          <p:cNvSpPr>
            <a:spLocks noGrp="1"/>
          </p:cNvSpPr>
          <p:nvPr>
            <p:ph type="body" sz="quarter" idx="18" hasCustomPrompt="1"/>
          </p:nvPr>
        </p:nvSpPr>
        <p:spPr>
          <a:xfrm>
            <a:off x="9266337"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6" name="Text Placeholder 8">
            <a:extLst>
              <a:ext uri="{FF2B5EF4-FFF2-40B4-BE49-F238E27FC236}">
                <a16:creationId xmlns:a16="http://schemas.microsoft.com/office/drawing/2014/main" id="{4715BC67-F699-49E6-B5D7-22ED9DFA817E}"/>
              </a:ext>
            </a:extLst>
          </p:cNvPr>
          <p:cNvSpPr>
            <a:spLocks noGrp="1"/>
          </p:cNvSpPr>
          <p:nvPr>
            <p:ph type="body" sz="quarter" idx="19"/>
          </p:nvPr>
        </p:nvSpPr>
        <p:spPr>
          <a:xfrm>
            <a:off x="9266337"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EB51C022-C0B7-4310-BC9F-D7C63034FE3A}"/>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2764707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rocess 6 Columns">
    <p:spTree>
      <p:nvGrpSpPr>
        <p:cNvPr id="1" name=""/>
        <p:cNvGrpSpPr/>
        <p:nvPr/>
      </p:nvGrpSpPr>
      <p:grpSpPr>
        <a:xfrm>
          <a:off x="0" y="0"/>
          <a:ext cx="0" cy="0"/>
          <a:chOff x="0" y="0"/>
          <a:chExt cx="0" cy="0"/>
        </a:xfrm>
      </p:grpSpPr>
      <p:pic>
        <p:nvPicPr>
          <p:cNvPr id="8" name="Picture 7" descr="A blue background with many small dots&#10;&#10;Description automatically generated">
            <a:extLst>
              <a:ext uri="{FF2B5EF4-FFF2-40B4-BE49-F238E27FC236}">
                <a16:creationId xmlns:a16="http://schemas.microsoft.com/office/drawing/2014/main" id="{E09771F7-4C4F-F83E-82B8-C73B61C4C8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60834"/>
          <a:stretch/>
        </p:blipFill>
        <p:spPr>
          <a:xfrm flipH="1">
            <a:off x="0" y="0"/>
            <a:ext cx="12192000" cy="2686050"/>
          </a:xfrm>
          <a:prstGeom prst="rect">
            <a:avLst/>
          </a:prstGeom>
        </p:spPr>
      </p:pic>
      <p:sp>
        <p:nvSpPr>
          <p:cNvPr id="9" name="Text Placeholder 8"/>
          <p:cNvSpPr>
            <a:spLocks noGrp="1"/>
          </p:cNvSpPr>
          <p:nvPr>
            <p:ph type="body" sz="quarter" idx="10"/>
          </p:nvPr>
        </p:nvSpPr>
        <p:spPr>
          <a:xfrm>
            <a:off x="1003200" y="2009775"/>
            <a:ext cx="1981300"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0888" y="2009775"/>
            <a:ext cx="1981300"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18576" y="2009775"/>
            <a:ext cx="1981300"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176264" y="2009775"/>
            <a:ext cx="1981300"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469478F-D315-4922-A7E4-E575455BF352}"/>
              </a:ext>
            </a:extLst>
          </p:cNvPr>
          <p:cNvSpPr>
            <a:spLocks noGrp="1"/>
          </p:cNvSpPr>
          <p:nvPr>
            <p:ph type="body" sz="quarter" idx="20"/>
          </p:nvPr>
        </p:nvSpPr>
        <p:spPr>
          <a:xfrm>
            <a:off x="9233951" y="2009775"/>
            <a:ext cx="1981300"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995363" y="1330325"/>
            <a:ext cx="10185400" cy="538609"/>
          </a:xfrm>
        </p:spPr>
        <p:txBody>
          <a:bodyPr>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4666527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rocess 4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593775"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618435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8774926"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593775"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6184350"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8774926"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DE70D7C0-6953-439A-A54E-CED56520F82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1670766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rocess 4 Columns_Cobalt Blue">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ABA5FBEF-FE77-4CC8-B2D5-D94327DAF658}"/>
              </a:ext>
            </a:extLst>
          </p:cNvPr>
          <p:cNvSpPr>
            <a:spLocks noGrp="1"/>
          </p:cNvSpPr>
          <p:nvPr>
            <p:ph type="body" sz="quarter" idx="10"/>
          </p:nvPr>
        </p:nvSpPr>
        <p:spPr>
          <a:xfrm>
            <a:off x="100320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a:extLst>
              <a:ext uri="{FF2B5EF4-FFF2-40B4-BE49-F238E27FC236}">
                <a16:creationId xmlns:a16="http://schemas.microsoft.com/office/drawing/2014/main" id="{659D9BAA-2BF4-4A94-BAA4-5D091A296246}"/>
              </a:ext>
            </a:extLst>
          </p:cNvPr>
          <p:cNvSpPr>
            <a:spLocks noGrp="1"/>
          </p:cNvSpPr>
          <p:nvPr>
            <p:ph type="body" sz="quarter" idx="11"/>
          </p:nvPr>
        </p:nvSpPr>
        <p:spPr>
          <a:xfrm>
            <a:off x="3593775"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3D170C1-7106-44D2-A62F-A804F244A090}"/>
              </a:ext>
            </a:extLst>
          </p:cNvPr>
          <p:cNvSpPr>
            <a:spLocks noGrp="1"/>
          </p:cNvSpPr>
          <p:nvPr>
            <p:ph type="body" sz="quarter" idx="12"/>
          </p:nvPr>
        </p:nvSpPr>
        <p:spPr>
          <a:xfrm>
            <a:off x="618435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a:extLst>
              <a:ext uri="{FF2B5EF4-FFF2-40B4-BE49-F238E27FC236}">
                <a16:creationId xmlns:a16="http://schemas.microsoft.com/office/drawing/2014/main" id="{5DDAC4CF-AC2F-4D83-9FB0-DDFB71EE9A2C}"/>
              </a:ext>
            </a:extLst>
          </p:cNvPr>
          <p:cNvSpPr>
            <a:spLocks noGrp="1"/>
          </p:cNvSpPr>
          <p:nvPr>
            <p:ph type="body" sz="quarter" idx="13"/>
          </p:nvPr>
        </p:nvSpPr>
        <p:spPr>
          <a:xfrm>
            <a:off x="8774926"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2">
            <a:extLst>
              <a:ext uri="{FF2B5EF4-FFF2-40B4-BE49-F238E27FC236}">
                <a16:creationId xmlns:a16="http://schemas.microsoft.com/office/drawing/2014/main" id="{3C84B130-9B9F-460C-87A1-4E3012ECEA7A}"/>
              </a:ext>
            </a:extLst>
          </p:cNvPr>
          <p:cNvSpPr>
            <a:spLocks noGrp="1"/>
          </p:cNvSpPr>
          <p:nvPr>
            <p:ph type="body" sz="quarter" idx="14" hasCustomPrompt="1"/>
          </p:nvPr>
        </p:nvSpPr>
        <p:spPr>
          <a:xfrm>
            <a:off x="1003200"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0" name="Text Placeholder 12">
            <a:extLst>
              <a:ext uri="{FF2B5EF4-FFF2-40B4-BE49-F238E27FC236}">
                <a16:creationId xmlns:a16="http://schemas.microsoft.com/office/drawing/2014/main" id="{FC076374-F8FA-413A-9C7F-81C823512353}"/>
              </a:ext>
            </a:extLst>
          </p:cNvPr>
          <p:cNvSpPr>
            <a:spLocks noGrp="1"/>
          </p:cNvSpPr>
          <p:nvPr>
            <p:ph type="body" sz="quarter" idx="15" hasCustomPrompt="1"/>
          </p:nvPr>
        </p:nvSpPr>
        <p:spPr>
          <a:xfrm>
            <a:off x="3593775"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1" name="Text Placeholder 12">
            <a:extLst>
              <a:ext uri="{FF2B5EF4-FFF2-40B4-BE49-F238E27FC236}">
                <a16:creationId xmlns:a16="http://schemas.microsoft.com/office/drawing/2014/main" id="{92DC24D7-E120-435A-8A2A-98E939AC4C9C}"/>
              </a:ext>
            </a:extLst>
          </p:cNvPr>
          <p:cNvSpPr>
            <a:spLocks noGrp="1"/>
          </p:cNvSpPr>
          <p:nvPr>
            <p:ph type="body" sz="quarter" idx="16" hasCustomPrompt="1"/>
          </p:nvPr>
        </p:nvSpPr>
        <p:spPr>
          <a:xfrm>
            <a:off x="6184350"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2" name="Text Placeholder 12">
            <a:extLst>
              <a:ext uri="{FF2B5EF4-FFF2-40B4-BE49-F238E27FC236}">
                <a16:creationId xmlns:a16="http://schemas.microsoft.com/office/drawing/2014/main" id="{41F15369-328E-43E6-894F-1F86414EB3F0}"/>
              </a:ext>
            </a:extLst>
          </p:cNvPr>
          <p:cNvSpPr>
            <a:spLocks noGrp="1"/>
          </p:cNvSpPr>
          <p:nvPr>
            <p:ph type="body" sz="quarter" idx="17" hasCustomPrompt="1"/>
          </p:nvPr>
        </p:nvSpPr>
        <p:spPr>
          <a:xfrm>
            <a:off x="8774926"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9890D0D6-CEB9-47AA-B0BF-EB213FE3B803}"/>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22129213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5_PROCESS FIVE COLUMN">
    <p:spTree>
      <p:nvGrpSpPr>
        <p:cNvPr id="1" name=""/>
        <p:cNvGrpSpPr/>
        <p:nvPr/>
      </p:nvGrpSpPr>
      <p:grpSpPr>
        <a:xfrm>
          <a:off x="0" y="0"/>
          <a:ext cx="0" cy="0"/>
          <a:chOff x="0" y="0"/>
          <a:chExt cx="0" cy="0"/>
        </a:xfrm>
      </p:grpSpPr>
      <p:sp>
        <p:nvSpPr>
          <p:cNvPr id="8" name="Text Placeholder 8">
            <a:extLst>
              <a:ext uri="{FF2B5EF4-FFF2-40B4-BE49-F238E27FC236}">
                <a16:creationId xmlns:a16="http://schemas.microsoft.com/office/drawing/2014/main" id="{2C7EC625-DE37-4829-ACBE-0373F0B82962}"/>
              </a:ext>
            </a:extLst>
          </p:cNvPr>
          <p:cNvSpPr>
            <a:spLocks noGrp="1"/>
          </p:cNvSpPr>
          <p:nvPr>
            <p:ph type="body" sz="quarter" idx="14"/>
          </p:nvPr>
        </p:nvSpPr>
        <p:spPr>
          <a:xfrm>
            <a:off x="1003200" y="1322388"/>
            <a:ext cx="1899657" cy="4554538"/>
          </a:xfrm>
          <a:solidFill>
            <a:srgbClr val="E5E5E5"/>
          </a:solidFill>
        </p:spPr>
        <p:txBody>
          <a:bodyPr lIns="91440" tIns="1005840" rIns="91440"/>
          <a:lstStyle>
            <a:lvl1pPr>
              <a:defRPr sz="1600" b="1" spc="0"/>
            </a:lvl1pPr>
            <a:lvl2pPr>
              <a:defRPr sz="1600" b="0">
                <a:solidFill>
                  <a:schemeClr val="tx2"/>
                </a:solidFill>
              </a:defRPr>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003200" y="432000"/>
            <a:ext cx="10185600" cy="518400"/>
          </a:xfrm>
        </p:spPr>
        <p:txBody>
          <a:bodyPr/>
          <a:lstStyle>
            <a:lvl1pPr>
              <a:defRPr kern="0"/>
            </a:lvl1pPr>
          </a:lstStyle>
          <a:p>
            <a:r>
              <a:rPr lang="en-US"/>
              <a:t>Click to edit Master title style</a:t>
            </a:r>
          </a:p>
        </p:txBody>
      </p:sp>
      <p:sp>
        <p:nvSpPr>
          <p:cNvPr id="10" name="Text Placeholder 8">
            <a:extLst>
              <a:ext uri="{FF2B5EF4-FFF2-40B4-BE49-F238E27FC236}">
                <a16:creationId xmlns:a16="http://schemas.microsoft.com/office/drawing/2014/main" id="{8037C46F-D057-4106-9B45-A730A557B5D9}"/>
              </a:ext>
            </a:extLst>
          </p:cNvPr>
          <p:cNvSpPr>
            <a:spLocks noGrp="1"/>
          </p:cNvSpPr>
          <p:nvPr>
            <p:ph type="body" sz="quarter" idx="20"/>
          </p:nvPr>
        </p:nvSpPr>
        <p:spPr>
          <a:xfrm>
            <a:off x="30726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8">
            <a:extLst>
              <a:ext uri="{FF2B5EF4-FFF2-40B4-BE49-F238E27FC236}">
                <a16:creationId xmlns:a16="http://schemas.microsoft.com/office/drawing/2014/main" id="{FE33DBCF-2199-4682-AAC2-C3FC0CBE92A8}"/>
              </a:ext>
            </a:extLst>
          </p:cNvPr>
          <p:cNvSpPr>
            <a:spLocks noGrp="1"/>
          </p:cNvSpPr>
          <p:nvPr>
            <p:ph type="body" sz="quarter" idx="21"/>
          </p:nvPr>
        </p:nvSpPr>
        <p:spPr>
          <a:xfrm>
            <a:off x="51420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8">
            <a:extLst>
              <a:ext uri="{FF2B5EF4-FFF2-40B4-BE49-F238E27FC236}">
                <a16:creationId xmlns:a16="http://schemas.microsoft.com/office/drawing/2014/main" id="{E130E5C8-8660-4D01-AD3B-CEEFB37F7538}"/>
              </a:ext>
            </a:extLst>
          </p:cNvPr>
          <p:cNvSpPr>
            <a:spLocks noGrp="1"/>
          </p:cNvSpPr>
          <p:nvPr>
            <p:ph type="body" sz="quarter" idx="22"/>
          </p:nvPr>
        </p:nvSpPr>
        <p:spPr>
          <a:xfrm>
            <a:off x="72114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F404CCF0-6C3D-42EE-9F8D-FE237FEEB13D}"/>
              </a:ext>
            </a:extLst>
          </p:cNvPr>
          <p:cNvSpPr>
            <a:spLocks noGrp="1"/>
          </p:cNvSpPr>
          <p:nvPr>
            <p:ph type="body" sz="quarter" idx="23"/>
          </p:nvPr>
        </p:nvSpPr>
        <p:spPr>
          <a:xfrm>
            <a:off x="9280798"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0A7138E-6EE9-4E16-AB30-D7C7DA3DCEFF}"/>
              </a:ext>
            </a:extLst>
          </p:cNvPr>
          <p:cNvSpPr>
            <a:spLocks noGrp="1"/>
          </p:cNvSpPr>
          <p:nvPr>
            <p:ph type="body" sz="quarter" idx="24" hasCustomPrompt="1"/>
          </p:nvPr>
        </p:nvSpPr>
        <p:spPr>
          <a:xfrm>
            <a:off x="998538" y="1630363"/>
            <a:ext cx="1906587" cy="563562"/>
          </a:xfrm>
          <a:solidFill>
            <a:srgbClr val="1E49E2"/>
          </a:solidFill>
        </p:spPr>
        <p:txBody>
          <a:bodyPr anchor="ctr"/>
          <a:lstStyle>
            <a:lvl1pPr algn="ctr">
              <a:defRPr sz="1600" b="1" kern="0">
                <a:solidFill>
                  <a:schemeClr val="bg1"/>
                </a:solidFill>
              </a:defRPr>
            </a:lvl1pPr>
          </a:lstStyle>
          <a:p>
            <a:pPr lvl="0"/>
            <a:r>
              <a:rPr lang="en-US"/>
              <a:t>Subtitle</a:t>
            </a:r>
          </a:p>
        </p:txBody>
      </p:sp>
      <p:sp>
        <p:nvSpPr>
          <p:cNvPr id="15" name="Text Placeholder 3">
            <a:extLst>
              <a:ext uri="{FF2B5EF4-FFF2-40B4-BE49-F238E27FC236}">
                <a16:creationId xmlns:a16="http://schemas.microsoft.com/office/drawing/2014/main" id="{4E652417-F61A-4ABE-AAED-E30436B90B12}"/>
              </a:ext>
            </a:extLst>
          </p:cNvPr>
          <p:cNvSpPr>
            <a:spLocks noGrp="1"/>
          </p:cNvSpPr>
          <p:nvPr>
            <p:ph type="body" sz="quarter" idx="25" hasCustomPrompt="1"/>
          </p:nvPr>
        </p:nvSpPr>
        <p:spPr>
          <a:xfrm>
            <a:off x="3073464" y="1630363"/>
            <a:ext cx="1906587" cy="563562"/>
          </a:xfrm>
          <a:solidFill>
            <a:schemeClr val="tx2"/>
          </a:solidFill>
        </p:spPr>
        <p:txBody>
          <a:bodyPr anchor="ctr"/>
          <a:lstStyle>
            <a:lvl1pPr algn="ctr">
              <a:defRPr sz="1600" b="1" kern="0">
                <a:solidFill>
                  <a:schemeClr val="bg1"/>
                </a:solidFill>
              </a:defRPr>
            </a:lvl1pPr>
          </a:lstStyle>
          <a:p>
            <a:pPr lvl="0"/>
            <a:r>
              <a:rPr lang="en-US"/>
              <a:t>Subtitle</a:t>
            </a:r>
          </a:p>
        </p:txBody>
      </p:sp>
      <p:sp>
        <p:nvSpPr>
          <p:cNvPr id="16" name="Text Placeholder 3">
            <a:extLst>
              <a:ext uri="{FF2B5EF4-FFF2-40B4-BE49-F238E27FC236}">
                <a16:creationId xmlns:a16="http://schemas.microsoft.com/office/drawing/2014/main" id="{31218554-B99A-45E3-9AE4-434D8CA5AD2C}"/>
              </a:ext>
            </a:extLst>
          </p:cNvPr>
          <p:cNvSpPr>
            <a:spLocks noGrp="1"/>
          </p:cNvSpPr>
          <p:nvPr>
            <p:ph type="body" sz="quarter" idx="26" hasCustomPrompt="1"/>
          </p:nvPr>
        </p:nvSpPr>
        <p:spPr>
          <a:xfrm>
            <a:off x="5140699" y="1630363"/>
            <a:ext cx="1906587" cy="563562"/>
          </a:xfrm>
          <a:solidFill>
            <a:schemeClr val="accent4"/>
          </a:solidFill>
        </p:spPr>
        <p:txBody>
          <a:bodyPr anchor="ctr"/>
          <a:lstStyle>
            <a:lvl1pPr algn="ctr">
              <a:defRPr sz="1600" b="1" kern="0">
                <a:solidFill>
                  <a:schemeClr val="bg1"/>
                </a:solidFill>
              </a:defRPr>
            </a:lvl1pPr>
          </a:lstStyle>
          <a:p>
            <a:pPr lvl="0"/>
            <a:r>
              <a:rPr lang="en-US"/>
              <a:t>Subtitle</a:t>
            </a:r>
          </a:p>
        </p:txBody>
      </p:sp>
      <p:sp>
        <p:nvSpPr>
          <p:cNvPr id="17" name="Text Placeholder 3">
            <a:extLst>
              <a:ext uri="{FF2B5EF4-FFF2-40B4-BE49-F238E27FC236}">
                <a16:creationId xmlns:a16="http://schemas.microsoft.com/office/drawing/2014/main" id="{BFCA38BE-76B7-4635-8179-9D7DD99CD973}"/>
              </a:ext>
            </a:extLst>
          </p:cNvPr>
          <p:cNvSpPr>
            <a:spLocks noGrp="1"/>
          </p:cNvSpPr>
          <p:nvPr>
            <p:ph type="body" sz="quarter" idx="27" hasCustomPrompt="1"/>
          </p:nvPr>
        </p:nvSpPr>
        <p:spPr>
          <a:xfrm>
            <a:off x="7207934" y="1630363"/>
            <a:ext cx="1906587" cy="563562"/>
          </a:xfrm>
          <a:solidFill>
            <a:schemeClr val="accent3"/>
          </a:solidFill>
        </p:spPr>
        <p:txBody>
          <a:bodyPr anchor="ctr"/>
          <a:lstStyle>
            <a:lvl1pPr algn="ctr">
              <a:defRPr sz="1600" b="1" kern="0">
                <a:solidFill>
                  <a:schemeClr val="bg1"/>
                </a:solidFill>
              </a:defRPr>
            </a:lvl1pPr>
          </a:lstStyle>
          <a:p>
            <a:pPr lvl="0"/>
            <a:r>
              <a:rPr lang="en-US"/>
              <a:t>Subtitle</a:t>
            </a:r>
          </a:p>
        </p:txBody>
      </p:sp>
      <p:sp>
        <p:nvSpPr>
          <p:cNvPr id="18" name="Text Placeholder 3">
            <a:extLst>
              <a:ext uri="{FF2B5EF4-FFF2-40B4-BE49-F238E27FC236}">
                <a16:creationId xmlns:a16="http://schemas.microsoft.com/office/drawing/2014/main" id="{D2020005-E0B8-4233-8022-8AC559F11D2F}"/>
              </a:ext>
            </a:extLst>
          </p:cNvPr>
          <p:cNvSpPr>
            <a:spLocks noGrp="1"/>
          </p:cNvSpPr>
          <p:nvPr>
            <p:ph type="body" sz="quarter" idx="28" hasCustomPrompt="1"/>
          </p:nvPr>
        </p:nvSpPr>
        <p:spPr>
          <a:xfrm>
            <a:off x="9280798" y="1630363"/>
            <a:ext cx="1906587" cy="563562"/>
          </a:xfrm>
          <a:solidFill>
            <a:schemeClr val="accent1"/>
          </a:solidFill>
        </p:spPr>
        <p:txBody>
          <a:bodyPr anchor="ctr"/>
          <a:lstStyle>
            <a:lvl1pPr algn="ctr">
              <a:defRPr sz="1600" b="1" kern="0">
                <a:solidFill>
                  <a:schemeClr val="bg1"/>
                </a:solidFill>
              </a:defRPr>
            </a:lvl1pPr>
          </a:lstStyle>
          <a:p>
            <a:pPr lvl="0"/>
            <a:r>
              <a:rPr lang="en-US"/>
              <a:t>Subtitle</a:t>
            </a:r>
          </a:p>
        </p:txBody>
      </p:sp>
    </p:spTree>
    <p:extLst>
      <p:ext uri="{BB962C8B-B14F-4D97-AF65-F5344CB8AC3E}">
        <p14:creationId xmlns:p14="http://schemas.microsoft.com/office/powerpoint/2010/main" val="2566892889"/>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ad Box with Icon and Center Text Box">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19862B5-E58D-4F98-8070-F04E6659AC38}"/>
              </a:ext>
            </a:extLst>
          </p:cNvPr>
          <p:cNvSpPr>
            <a:spLocks noGrp="1"/>
          </p:cNvSpPr>
          <p:nvPr>
            <p:ph type="body" sz="quarter" idx="53"/>
          </p:nvPr>
        </p:nvSpPr>
        <p:spPr>
          <a:xfrm>
            <a:off x="1003346" y="1330325"/>
            <a:ext cx="4967685" cy="2132614"/>
          </a:xfrm>
          <a:custGeom>
            <a:avLst/>
            <a:gdLst>
              <a:gd name="connsiteX0" fmla="*/ 0 w 4967685"/>
              <a:gd name="connsiteY0" fmla="*/ 0 h 2132614"/>
              <a:gd name="connsiteX1" fmla="*/ 4967685 w 4967685"/>
              <a:gd name="connsiteY1" fmla="*/ 0 h 2132614"/>
              <a:gd name="connsiteX2" fmla="*/ 4967685 w 4967685"/>
              <a:gd name="connsiteY2" fmla="*/ 1013538 h 2132614"/>
              <a:gd name="connsiteX3" fmla="*/ 3364916 w 4967685"/>
              <a:gd name="connsiteY3" fmla="*/ 1013538 h 2132614"/>
              <a:gd name="connsiteX4" fmla="*/ 3364916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4967685" y="0"/>
                </a:lnTo>
                <a:lnTo>
                  <a:pt x="4967685" y="1013538"/>
                </a:lnTo>
                <a:lnTo>
                  <a:pt x="3364916" y="1013538"/>
                </a:lnTo>
                <a:lnTo>
                  <a:pt x="3364916" y="2132614"/>
                </a:lnTo>
                <a:lnTo>
                  <a:pt x="0" y="2132614"/>
                </a:lnTo>
                <a:close/>
              </a:path>
            </a:pathLst>
          </a:custGeom>
          <a:solidFill>
            <a:schemeClr val="bg1">
              <a:lumMod val="85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EEBDCDC-F212-4ED4-8D32-7B1BC919EF2D}"/>
              </a:ext>
            </a:extLst>
          </p:cNvPr>
          <p:cNvSpPr>
            <a:spLocks noGrp="1"/>
          </p:cNvSpPr>
          <p:nvPr>
            <p:ph type="body" sz="quarter" idx="55"/>
          </p:nvPr>
        </p:nvSpPr>
        <p:spPr>
          <a:xfrm>
            <a:off x="6232260" y="1330325"/>
            <a:ext cx="4970724" cy="2132614"/>
          </a:xfrm>
          <a:custGeom>
            <a:avLst/>
            <a:gdLst>
              <a:gd name="connsiteX0" fmla="*/ 0 w 4970724"/>
              <a:gd name="connsiteY0" fmla="*/ 0 h 2132614"/>
              <a:gd name="connsiteX1" fmla="*/ 4970724 w 4970724"/>
              <a:gd name="connsiteY1" fmla="*/ 0 h 2132614"/>
              <a:gd name="connsiteX2" fmla="*/ 4970724 w 4970724"/>
              <a:gd name="connsiteY2" fmla="*/ 2132614 h 2132614"/>
              <a:gd name="connsiteX3" fmla="*/ 1602767 w 4970724"/>
              <a:gd name="connsiteY3" fmla="*/ 2132614 h 2132614"/>
              <a:gd name="connsiteX4" fmla="*/ 1602767 w 4970724"/>
              <a:gd name="connsiteY4" fmla="*/ 1013538 h 2132614"/>
              <a:gd name="connsiteX5" fmla="*/ 0 w 4970724"/>
              <a:gd name="connsiteY5" fmla="*/ 1013538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0" y="0"/>
                </a:moveTo>
                <a:lnTo>
                  <a:pt x="4970724" y="0"/>
                </a:lnTo>
                <a:lnTo>
                  <a:pt x="4970724" y="2132614"/>
                </a:lnTo>
                <a:lnTo>
                  <a:pt x="1602767" y="2132614"/>
                </a:lnTo>
                <a:lnTo>
                  <a:pt x="1602767" y="1013538"/>
                </a:lnTo>
                <a:lnTo>
                  <a:pt x="0" y="1013538"/>
                </a:lnTo>
                <a:close/>
              </a:path>
            </a:pathLst>
          </a:custGeom>
          <a:solidFill>
            <a:schemeClr val="bg1">
              <a:lumMod val="85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19">
            <a:extLst>
              <a:ext uri="{FF2B5EF4-FFF2-40B4-BE49-F238E27FC236}">
                <a16:creationId xmlns:a16="http://schemas.microsoft.com/office/drawing/2014/main" id="{BE0E984E-3A85-42BD-A2C6-26D3EB300D8B}"/>
              </a:ext>
            </a:extLst>
          </p:cNvPr>
          <p:cNvSpPr>
            <a:spLocks noGrp="1"/>
          </p:cNvSpPr>
          <p:nvPr>
            <p:ph type="body" sz="quarter" idx="54"/>
          </p:nvPr>
        </p:nvSpPr>
        <p:spPr>
          <a:xfrm>
            <a:off x="1003346" y="3747502"/>
            <a:ext cx="4967685" cy="2132614"/>
          </a:xfrm>
          <a:custGeom>
            <a:avLst/>
            <a:gdLst>
              <a:gd name="connsiteX0" fmla="*/ 0 w 4967685"/>
              <a:gd name="connsiteY0" fmla="*/ 0 h 2132614"/>
              <a:gd name="connsiteX1" fmla="*/ 3364916 w 4967685"/>
              <a:gd name="connsiteY1" fmla="*/ 0 h 2132614"/>
              <a:gd name="connsiteX2" fmla="*/ 3364916 w 4967685"/>
              <a:gd name="connsiteY2" fmla="*/ 1119077 h 2132614"/>
              <a:gd name="connsiteX3" fmla="*/ 4967685 w 4967685"/>
              <a:gd name="connsiteY3" fmla="*/ 1119077 h 2132614"/>
              <a:gd name="connsiteX4" fmla="*/ 4967685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3364916" y="0"/>
                </a:lnTo>
                <a:lnTo>
                  <a:pt x="3364916" y="1119077"/>
                </a:lnTo>
                <a:lnTo>
                  <a:pt x="4967685" y="1119077"/>
                </a:lnTo>
                <a:lnTo>
                  <a:pt x="4967685" y="2132614"/>
                </a:lnTo>
                <a:lnTo>
                  <a:pt x="0" y="2132614"/>
                </a:lnTo>
                <a:close/>
              </a:path>
            </a:pathLst>
          </a:custGeom>
          <a:solidFill>
            <a:schemeClr val="bg1">
              <a:lumMod val="85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4DB6DB5B-6EBB-4E77-8ECE-2DE4424BD660}"/>
              </a:ext>
            </a:extLst>
          </p:cNvPr>
          <p:cNvSpPr>
            <a:spLocks noGrp="1"/>
          </p:cNvSpPr>
          <p:nvPr>
            <p:ph type="body" sz="quarter" idx="56"/>
          </p:nvPr>
        </p:nvSpPr>
        <p:spPr>
          <a:xfrm>
            <a:off x="6232260" y="3747502"/>
            <a:ext cx="4970724" cy="2132614"/>
          </a:xfrm>
          <a:custGeom>
            <a:avLst/>
            <a:gdLst>
              <a:gd name="connsiteX0" fmla="*/ 1602767 w 4970724"/>
              <a:gd name="connsiteY0" fmla="*/ 0 h 2132614"/>
              <a:gd name="connsiteX1" fmla="*/ 4970724 w 4970724"/>
              <a:gd name="connsiteY1" fmla="*/ 0 h 2132614"/>
              <a:gd name="connsiteX2" fmla="*/ 4970724 w 4970724"/>
              <a:gd name="connsiteY2" fmla="*/ 2132614 h 2132614"/>
              <a:gd name="connsiteX3" fmla="*/ 0 w 4970724"/>
              <a:gd name="connsiteY3" fmla="*/ 2132614 h 2132614"/>
              <a:gd name="connsiteX4" fmla="*/ 0 w 4970724"/>
              <a:gd name="connsiteY4" fmla="*/ 1119077 h 2132614"/>
              <a:gd name="connsiteX5" fmla="*/ 1602767 w 4970724"/>
              <a:gd name="connsiteY5" fmla="*/ 1119077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1602767" y="0"/>
                </a:moveTo>
                <a:lnTo>
                  <a:pt x="4970724" y="0"/>
                </a:lnTo>
                <a:lnTo>
                  <a:pt x="4970724" y="2132614"/>
                </a:lnTo>
                <a:lnTo>
                  <a:pt x="0" y="2132614"/>
                </a:lnTo>
                <a:lnTo>
                  <a:pt x="0" y="1119077"/>
                </a:lnTo>
                <a:lnTo>
                  <a:pt x="1602767" y="1119077"/>
                </a:lnTo>
                <a:close/>
              </a:path>
            </a:pathLst>
          </a:custGeom>
          <a:solidFill>
            <a:schemeClr val="bg1">
              <a:lumMod val="85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0"/>
          <p:cNvSpPr>
            <a:spLocks noGrp="1"/>
          </p:cNvSpPr>
          <p:nvPr>
            <p:ph type="body" sz="quarter" idx="21"/>
          </p:nvPr>
        </p:nvSpPr>
        <p:spPr bwMode="gray">
          <a:xfrm>
            <a:off x="4571176" y="2546022"/>
            <a:ext cx="3049649" cy="2118398"/>
          </a:xfrm>
          <a:prstGeom prst="rect">
            <a:avLst/>
          </a:prstGeom>
          <a:solidFill>
            <a:schemeClr val="accent1"/>
          </a:solidFill>
          <a:ln>
            <a:noFill/>
          </a:ln>
        </p:spPr>
        <p:txBody>
          <a:bodyPr lIns="108000" tIns="108000" rIns="108000" bIns="108000" anchor="ctr" anchorCtr="1">
            <a:noAutofit/>
          </a:bodyPr>
          <a:lstStyle>
            <a:lvl1pPr algn="ctr">
              <a:defRPr sz="1600">
                <a:solidFill>
                  <a:schemeClr val="bg1"/>
                </a:solidFill>
                <a:latin typeface="+mn-lt"/>
                <a:cs typeface="Arial" panose="020B0604020202020204" pitchFamily="34" charset="0"/>
              </a:defRPr>
            </a:lvl1pPr>
          </a:lstStyle>
          <a:p>
            <a:pPr lvl="0"/>
            <a:r>
              <a:rPr lang="en-US"/>
              <a:t>Click to edit Master text styles</a:t>
            </a:r>
          </a:p>
        </p:txBody>
      </p:sp>
      <p:sp>
        <p:nvSpPr>
          <p:cNvPr id="3" name="Title 2">
            <a:extLst>
              <a:ext uri="{FF2B5EF4-FFF2-40B4-BE49-F238E27FC236}">
                <a16:creationId xmlns:a16="http://schemas.microsoft.com/office/drawing/2014/main" id="{01CCA206-C726-4930-8059-66751EC1483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Tree>
    <p:extLst>
      <p:ext uri="{BB962C8B-B14F-4D97-AF65-F5344CB8AC3E}">
        <p14:creationId xmlns:p14="http://schemas.microsoft.com/office/powerpoint/2010/main" val="26661465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Blue Heading">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1003200" y="1720713"/>
            <a:ext cx="4968000" cy="4156211"/>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6236040" y="1720713"/>
            <a:ext cx="4968000" cy="4156211"/>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C76913D-77B2-43C9-9A9E-B86D68E16B7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9888943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our Quad Boxes">
    <p:spTree>
      <p:nvGrpSpPr>
        <p:cNvPr id="1" name=""/>
        <p:cNvGrpSpPr/>
        <p:nvPr/>
      </p:nvGrpSpPr>
      <p:grpSpPr>
        <a:xfrm>
          <a:off x="0" y="0"/>
          <a:ext cx="0" cy="0"/>
          <a:chOff x="0" y="0"/>
          <a:chExt cx="0" cy="0"/>
        </a:xfrm>
      </p:grpSpPr>
      <p:sp>
        <p:nvSpPr>
          <p:cNvPr id="13" name="Text Placeholder 8"/>
          <p:cNvSpPr>
            <a:spLocks noGrp="1"/>
          </p:cNvSpPr>
          <p:nvPr>
            <p:ph type="body" sz="quarter" idx="19"/>
          </p:nvPr>
        </p:nvSpPr>
        <p:spPr>
          <a:xfrm>
            <a:off x="1003200" y="1720714"/>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36040" y="1720714"/>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1003200" y="4130720"/>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8"/>
          <p:cNvSpPr>
            <a:spLocks noGrp="1"/>
          </p:cNvSpPr>
          <p:nvPr>
            <p:ph type="body" sz="quarter" idx="24"/>
          </p:nvPr>
        </p:nvSpPr>
        <p:spPr>
          <a:xfrm>
            <a:off x="1003200"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36040" y="4130720"/>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8"/>
          <p:cNvSpPr>
            <a:spLocks noGrp="1"/>
          </p:cNvSpPr>
          <p:nvPr>
            <p:ph type="body" sz="quarter" idx="26"/>
          </p:nvPr>
        </p:nvSpPr>
        <p:spPr>
          <a:xfrm>
            <a:off x="6236040"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EF8E881-FC4C-4F00-9389-FF3C71D7CB7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038968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2"/>
        </a:solidFill>
        <a:effectLst/>
      </p:bgPr>
    </p:bg>
    <p:spTree>
      <p:nvGrpSpPr>
        <p:cNvPr id="1" name=""/>
        <p:cNvGrpSpPr/>
        <p:nvPr/>
      </p:nvGrpSpPr>
      <p:grpSpPr>
        <a:xfrm>
          <a:off x="0" y="0"/>
          <a:ext cx="0" cy="0"/>
          <a:chOff x="0" y="0"/>
          <a:chExt cx="0" cy="0"/>
        </a:xfrm>
      </p:grpSpPr>
      <p:pic>
        <p:nvPicPr>
          <p:cNvPr id="2" name="Picture 1" descr="A blue background with many small dots&#10;&#10;Description automatically generated">
            <a:extLst>
              <a:ext uri="{FF2B5EF4-FFF2-40B4-BE49-F238E27FC236}">
                <a16:creationId xmlns:a16="http://schemas.microsoft.com/office/drawing/2014/main" id="{17DCBB23-5A32-5715-5E48-6BC8808A22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58" name="Rectangle 57">
            <a:extLst>
              <a:ext uri="{FF2B5EF4-FFF2-40B4-BE49-F238E27FC236}">
                <a16:creationId xmlns:a16="http://schemas.microsoft.com/office/drawing/2014/main" id="{79D65585-570B-4F7D-B4BC-0F7CFAF52BAF}"/>
              </a:ext>
            </a:extLst>
          </p:cNvPr>
          <p:cNvSpPr>
            <a:spLocks noChangeAspect="1"/>
          </p:cNvSpPr>
          <p:nvPr userDrawn="1"/>
        </p:nvSpPr>
        <p:spPr>
          <a:xfrm>
            <a:off x="998476" y="971550"/>
            <a:ext cx="7061787" cy="494325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bg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9BE67C5C-769B-4AEA-A1B7-EFD4A3AA2397}"/>
              </a:ext>
            </a:extLst>
          </p:cNvPr>
          <p:cNvSpPr>
            <a:spLocks noGrp="1"/>
          </p:cNvSpPr>
          <p:nvPr>
            <p:ph type="body" sz="quarter" idx="11"/>
          </p:nvPr>
        </p:nvSpPr>
        <p:spPr>
          <a:xfrm>
            <a:off x="1289860" y="4985095"/>
            <a:ext cx="5252400" cy="569387"/>
          </a:xfrm>
        </p:spPr>
        <p:txBody>
          <a:bodyPr wrap="square" anchor="b">
            <a:spAutoFit/>
          </a:bodyPr>
          <a:lstStyle>
            <a:lvl1pPr>
              <a:defRPr sz="1600">
                <a:solidFill>
                  <a:schemeClr val="bg1"/>
                </a:solidFill>
              </a:defRPr>
            </a:lvl1pPr>
            <a:lvl2pPr>
              <a:defRPr sz="16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4" name="Text Placeholder 3">
            <a:extLst>
              <a:ext uri="{FF2B5EF4-FFF2-40B4-BE49-F238E27FC236}">
                <a16:creationId xmlns:a16="http://schemas.microsoft.com/office/drawing/2014/main" id="{B5E8B0BD-68A6-4AD8-A640-99B893F06320}"/>
              </a:ext>
            </a:extLst>
          </p:cNvPr>
          <p:cNvSpPr>
            <a:spLocks noGrp="1"/>
          </p:cNvSpPr>
          <p:nvPr>
            <p:ph type="body" sz="quarter" idx="12" hasCustomPrompt="1"/>
          </p:nvPr>
        </p:nvSpPr>
        <p:spPr>
          <a:xfrm>
            <a:off x="1289860"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a:t>00</a:t>
            </a:r>
          </a:p>
        </p:txBody>
      </p:sp>
      <p:sp>
        <p:nvSpPr>
          <p:cNvPr id="5" name="TextBox 4">
            <a:extLst>
              <a:ext uri="{FF2B5EF4-FFF2-40B4-BE49-F238E27FC236}">
                <a16:creationId xmlns:a16="http://schemas.microsoft.com/office/drawing/2014/main" id="{55DDFC03-3866-134B-885E-66667E0C48F6}"/>
              </a:ext>
            </a:extLst>
          </p:cNvPr>
          <p:cNvSpPr txBox="1"/>
          <p:nvPr userDrawn="1"/>
        </p:nvSpPr>
        <p:spPr>
          <a:xfrm>
            <a:off x="998476"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22708177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gradFill flip="none" rotWithShape="1">
          <a:gsLst>
            <a:gs pos="0">
              <a:schemeClr val="accent5"/>
            </a:gs>
            <a:gs pos="100000">
              <a:schemeClr val="accent1"/>
            </a:gs>
          </a:gsLst>
          <a:lin ang="0" scaled="0"/>
          <a:tileRect/>
        </a:gradFill>
        <a:effectLst/>
      </p:bgPr>
    </p:bg>
    <p:spTree>
      <p:nvGrpSpPr>
        <p:cNvPr id="1" name=""/>
        <p:cNvGrpSpPr/>
        <p:nvPr/>
      </p:nvGrpSpPr>
      <p:grpSpPr>
        <a:xfrm>
          <a:off x="0" y="0"/>
          <a:ext cx="0" cy="0"/>
          <a:chOff x="0" y="0"/>
          <a:chExt cx="0" cy="0"/>
        </a:xfrm>
      </p:grpSpPr>
      <p:pic>
        <p:nvPicPr>
          <p:cNvPr id="2" name="Picture 1" descr="A blue background with many small dots&#10;&#10;Description automatically generated">
            <a:extLst>
              <a:ext uri="{FF2B5EF4-FFF2-40B4-BE49-F238E27FC236}">
                <a16:creationId xmlns:a16="http://schemas.microsoft.com/office/drawing/2014/main" id="{9B2A8602-2F79-1DD7-18AA-AC9EC94720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6" name="Rectangle 25">
            <a:extLst>
              <a:ext uri="{FF2B5EF4-FFF2-40B4-BE49-F238E27FC236}">
                <a16:creationId xmlns:a16="http://schemas.microsoft.com/office/drawing/2014/main" id="{BAF31653-DA95-4567-9106-71E1E49BA627}"/>
              </a:ext>
            </a:extLst>
          </p:cNvPr>
          <p:cNvSpPr>
            <a:spLocks noChangeAspect="1"/>
          </p:cNvSpPr>
          <p:nvPr userDrawn="1"/>
        </p:nvSpPr>
        <p:spPr>
          <a:xfrm>
            <a:off x="998476" y="971550"/>
            <a:ext cx="7061787" cy="494325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60" name="Text Placeholder 3">
            <a:extLst>
              <a:ext uri="{FF2B5EF4-FFF2-40B4-BE49-F238E27FC236}">
                <a16:creationId xmlns:a16="http://schemas.microsoft.com/office/drawing/2014/main" id="{2925CE2F-8945-49DE-BCC2-8BCACF480E4F}"/>
              </a:ext>
            </a:extLst>
          </p:cNvPr>
          <p:cNvSpPr>
            <a:spLocks noGrp="1"/>
          </p:cNvSpPr>
          <p:nvPr>
            <p:ph type="body" sz="quarter" idx="13"/>
          </p:nvPr>
        </p:nvSpPr>
        <p:spPr>
          <a:xfrm>
            <a:off x="1289860" y="4985095"/>
            <a:ext cx="5252400" cy="569387"/>
          </a:xfrm>
        </p:spPr>
        <p:txBody>
          <a:bodyPr wrap="square" anchor="b">
            <a:spAutoFit/>
          </a:bodyPr>
          <a:lstStyle>
            <a:lvl1pPr>
              <a:defRPr sz="1600">
                <a:solidFill>
                  <a:schemeClr val="accent2"/>
                </a:solidFill>
              </a:defRPr>
            </a:lvl1pPr>
            <a:lvl2pPr>
              <a:defRPr sz="16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61" name="Text Placeholder 3">
            <a:extLst>
              <a:ext uri="{FF2B5EF4-FFF2-40B4-BE49-F238E27FC236}">
                <a16:creationId xmlns:a16="http://schemas.microsoft.com/office/drawing/2014/main" id="{C346F2F1-AF73-4284-8702-745152AF5399}"/>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accent2"/>
                </a:solidFill>
              </a:defRPr>
            </a:lvl1pPr>
          </a:lstStyle>
          <a:p>
            <a:r>
              <a:rPr lang="en-US"/>
              <a:t>Click to edit Master title style</a:t>
            </a:r>
          </a:p>
        </p:txBody>
      </p:sp>
      <p:sp>
        <p:nvSpPr>
          <p:cNvPr id="4" name="TextBox 3">
            <a:extLst>
              <a:ext uri="{FF2B5EF4-FFF2-40B4-BE49-F238E27FC236}">
                <a16:creationId xmlns:a16="http://schemas.microsoft.com/office/drawing/2014/main" id="{FCA329AC-33F4-7DF9-9F0F-8F6C8B9596C6}"/>
              </a:ext>
            </a:extLst>
          </p:cNvPr>
          <p:cNvSpPr txBox="1"/>
          <p:nvPr userDrawn="1"/>
        </p:nvSpPr>
        <p:spPr>
          <a:xfrm>
            <a:off x="998476"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26681694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Back Cover dark Gradient">
    <p:spTree>
      <p:nvGrpSpPr>
        <p:cNvPr id="1" name=""/>
        <p:cNvGrpSpPr/>
        <p:nvPr/>
      </p:nvGrpSpPr>
      <p:grpSpPr>
        <a:xfrm>
          <a:off x="0" y="0"/>
          <a:ext cx="0" cy="0"/>
          <a:chOff x="0" y="0"/>
          <a:chExt cx="0" cy="0"/>
        </a:xfrm>
      </p:grpSpPr>
      <p:sp>
        <p:nvSpPr>
          <p:cNvPr id="14" name="Text Placeholder 2">
            <a:extLst>
              <a:ext uri="{FF2B5EF4-FFF2-40B4-BE49-F238E27FC236}">
                <a16:creationId xmlns:a16="http://schemas.microsoft.com/office/drawing/2014/main" id="{F36415CC-18EE-44C6-AA6A-0C70BEB38184}"/>
              </a:ext>
            </a:extLst>
          </p:cNvPr>
          <p:cNvSpPr>
            <a:spLocks noGrp="1"/>
          </p:cNvSpPr>
          <p:nvPr>
            <p:ph type="body" sz="quarter" idx="10"/>
          </p:nvPr>
        </p:nvSpPr>
        <p:spPr>
          <a:xfrm>
            <a:off x="741301" y="4240696"/>
            <a:ext cx="5748399" cy="1854200"/>
          </a:xfrm>
        </p:spPr>
        <p:txBody>
          <a:bodyPr anchor="b"/>
          <a:lstStyle>
            <a:lvl1pPr>
              <a:spcAft>
                <a:spcPts val="1000"/>
              </a:spcAft>
              <a:defRPr lang="en-US" sz="900" b="0" kern="1200" dirty="0" smtClean="0">
                <a:solidFill>
                  <a:schemeClr val="bg1">
                    <a:lumMod val="65000"/>
                  </a:schemeClr>
                </a:solidFill>
                <a:latin typeface="+mn-lt"/>
                <a:ea typeface="+mn-ea"/>
                <a:cs typeface="+mn-cs"/>
              </a:defRPr>
            </a:lvl1pPr>
            <a:lvl2pPr>
              <a:spcAft>
                <a:spcPts val="1000"/>
              </a:spcAft>
              <a:defRPr sz="900" b="0">
                <a:solidFill>
                  <a:schemeClr val="tx1"/>
                </a:solidFill>
              </a:defRPr>
            </a:lvl2pPr>
          </a:lstStyle>
          <a:p>
            <a:pPr marL="0" lvl="0" indent="0" algn="l" defTabSz="685766" rtl="0" eaLnBrk="1" latinLnBrk="0" hangingPunct="1">
              <a:lnSpc>
                <a:spcPct val="100000"/>
              </a:lnSpc>
              <a:spcBef>
                <a:spcPts val="0"/>
              </a:spcBef>
              <a:spcAft>
                <a:spcPts val="600"/>
              </a:spcAft>
              <a:buFontTx/>
              <a:buNone/>
            </a:pPr>
            <a:r>
              <a:rPr lang="en-US"/>
              <a:t>Click to edit Master text styles</a:t>
            </a:r>
          </a:p>
          <a:p>
            <a:pPr marL="0" lvl="1" indent="0" algn="l" defTabSz="685766" rtl="0" eaLnBrk="1" latinLnBrk="0" hangingPunct="1">
              <a:lnSpc>
                <a:spcPct val="100000"/>
              </a:lnSpc>
              <a:spcBef>
                <a:spcPts val="0"/>
              </a:spcBef>
              <a:spcAft>
                <a:spcPts val="600"/>
              </a:spcAft>
              <a:buFontTx/>
              <a:buNone/>
            </a:pPr>
            <a:r>
              <a:rPr lang="en-US"/>
              <a:t>Second level</a:t>
            </a:r>
          </a:p>
        </p:txBody>
      </p:sp>
      <p:sp>
        <p:nvSpPr>
          <p:cNvPr id="15" name="Text Placeholder 2">
            <a:extLst>
              <a:ext uri="{FF2B5EF4-FFF2-40B4-BE49-F238E27FC236}">
                <a16:creationId xmlns:a16="http://schemas.microsoft.com/office/drawing/2014/main" id="{F1A20F0E-1C86-4DC6-957F-6F65AC8C2E29}"/>
              </a:ext>
            </a:extLst>
          </p:cNvPr>
          <p:cNvSpPr>
            <a:spLocks noGrp="1"/>
          </p:cNvSpPr>
          <p:nvPr>
            <p:ph type="body" sz="quarter" idx="14"/>
          </p:nvPr>
        </p:nvSpPr>
        <p:spPr>
          <a:xfrm>
            <a:off x="741301" y="3935061"/>
            <a:ext cx="3215651" cy="119064"/>
          </a:xfrm>
        </p:spPr>
        <p:txBody>
          <a:bodyPr/>
          <a:lstStyle>
            <a:lvl1pPr>
              <a:buFontTx/>
              <a:buNone/>
              <a:defRPr sz="11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p:txBody>
      </p:sp>
      <p:grpSp>
        <p:nvGrpSpPr>
          <p:cNvPr id="12" name="Group 11">
            <a:extLst>
              <a:ext uri="{FF2B5EF4-FFF2-40B4-BE49-F238E27FC236}">
                <a16:creationId xmlns:a16="http://schemas.microsoft.com/office/drawing/2014/main" id="{8F4182B8-7E62-44CE-AE54-C464674E18B6}"/>
              </a:ext>
            </a:extLst>
          </p:cNvPr>
          <p:cNvGrpSpPr/>
          <p:nvPr userDrawn="1"/>
        </p:nvGrpSpPr>
        <p:grpSpPr>
          <a:xfrm>
            <a:off x="750811" y="3494012"/>
            <a:ext cx="2035175" cy="373163"/>
            <a:chOff x="1584001" y="2682350"/>
            <a:chExt cx="2094546" cy="384049"/>
          </a:xfrm>
        </p:grpSpPr>
        <p:pic>
          <p:nvPicPr>
            <p:cNvPr id="13" name="Picture 12">
              <a:extLst>
                <a:ext uri="{FF2B5EF4-FFF2-40B4-BE49-F238E27FC236}">
                  <a16:creationId xmlns:a16="http://schemas.microsoft.com/office/drawing/2014/main" id="{25DDC481-4310-4B64-9A5D-208CF9409FE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24335"/>
            <a:stretch/>
          </p:blipFill>
          <p:spPr>
            <a:xfrm>
              <a:off x="1584001" y="2682350"/>
              <a:ext cx="1273500" cy="384049"/>
            </a:xfrm>
            <a:prstGeom prst="rect">
              <a:avLst/>
            </a:prstGeom>
          </p:spPr>
        </p:pic>
        <p:pic>
          <p:nvPicPr>
            <p:cNvPr id="16" name="Picture 15">
              <a:extLst>
                <a:ext uri="{FF2B5EF4-FFF2-40B4-BE49-F238E27FC236}">
                  <a16:creationId xmlns:a16="http://schemas.microsoft.com/office/drawing/2014/main" id="{66404136-6381-48A3-932A-AC26BF01783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276023" y="2682350"/>
              <a:ext cx="402524" cy="384049"/>
            </a:xfrm>
            <a:prstGeom prst="rect">
              <a:avLst/>
            </a:prstGeom>
          </p:spPr>
        </p:pic>
        <p:grpSp>
          <p:nvGrpSpPr>
            <p:cNvPr id="17" name="Group 16">
              <a:extLst>
                <a:ext uri="{FF2B5EF4-FFF2-40B4-BE49-F238E27FC236}">
                  <a16:creationId xmlns:a16="http://schemas.microsoft.com/office/drawing/2014/main" id="{AB824263-AD0D-4152-BFED-1CCF21CB8F58}"/>
                </a:ext>
              </a:extLst>
            </p:cNvPr>
            <p:cNvGrpSpPr/>
            <p:nvPr userDrawn="1"/>
          </p:nvGrpSpPr>
          <p:grpSpPr>
            <a:xfrm>
              <a:off x="2867305" y="2682351"/>
              <a:ext cx="383774" cy="383774"/>
              <a:chOff x="3296507" y="2682351"/>
              <a:chExt cx="383774" cy="383774"/>
            </a:xfrm>
          </p:grpSpPr>
          <p:sp>
            <p:nvSpPr>
              <p:cNvPr id="19" name="Freeform 5">
                <a:extLst>
                  <a:ext uri="{FF2B5EF4-FFF2-40B4-BE49-F238E27FC236}">
                    <a16:creationId xmlns:a16="http://schemas.microsoft.com/office/drawing/2014/main" id="{F49B6BE1-732C-47F7-8AC3-AD41EB4E311F}"/>
                  </a:ext>
                </a:extLst>
              </p:cNvPr>
              <p:cNvSpPr>
                <a:spLocks noEditPoints="1"/>
              </p:cNvSpPr>
              <p:nvPr userDrawn="1"/>
            </p:nvSpPr>
            <p:spPr bwMode="auto">
              <a:xfrm>
                <a:off x="3296507" y="2682351"/>
                <a:ext cx="383774" cy="383774"/>
              </a:xfrm>
              <a:custGeom>
                <a:avLst/>
                <a:gdLst>
                  <a:gd name="T0" fmla="*/ 1008 w 2016"/>
                  <a:gd name="T1" fmla="*/ 182 h 2016"/>
                  <a:gd name="T2" fmla="*/ 1415 w 2016"/>
                  <a:gd name="T3" fmla="*/ 188 h 2016"/>
                  <a:gd name="T4" fmla="*/ 1602 w 2016"/>
                  <a:gd name="T5" fmla="*/ 222 h 2016"/>
                  <a:gd name="T6" fmla="*/ 1718 w 2016"/>
                  <a:gd name="T7" fmla="*/ 298 h 2016"/>
                  <a:gd name="T8" fmla="*/ 1794 w 2016"/>
                  <a:gd name="T9" fmla="*/ 414 h 2016"/>
                  <a:gd name="T10" fmla="*/ 1828 w 2016"/>
                  <a:gd name="T11" fmla="*/ 601 h 2016"/>
                  <a:gd name="T12" fmla="*/ 1834 w 2016"/>
                  <a:gd name="T13" fmla="*/ 1008 h 2016"/>
                  <a:gd name="T14" fmla="*/ 1828 w 2016"/>
                  <a:gd name="T15" fmla="*/ 1415 h 2016"/>
                  <a:gd name="T16" fmla="*/ 1794 w 2016"/>
                  <a:gd name="T17" fmla="*/ 1602 h 2016"/>
                  <a:gd name="T18" fmla="*/ 1718 w 2016"/>
                  <a:gd name="T19" fmla="*/ 1718 h 2016"/>
                  <a:gd name="T20" fmla="*/ 1602 w 2016"/>
                  <a:gd name="T21" fmla="*/ 1794 h 2016"/>
                  <a:gd name="T22" fmla="*/ 1415 w 2016"/>
                  <a:gd name="T23" fmla="*/ 1828 h 2016"/>
                  <a:gd name="T24" fmla="*/ 1008 w 2016"/>
                  <a:gd name="T25" fmla="*/ 1834 h 2016"/>
                  <a:gd name="T26" fmla="*/ 601 w 2016"/>
                  <a:gd name="T27" fmla="*/ 1828 h 2016"/>
                  <a:gd name="T28" fmla="*/ 414 w 2016"/>
                  <a:gd name="T29" fmla="*/ 1794 h 2016"/>
                  <a:gd name="T30" fmla="*/ 298 w 2016"/>
                  <a:gd name="T31" fmla="*/ 1718 h 2016"/>
                  <a:gd name="T32" fmla="*/ 222 w 2016"/>
                  <a:gd name="T33" fmla="*/ 1602 h 2016"/>
                  <a:gd name="T34" fmla="*/ 188 w 2016"/>
                  <a:gd name="T35" fmla="*/ 1415 h 2016"/>
                  <a:gd name="T36" fmla="*/ 182 w 2016"/>
                  <a:gd name="T37" fmla="*/ 1008 h 2016"/>
                  <a:gd name="T38" fmla="*/ 188 w 2016"/>
                  <a:gd name="T39" fmla="*/ 601 h 2016"/>
                  <a:gd name="T40" fmla="*/ 222 w 2016"/>
                  <a:gd name="T41" fmla="*/ 414 h 2016"/>
                  <a:gd name="T42" fmla="*/ 298 w 2016"/>
                  <a:gd name="T43" fmla="*/ 298 h 2016"/>
                  <a:gd name="T44" fmla="*/ 414 w 2016"/>
                  <a:gd name="T45" fmla="*/ 222 h 2016"/>
                  <a:gd name="T46" fmla="*/ 601 w 2016"/>
                  <a:gd name="T47" fmla="*/ 188 h 2016"/>
                  <a:gd name="T48" fmla="*/ 1008 w 2016"/>
                  <a:gd name="T49" fmla="*/ 182 h 2016"/>
                  <a:gd name="T50" fmla="*/ 1008 w 2016"/>
                  <a:gd name="T51" fmla="*/ 0 h 2016"/>
                  <a:gd name="T52" fmla="*/ 593 w 2016"/>
                  <a:gd name="T53" fmla="*/ 6 h 2016"/>
                  <a:gd name="T54" fmla="*/ 348 w 2016"/>
                  <a:gd name="T55" fmla="*/ 53 h 2016"/>
                  <a:gd name="T56" fmla="*/ 169 w 2016"/>
                  <a:gd name="T57" fmla="*/ 169 h 2016"/>
                  <a:gd name="T58" fmla="*/ 53 w 2016"/>
                  <a:gd name="T59" fmla="*/ 348 h 2016"/>
                  <a:gd name="T60" fmla="*/ 6 w 2016"/>
                  <a:gd name="T61" fmla="*/ 593 h 2016"/>
                  <a:gd name="T62" fmla="*/ 0 w 2016"/>
                  <a:gd name="T63" fmla="*/ 1008 h 2016"/>
                  <a:gd name="T64" fmla="*/ 6 w 2016"/>
                  <a:gd name="T65" fmla="*/ 1423 h 2016"/>
                  <a:gd name="T66" fmla="*/ 53 w 2016"/>
                  <a:gd name="T67" fmla="*/ 1668 h 2016"/>
                  <a:gd name="T68" fmla="*/ 169 w 2016"/>
                  <a:gd name="T69" fmla="*/ 1847 h 2016"/>
                  <a:gd name="T70" fmla="*/ 348 w 2016"/>
                  <a:gd name="T71" fmla="*/ 1963 h 2016"/>
                  <a:gd name="T72" fmla="*/ 593 w 2016"/>
                  <a:gd name="T73" fmla="*/ 2010 h 2016"/>
                  <a:gd name="T74" fmla="*/ 1008 w 2016"/>
                  <a:gd name="T75" fmla="*/ 2016 h 2016"/>
                  <a:gd name="T76" fmla="*/ 1423 w 2016"/>
                  <a:gd name="T77" fmla="*/ 2010 h 2016"/>
                  <a:gd name="T78" fmla="*/ 1668 w 2016"/>
                  <a:gd name="T79" fmla="*/ 1963 h 2016"/>
                  <a:gd name="T80" fmla="*/ 1847 w 2016"/>
                  <a:gd name="T81" fmla="*/ 1847 h 2016"/>
                  <a:gd name="T82" fmla="*/ 1963 w 2016"/>
                  <a:gd name="T83" fmla="*/ 1668 h 2016"/>
                  <a:gd name="T84" fmla="*/ 2010 w 2016"/>
                  <a:gd name="T85" fmla="*/ 1423 h 2016"/>
                  <a:gd name="T86" fmla="*/ 2016 w 2016"/>
                  <a:gd name="T87" fmla="*/ 1008 h 2016"/>
                  <a:gd name="T88" fmla="*/ 2010 w 2016"/>
                  <a:gd name="T89" fmla="*/ 593 h 2016"/>
                  <a:gd name="T90" fmla="*/ 1963 w 2016"/>
                  <a:gd name="T91" fmla="*/ 348 h 2016"/>
                  <a:gd name="T92" fmla="*/ 1847 w 2016"/>
                  <a:gd name="T93" fmla="*/ 169 h 2016"/>
                  <a:gd name="T94" fmla="*/ 1668 w 2016"/>
                  <a:gd name="T95" fmla="*/ 53 h 2016"/>
                  <a:gd name="T96" fmla="*/ 1423 w 2016"/>
                  <a:gd name="T97" fmla="*/ 6 h 2016"/>
                  <a:gd name="T98" fmla="*/ 1008 w 2016"/>
                  <a:gd name="T99"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6" h="2016">
                    <a:moveTo>
                      <a:pt x="1008" y="182"/>
                    </a:moveTo>
                    <a:cubicBezTo>
                      <a:pt x="1277" y="182"/>
                      <a:pt x="1309" y="183"/>
                      <a:pt x="1415" y="188"/>
                    </a:cubicBezTo>
                    <a:cubicBezTo>
                      <a:pt x="1513" y="192"/>
                      <a:pt x="1567" y="209"/>
                      <a:pt x="1602" y="222"/>
                    </a:cubicBezTo>
                    <a:cubicBezTo>
                      <a:pt x="1649" y="241"/>
                      <a:pt x="1683" y="263"/>
                      <a:pt x="1718" y="298"/>
                    </a:cubicBezTo>
                    <a:cubicBezTo>
                      <a:pt x="1753" y="333"/>
                      <a:pt x="1775" y="367"/>
                      <a:pt x="1794" y="414"/>
                    </a:cubicBezTo>
                    <a:cubicBezTo>
                      <a:pt x="1807" y="449"/>
                      <a:pt x="1824" y="503"/>
                      <a:pt x="1828" y="601"/>
                    </a:cubicBezTo>
                    <a:cubicBezTo>
                      <a:pt x="1833" y="707"/>
                      <a:pt x="1834" y="739"/>
                      <a:pt x="1834" y="1008"/>
                    </a:cubicBezTo>
                    <a:cubicBezTo>
                      <a:pt x="1834" y="1277"/>
                      <a:pt x="1833" y="1309"/>
                      <a:pt x="1828" y="1415"/>
                    </a:cubicBezTo>
                    <a:cubicBezTo>
                      <a:pt x="1824" y="1513"/>
                      <a:pt x="1807" y="1567"/>
                      <a:pt x="1794" y="1602"/>
                    </a:cubicBezTo>
                    <a:cubicBezTo>
                      <a:pt x="1775" y="1649"/>
                      <a:pt x="1753" y="1683"/>
                      <a:pt x="1718" y="1718"/>
                    </a:cubicBezTo>
                    <a:cubicBezTo>
                      <a:pt x="1683" y="1753"/>
                      <a:pt x="1649" y="1775"/>
                      <a:pt x="1602" y="1794"/>
                    </a:cubicBezTo>
                    <a:cubicBezTo>
                      <a:pt x="1567" y="1807"/>
                      <a:pt x="1513" y="1824"/>
                      <a:pt x="1415" y="1828"/>
                    </a:cubicBezTo>
                    <a:cubicBezTo>
                      <a:pt x="1309" y="1833"/>
                      <a:pt x="1277" y="1834"/>
                      <a:pt x="1008" y="1834"/>
                    </a:cubicBezTo>
                    <a:cubicBezTo>
                      <a:pt x="739" y="1834"/>
                      <a:pt x="707" y="1833"/>
                      <a:pt x="601" y="1828"/>
                    </a:cubicBezTo>
                    <a:cubicBezTo>
                      <a:pt x="503" y="1824"/>
                      <a:pt x="449" y="1807"/>
                      <a:pt x="414" y="1794"/>
                    </a:cubicBezTo>
                    <a:cubicBezTo>
                      <a:pt x="367" y="1775"/>
                      <a:pt x="333" y="1753"/>
                      <a:pt x="298" y="1718"/>
                    </a:cubicBezTo>
                    <a:cubicBezTo>
                      <a:pt x="263" y="1683"/>
                      <a:pt x="241" y="1649"/>
                      <a:pt x="222" y="1602"/>
                    </a:cubicBezTo>
                    <a:cubicBezTo>
                      <a:pt x="209" y="1567"/>
                      <a:pt x="192" y="1513"/>
                      <a:pt x="188" y="1415"/>
                    </a:cubicBezTo>
                    <a:cubicBezTo>
                      <a:pt x="183" y="1309"/>
                      <a:pt x="182" y="1277"/>
                      <a:pt x="182" y="1008"/>
                    </a:cubicBezTo>
                    <a:cubicBezTo>
                      <a:pt x="182" y="739"/>
                      <a:pt x="183" y="707"/>
                      <a:pt x="188" y="601"/>
                    </a:cubicBezTo>
                    <a:cubicBezTo>
                      <a:pt x="192" y="503"/>
                      <a:pt x="209" y="449"/>
                      <a:pt x="222" y="414"/>
                    </a:cubicBezTo>
                    <a:cubicBezTo>
                      <a:pt x="241" y="367"/>
                      <a:pt x="263" y="333"/>
                      <a:pt x="298" y="298"/>
                    </a:cubicBezTo>
                    <a:cubicBezTo>
                      <a:pt x="333" y="263"/>
                      <a:pt x="367" y="241"/>
                      <a:pt x="414" y="222"/>
                    </a:cubicBezTo>
                    <a:cubicBezTo>
                      <a:pt x="449" y="209"/>
                      <a:pt x="503" y="192"/>
                      <a:pt x="601" y="188"/>
                    </a:cubicBezTo>
                    <a:cubicBezTo>
                      <a:pt x="707" y="183"/>
                      <a:pt x="739" y="182"/>
                      <a:pt x="1008" y="182"/>
                    </a:cubicBezTo>
                    <a:moveTo>
                      <a:pt x="1008" y="0"/>
                    </a:moveTo>
                    <a:cubicBezTo>
                      <a:pt x="734" y="0"/>
                      <a:pt x="700" y="1"/>
                      <a:pt x="593" y="6"/>
                    </a:cubicBezTo>
                    <a:cubicBezTo>
                      <a:pt x="485" y="11"/>
                      <a:pt x="412" y="28"/>
                      <a:pt x="348" y="53"/>
                    </a:cubicBezTo>
                    <a:cubicBezTo>
                      <a:pt x="282" y="79"/>
                      <a:pt x="225" y="113"/>
                      <a:pt x="169" y="169"/>
                    </a:cubicBezTo>
                    <a:cubicBezTo>
                      <a:pt x="113" y="225"/>
                      <a:pt x="79" y="282"/>
                      <a:pt x="53" y="348"/>
                    </a:cubicBezTo>
                    <a:cubicBezTo>
                      <a:pt x="28" y="412"/>
                      <a:pt x="11" y="485"/>
                      <a:pt x="6" y="593"/>
                    </a:cubicBezTo>
                    <a:cubicBezTo>
                      <a:pt x="1" y="700"/>
                      <a:pt x="0" y="734"/>
                      <a:pt x="0" y="1008"/>
                    </a:cubicBezTo>
                    <a:cubicBezTo>
                      <a:pt x="0" y="1282"/>
                      <a:pt x="1" y="1316"/>
                      <a:pt x="6" y="1423"/>
                    </a:cubicBezTo>
                    <a:cubicBezTo>
                      <a:pt x="11" y="1531"/>
                      <a:pt x="28" y="1604"/>
                      <a:pt x="53" y="1668"/>
                    </a:cubicBezTo>
                    <a:cubicBezTo>
                      <a:pt x="79" y="1734"/>
                      <a:pt x="113" y="1791"/>
                      <a:pt x="169" y="1847"/>
                    </a:cubicBezTo>
                    <a:cubicBezTo>
                      <a:pt x="225" y="1903"/>
                      <a:pt x="282" y="1937"/>
                      <a:pt x="348" y="1963"/>
                    </a:cubicBezTo>
                    <a:cubicBezTo>
                      <a:pt x="412" y="1988"/>
                      <a:pt x="485" y="2005"/>
                      <a:pt x="593" y="2010"/>
                    </a:cubicBezTo>
                    <a:cubicBezTo>
                      <a:pt x="700" y="2015"/>
                      <a:pt x="734" y="2016"/>
                      <a:pt x="1008" y="2016"/>
                    </a:cubicBezTo>
                    <a:cubicBezTo>
                      <a:pt x="1282" y="2016"/>
                      <a:pt x="1316" y="2015"/>
                      <a:pt x="1423" y="2010"/>
                    </a:cubicBezTo>
                    <a:cubicBezTo>
                      <a:pt x="1531" y="2005"/>
                      <a:pt x="1604" y="1988"/>
                      <a:pt x="1668" y="1963"/>
                    </a:cubicBezTo>
                    <a:cubicBezTo>
                      <a:pt x="1734" y="1937"/>
                      <a:pt x="1791" y="1903"/>
                      <a:pt x="1847" y="1847"/>
                    </a:cubicBezTo>
                    <a:cubicBezTo>
                      <a:pt x="1903" y="1791"/>
                      <a:pt x="1937" y="1734"/>
                      <a:pt x="1963" y="1668"/>
                    </a:cubicBezTo>
                    <a:cubicBezTo>
                      <a:pt x="1988" y="1604"/>
                      <a:pt x="2005" y="1531"/>
                      <a:pt x="2010" y="1423"/>
                    </a:cubicBezTo>
                    <a:cubicBezTo>
                      <a:pt x="2015" y="1316"/>
                      <a:pt x="2016" y="1282"/>
                      <a:pt x="2016" y="1008"/>
                    </a:cubicBezTo>
                    <a:cubicBezTo>
                      <a:pt x="2016" y="734"/>
                      <a:pt x="2015" y="700"/>
                      <a:pt x="2010" y="593"/>
                    </a:cubicBezTo>
                    <a:cubicBezTo>
                      <a:pt x="2005" y="485"/>
                      <a:pt x="1988" y="412"/>
                      <a:pt x="1963" y="348"/>
                    </a:cubicBezTo>
                    <a:cubicBezTo>
                      <a:pt x="1937" y="282"/>
                      <a:pt x="1903" y="225"/>
                      <a:pt x="1847" y="169"/>
                    </a:cubicBezTo>
                    <a:cubicBezTo>
                      <a:pt x="1791" y="113"/>
                      <a:pt x="1734" y="79"/>
                      <a:pt x="1668" y="53"/>
                    </a:cubicBezTo>
                    <a:cubicBezTo>
                      <a:pt x="1604" y="28"/>
                      <a:pt x="1531" y="11"/>
                      <a:pt x="1423" y="6"/>
                    </a:cubicBezTo>
                    <a:cubicBezTo>
                      <a:pt x="1316" y="1"/>
                      <a:pt x="1282" y="0"/>
                      <a:pt x="1008" y="0"/>
                    </a:cubicBezTo>
                    <a:close/>
                  </a:path>
                </a:pathLst>
              </a:custGeom>
              <a:solidFill>
                <a:srgbClr val="0033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6">
                <a:extLst>
                  <a:ext uri="{FF2B5EF4-FFF2-40B4-BE49-F238E27FC236}">
                    <a16:creationId xmlns:a16="http://schemas.microsoft.com/office/drawing/2014/main" id="{9C076922-9A80-4B8C-AAD2-A84504263528}"/>
                  </a:ext>
                </a:extLst>
              </p:cNvPr>
              <p:cNvSpPr>
                <a:spLocks noEditPoints="1"/>
              </p:cNvSpPr>
              <p:nvPr userDrawn="1"/>
            </p:nvSpPr>
            <p:spPr bwMode="auto">
              <a:xfrm>
                <a:off x="3389916" y="2775760"/>
                <a:ext cx="196875" cy="196875"/>
              </a:xfrm>
              <a:custGeom>
                <a:avLst/>
                <a:gdLst>
                  <a:gd name="T0" fmla="*/ 517 w 1034"/>
                  <a:gd name="T1" fmla="*/ 0 h 1034"/>
                  <a:gd name="T2" fmla="*/ 0 w 1034"/>
                  <a:gd name="T3" fmla="*/ 517 h 1034"/>
                  <a:gd name="T4" fmla="*/ 517 w 1034"/>
                  <a:gd name="T5" fmla="*/ 1034 h 1034"/>
                  <a:gd name="T6" fmla="*/ 1034 w 1034"/>
                  <a:gd name="T7" fmla="*/ 517 h 1034"/>
                  <a:gd name="T8" fmla="*/ 517 w 1034"/>
                  <a:gd name="T9" fmla="*/ 0 h 1034"/>
                  <a:gd name="T10" fmla="*/ 517 w 1034"/>
                  <a:gd name="T11" fmla="*/ 853 h 1034"/>
                  <a:gd name="T12" fmla="*/ 181 w 1034"/>
                  <a:gd name="T13" fmla="*/ 517 h 1034"/>
                  <a:gd name="T14" fmla="*/ 517 w 1034"/>
                  <a:gd name="T15" fmla="*/ 181 h 1034"/>
                  <a:gd name="T16" fmla="*/ 853 w 1034"/>
                  <a:gd name="T17" fmla="*/ 517 h 1034"/>
                  <a:gd name="T18" fmla="*/ 517 w 1034"/>
                  <a:gd name="T19" fmla="*/ 85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4" h="1034">
                    <a:moveTo>
                      <a:pt x="517" y="0"/>
                    </a:moveTo>
                    <a:cubicBezTo>
                      <a:pt x="231" y="0"/>
                      <a:pt x="0" y="231"/>
                      <a:pt x="0" y="517"/>
                    </a:cubicBezTo>
                    <a:cubicBezTo>
                      <a:pt x="0" y="803"/>
                      <a:pt x="231" y="1034"/>
                      <a:pt x="517" y="1034"/>
                    </a:cubicBezTo>
                    <a:cubicBezTo>
                      <a:pt x="803" y="1034"/>
                      <a:pt x="1034" y="803"/>
                      <a:pt x="1034" y="517"/>
                    </a:cubicBezTo>
                    <a:cubicBezTo>
                      <a:pt x="1034" y="231"/>
                      <a:pt x="803" y="0"/>
                      <a:pt x="517" y="0"/>
                    </a:cubicBezTo>
                    <a:close/>
                    <a:moveTo>
                      <a:pt x="517" y="853"/>
                    </a:moveTo>
                    <a:cubicBezTo>
                      <a:pt x="331" y="853"/>
                      <a:pt x="181" y="703"/>
                      <a:pt x="181" y="517"/>
                    </a:cubicBezTo>
                    <a:cubicBezTo>
                      <a:pt x="181" y="331"/>
                      <a:pt x="331" y="181"/>
                      <a:pt x="517" y="181"/>
                    </a:cubicBezTo>
                    <a:cubicBezTo>
                      <a:pt x="703" y="181"/>
                      <a:pt x="853" y="331"/>
                      <a:pt x="853" y="517"/>
                    </a:cubicBezTo>
                    <a:cubicBezTo>
                      <a:pt x="853" y="703"/>
                      <a:pt x="703" y="853"/>
                      <a:pt x="517" y="853"/>
                    </a:cubicBezTo>
                    <a:close/>
                  </a:path>
                </a:pathLst>
              </a:custGeom>
              <a:solidFill>
                <a:srgbClr val="0033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Oval 7">
                <a:extLst>
                  <a:ext uri="{FF2B5EF4-FFF2-40B4-BE49-F238E27FC236}">
                    <a16:creationId xmlns:a16="http://schemas.microsoft.com/office/drawing/2014/main" id="{C440F010-AD08-48DE-A162-07A7BB051D29}"/>
                  </a:ext>
                </a:extLst>
              </p:cNvPr>
              <p:cNvSpPr>
                <a:spLocks noChangeArrowheads="1"/>
              </p:cNvSpPr>
              <p:nvPr userDrawn="1"/>
            </p:nvSpPr>
            <p:spPr bwMode="auto">
              <a:xfrm>
                <a:off x="3567723" y="2748727"/>
                <a:ext cx="46101" cy="46101"/>
              </a:xfrm>
              <a:prstGeom prst="ellipse">
                <a:avLst/>
              </a:prstGeom>
              <a:solidFill>
                <a:srgbClr val="0033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pic>
        <p:nvPicPr>
          <p:cNvPr id="23" name="Graphic 22">
            <a:extLst>
              <a:ext uri="{FF2B5EF4-FFF2-40B4-BE49-F238E27FC236}">
                <a16:creationId xmlns:a16="http://schemas.microsoft.com/office/drawing/2014/main" id="{BB7DCF77-C63C-4BBE-88C9-6A8B122B820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10946870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724-C137-47F3-B441-6C1B9714F578}"/>
              </a:ext>
            </a:extLst>
          </p:cNvPr>
          <p:cNvSpPr>
            <a:spLocks noGrp="1"/>
          </p:cNvSpPr>
          <p:nvPr>
            <p:ph type="title"/>
          </p:nvPr>
        </p:nvSpPr>
        <p:spPr>
          <a:solidFill>
            <a:schemeClr val="bg1"/>
          </a:solidFill>
        </p:spPr>
        <p:txBody>
          <a:bodyPr/>
          <a:lstStyle/>
          <a:p>
            <a:r>
              <a:rPr lang="en-US"/>
              <a:t>Click to edit Master title style</a:t>
            </a:r>
            <a:endParaRPr lang="en-GB"/>
          </a:p>
        </p:txBody>
      </p:sp>
      <p:sp>
        <p:nvSpPr>
          <p:cNvPr id="4" name="Rectangle 3">
            <a:extLst>
              <a:ext uri="{FF2B5EF4-FFF2-40B4-BE49-F238E27FC236}">
                <a16:creationId xmlns:a16="http://schemas.microsoft.com/office/drawing/2014/main" id="{1ACC0FFF-EDF5-49D0-8C1F-A5D5BA3335B9}"/>
              </a:ext>
            </a:extLst>
          </p:cNvPr>
          <p:cNvSpPr/>
          <p:nvPr userDrawn="1"/>
        </p:nvSpPr>
        <p:spPr>
          <a:xfrm>
            <a:off x="998351" y="2246533"/>
            <a:ext cx="839614" cy="411225"/>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5" name="Rectangle 4">
            <a:extLst>
              <a:ext uri="{FF2B5EF4-FFF2-40B4-BE49-F238E27FC236}">
                <a16:creationId xmlns:a16="http://schemas.microsoft.com/office/drawing/2014/main" id="{081F4118-D01B-40DD-940F-068338DB15A5}"/>
              </a:ext>
            </a:extLst>
          </p:cNvPr>
          <p:cNvSpPr/>
          <p:nvPr userDrawn="1"/>
        </p:nvSpPr>
        <p:spPr>
          <a:xfrm>
            <a:off x="998351" y="1731971"/>
            <a:ext cx="839614" cy="411225"/>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6" name="Rectangle 5">
            <a:extLst>
              <a:ext uri="{FF2B5EF4-FFF2-40B4-BE49-F238E27FC236}">
                <a16:creationId xmlns:a16="http://schemas.microsoft.com/office/drawing/2014/main" id="{4A97C791-7BB0-4AC9-BDE9-68939F34221B}"/>
              </a:ext>
            </a:extLst>
          </p:cNvPr>
          <p:cNvSpPr/>
          <p:nvPr userDrawn="1"/>
        </p:nvSpPr>
        <p:spPr>
          <a:xfrm>
            <a:off x="998351" y="2761094"/>
            <a:ext cx="839614" cy="411225"/>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12</a:t>
            </a:r>
          </a:p>
          <a:p>
            <a:pPr algn="ctr"/>
            <a:r>
              <a:rPr lang="en-GB" sz="800">
                <a:solidFill>
                  <a:schemeClr val="bg1"/>
                </a:solidFill>
              </a:rPr>
              <a:t>35</a:t>
            </a:r>
          </a:p>
          <a:p>
            <a:pPr algn="ctr"/>
            <a:r>
              <a:rPr lang="en-GB" sz="800">
                <a:solidFill>
                  <a:schemeClr val="bg1"/>
                </a:solidFill>
              </a:rPr>
              <a:t>60</a:t>
            </a:r>
          </a:p>
        </p:txBody>
      </p:sp>
      <p:sp>
        <p:nvSpPr>
          <p:cNvPr id="7" name="Rectangle 6">
            <a:extLst>
              <a:ext uri="{FF2B5EF4-FFF2-40B4-BE49-F238E27FC236}">
                <a16:creationId xmlns:a16="http://schemas.microsoft.com/office/drawing/2014/main" id="{C8693543-F502-48B0-9E65-053408E60BF0}"/>
              </a:ext>
            </a:extLst>
          </p:cNvPr>
          <p:cNvSpPr/>
          <p:nvPr userDrawn="1"/>
        </p:nvSpPr>
        <p:spPr>
          <a:xfrm>
            <a:off x="998351" y="3275656"/>
            <a:ext cx="839614" cy="41122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172</a:t>
            </a:r>
          </a:p>
          <a:p>
            <a:pPr algn="ctr"/>
            <a:r>
              <a:rPr lang="en-GB" sz="800">
                <a:solidFill>
                  <a:sysClr val="windowText" lastClr="000000"/>
                </a:solidFill>
              </a:rPr>
              <a:t>234</a:t>
            </a:r>
          </a:p>
          <a:p>
            <a:pPr algn="ctr"/>
            <a:r>
              <a:rPr lang="en-GB" sz="800">
                <a:solidFill>
                  <a:sysClr val="windowText" lastClr="000000"/>
                </a:solidFill>
              </a:rPr>
              <a:t>255</a:t>
            </a:r>
          </a:p>
        </p:txBody>
      </p:sp>
      <p:sp>
        <p:nvSpPr>
          <p:cNvPr id="8" name="Rectangle 7">
            <a:extLst>
              <a:ext uri="{FF2B5EF4-FFF2-40B4-BE49-F238E27FC236}">
                <a16:creationId xmlns:a16="http://schemas.microsoft.com/office/drawing/2014/main" id="{A2309040-9C95-48FE-AA99-4757E8328519}"/>
              </a:ext>
            </a:extLst>
          </p:cNvPr>
          <p:cNvSpPr/>
          <p:nvPr userDrawn="1"/>
        </p:nvSpPr>
        <p:spPr>
          <a:xfrm>
            <a:off x="2992848" y="1732478"/>
            <a:ext cx="839614" cy="411225"/>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11" name="TextBox 10">
            <a:extLst>
              <a:ext uri="{FF2B5EF4-FFF2-40B4-BE49-F238E27FC236}">
                <a16:creationId xmlns:a16="http://schemas.microsoft.com/office/drawing/2014/main" id="{A4897B22-3CA8-4621-8A3B-B9D2E3D07988}"/>
              </a:ext>
            </a:extLst>
          </p:cNvPr>
          <p:cNvSpPr txBox="1"/>
          <p:nvPr userDrawn="1"/>
        </p:nvSpPr>
        <p:spPr>
          <a:xfrm>
            <a:off x="983882" y="1330325"/>
            <a:ext cx="1364046" cy="153888"/>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Primary colors</a:t>
            </a:r>
          </a:p>
        </p:txBody>
      </p:sp>
      <p:sp>
        <p:nvSpPr>
          <p:cNvPr id="20" name="Rectangle 19">
            <a:extLst>
              <a:ext uri="{FF2B5EF4-FFF2-40B4-BE49-F238E27FC236}">
                <a16:creationId xmlns:a16="http://schemas.microsoft.com/office/drawing/2014/main" id="{6453D312-00EF-44B5-9D91-290BE0E19654}"/>
              </a:ext>
            </a:extLst>
          </p:cNvPr>
          <p:cNvSpPr/>
          <p:nvPr userDrawn="1"/>
        </p:nvSpPr>
        <p:spPr>
          <a:xfrm>
            <a:off x="998351" y="3786711"/>
            <a:ext cx="839614" cy="411225"/>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21" name="Rectangle 20">
            <a:extLst>
              <a:ext uri="{FF2B5EF4-FFF2-40B4-BE49-F238E27FC236}">
                <a16:creationId xmlns:a16="http://schemas.microsoft.com/office/drawing/2014/main" id="{58D98991-520C-4FD6-8B23-8732995E56B1}"/>
              </a:ext>
            </a:extLst>
          </p:cNvPr>
          <p:cNvSpPr/>
          <p:nvPr userDrawn="1"/>
        </p:nvSpPr>
        <p:spPr>
          <a:xfrm>
            <a:off x="998351" y="4301271"/>
            <a:ext cx="839614" cy="411225"/>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22" name="Rectangle 21">
            <a:extLst>
              <a:ext uri="{FF2B5EF4-FFF2-40B4-BE49-F238E27FC236}">
                <a16:creationId xmlns:a16="http://schemas.microsoft.com/office/drawing/2014/main" id="{2FA38B4C-5B80-413E-B283-1F1ADBFD09CD}"/>
              </a:ext>
            </a:extLst>
          </p:cNvPr>
          <p:cNvSpPr/>
          <p:nvPr userDrawn="1"/>
        </p:nvSpPr>
        <p:spPr>
          <a:xfrm>
            <a:off x="998351" y="4809439"/>
            <a:ext cx="839614" cy="411225"/>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25" name="TextBox 24">
            <a:extLst>
              <a:ext uri="{FF2B5EF4-FFF2-40B4-BE49-F238E27FC236}">
                <a16:creationId xmlns:a16="http://schemas.microsoft.com/office/drawing/2014/main" id="{6A07E492-5EF0-4085-AA14-90D280B1DF69}"/>
              </a:ext>
            </a:extLst>
          </p:cNvPr>
          <p:cNvSpPr txBox="1"/>
          <p:nvPr userDrawn="1"/>
        </p:nvSpPr>
        <p:spPr>
          <a:xfrm>
            <a:off x="1921682" y="2852903"/>
            <a:ext cx="1253995" cy="237066"/>
          </a:xfrm>
          <a:prstGeom prst="rect">
            <a:avLst/>
          </a:prstGeom>
          <a:noFill/>
        </p:spPr>
        <p:txBody>
          <a:bodyPr wrap="square" lIns="54610" tIns="54610" rIns="54610" bIns="54610" rtlCol="0" anchor="ctr">
            <a:noAutofit/>
          </a:bodyPr>
          <a:lstStyle/>
          <a:p>
            <a:pPr algn="l">
              <a:spcAft>
                <a:spcPts val="600"/>
              </a:spcAft>
            </a:pPr>
            <a:r>
              <a:rPr lang="en-GB" sz="1000"/>
              <a:t>Dark Blue</a:t>
            </a:r>
          </a:p>
        </p:txBody>
      </p:sp>
      <p:sp>
        <p:nvSpPr>
          <p:cNvPr id="30" name="TextBox 29">
            <a:extLst>
              <a:ext uri="{FF2B5EF4-FFF2-40B4-BE49-F238E27FC236}">
                <a16:creationId xmlns:a16="http://schemas.microsoft.com/office/drawing/2014/main" id="{B28A2D81-3A9C-47D3-8174-874F601607DC}"/>
              </a:ext>
            </a:extLst>
          </p:cNvPr>
          <p:cNvSpPr txBox="1"/>
          <p:nvPr userDrawn="1"/>
        </p:nvSpPr>
        <p:spPr>
          <a:xfrm>
            <a:off x="1921682" y="1830789"/>
            <a:ext cx="1253995" cy="237066"/>
          </a:xfrm>
          <a:prstGeom prst="rect">
            <a:avLst/>
          </a:prstGeom>
          <a:noFill/>
        </p:spPr>
        <p:txBody>
          <a:bodyPr wrap="square" lIns="54610" tIns="54610" rIns="54610" bIns="54610" rtlCol="0" anchor="ctr">
            <a:noAutofit/>
          </a:bodyPr>
          <a:lstStyle/>
          <a:p>
            <a:pPr algn="l">
              <a:spcAft>
                <a:spcPts val="600"/>
              </a:spcAft>
            </a:pPr>
            <a:r>
              <a:rPr lang="en-GB" sz="1000"/>
              <a:t>KPMG blue</a:t>
            </a:r>
          </a:p>
        </p:txBody>
      </p:sp>
      <p:sp>
        <p:nvSpPr>
          <p:cNvPr id="33" name="TextBox 32">
            <a:extLst>
              <a:ext uri="{FF2B5EF4-FFF2-40B4-BE49-F238E27FC236}">
                <a16:creationId xmlns:a16="http://schemas.microsoft.com/office/drawing/2014/main" id="{2C791116-D184-4C43-9C1C-30181CDF0E84}"/>
              </a:ext>
            </a:extLst>
          </p:cNvPr>
          <p:cNvSpPr txBox="1"/>
          <p:nvPr userDrawn="1"/>
        </p:nvSpPr>
        <p:spPr>
          <a:xfrm>
            <a:off x="1921682" y="3363960"/>
            <a:ext cx="1253995" cy="237066"/>
          </a:xfrm>
          <a:prstGeom prst="rect">
            <a:avLst/>
          </a:prstGeom>
          <a:noFill/>
        </p:spPr>
        <p:txBody>
          <a:bodyPr wrap="square" lIns="54610" tIns="54610" rIns="54610" bIns="54610" rtlCol="0" anchor="ctr">
            <a:noAutofit/>
          </a:bodyPr>
          <a:lstStyle/>
          <a:p>
            <a:pPr algn="l">
              <a:spcAft>
                <a:spcPts val="600"/>
              </a:spcAft>
            </a:pPr>
            <a:r>
              <a:rPr lang="en-GB" sz="1000"/>
              <a:t>Light Blue</a:t>
            </a:r>
          </a:p>
        </p:txBody>
      </p:sp>
      <p:sp>
        <p:nvSpPr>
          <p:cNvPr id="36" name="TextBox 35">
            <a:extLst>
              <a:ext uri="{FF2B5EF4-FFF2-40B4-BE49-F238E27FC236}">
                <a16:creationId xmlns:a16="http://schemas.microsoft.com/office/drawing/2014/main" id="{0A430D78-5EDB-481E-BB6D-67D8689BCE11}"/>
              </a:ext>
            </a:extLst>
          </p:cNvPr>
          <p:cNvSpPr txBox="1"/>
          <p:nvPr userDrawn="1"/>
        </p:nvSpPr>
        <p:spPr>
          <a:xfrm>
            <a:off x="3916179" y="1817279"/>
            <a:ext cx="1253995" cy="237066"/>
          </a:xfrm>
          <a:prstGeom prst="rect">
            <a:avLst/>
          </a:prstGeom>
          <a:noFill/>
        </p:spPr>
        <p:txBody>
          <a:bodyPr wrap="square" lIns="54610" tIns="54610" rIns="54610" bIns="54610" rtlCol="0" anchor="ctr">
            <a:noAutofit/>
          </a:bodyPr>
          <a:lstStyle/>
          <a:p>
            <a:pPr algn="l">
              <a:spcAft>
                <a:spcPts val="600"/>
              </a:spcAft>
            </a:pPr>
            <a:r>
              <a:rPr lang="en-GB" sz="1000"/>
              <a:t>Blue</a:t>
            </a:r>
          </a:p>
        </p:txBody>
      </p:sp>
      <p:sp>
        <p:nvSpPr>
          <p:cNvPr id="39" name="TextBox 38">
            <a:extLst>
              <a:ext uri="{FF2B5EF4-FFF2-40B4-BE49-F238E27FC236}">
                <a16:creationId xmlns:a16="http://schemas.microsoft.com/office/drawing/2014/main" id="{E42EE987-0425-4CD8-B75D-E3E8F8C2096D}"/>
              </a:ext>
            </a:extLst>
          </p:cNvPr>
          <p:cNvSpPr txBox="1"/>
          <p:nvPr userDrawn="1"/>
        </p:nvSpPr>
        <p:spPr>
          <a:xfrm>
            <a:off x="1921682" y="2341846"/>
            <a:ext cx="1253995" cy="237066"/>
          </a:xfrm>
          <a:prstGeom prst="rect">
            <a:avLst/>
          </a:prstGeom>
          <a:noFill/>
        </p:spPr>
        <p:txBody>
          <a:bodyPr wrap="square" lIns="54610" tIns="54610" rIns="54610" bIns="54610" rtlCol="0" anchor="ctr">
            <a:noAutofit/>
          </a:bodyPr>
          <a:lstStyle/>
          <a:p>
            <a:pPr algn="l">
              <a:spcAft>
                <a:spcPts val="600"/>
              </a:spcAft>
            </a:pPr>
            <a:r>
              <a:rPr lang="en-GB" sz="1000"/>
              <a:t>Cobalt Blue</a:t>
            </a:r>
          </a:p>
        </p:txBody>
      </p:sp>
      <p:sp>
        <p:nvSpPr>
          <p:cNvPr id="45" name="TextBox 44">
            <a:extLst>
              <a:ext uri="{FF2B5EF4-FFF2-40B4-BE49-F238E27FC236}">
                <a16:creationId xmlns:a16="http://schemas.microsoft.com/office/drawing/2014/main" id="{1B01B4DF-404A-4544-B313-2720FCBDD0B4}"/>
              </a:ext>
            </a:extLst>
          </p:cNvPr>
          <p:cNvSpPr txBox="1"/>
          <p:nvPr userDrawn="1"/>
        </p:nvSpPr>
        <p:spPr>
          <a:xfrm>
            <a:off x="1921682" y="3874401"/>
            <a:ext cx="1253995" cy="237066"/>
          </a:xfrm>
          <a:prstGeom prst="rect">
            <a:avLst/>
          </a:prstGeom>
          <a:noFill/>
        </p:spPr>
        <p:txBody>
          <a:bodyPr wrap="square" lIns="54610" tIns="54610" rIns="54610" bIns="54610" rtlCol="0" anchor="ctr">
            <a:noAutofit/>
          </a:bodyPr>
          <a:lstStyle/>
          <a:p>
            <a:pPr algn="l">
              <a:spcAft>
                <a:spcPts val="600"/>
              </a:spcAft>
            </a:pPr>
            <a:r>
              <a:rPr lang="en-GB" sz="1000"/>
              <a:t>Pacific Blue</a:t>
            </a:r>
          </a:p>
        </p:txBody>
      </p:sp>
      <p:sp>
        <p:nvSpPr>
          <p:cNvPr id="48" name="TextBox 47">
            <a:extLst>
              <a:ext uri="{FF2B5EF4-FFF2-40B4-BE49-F238E27FC236}">
                <a16:creationId xmlns:a16="http://schemas.microsoft.com/office/drawing/2014/main" id="{96DFA940-4699-43CF-A21A-AE4227704697}"/>
              </a:ext>
            </a:extLst>
          </p:cNvPr>
          <p:cNvSpPr txBox="1"/>
          <p:nvPr userDrawn="1"/>
        </p:nvSpPr>
        <p:spPr>
          <a:xfrm>
            <a:off x="1921682" y="4385458"/>
            <a:ext cx="1253995" cy="237066"/>
          </a:xfrm>
          <a:prstGeom prst="rect">
            <a:avLst/>
          </a:prstGeom>
          <a:noFill/>
        </p:spPr>
        <p:txBody>
          <a:bodyPr wrap="square" lIns="54610" tIns="54610" rIns="54610" bIns="54610" rtlCol="0" anchor="ctr">
            <a:noAutofit/>
          </a:bodyPr>
          <a:lstStyle/>
          <a:p>
            <a:pPr algn="l">
              <a:spcAft>
                <a:spcPts val="600"/>
              </a:spcAft>
            </a:pPr>
            <a:r>
              <a:rPr lang="en-GB" sz="1000"/>
              <a:t>Purple</a:t>
            </a:r>
          </a:p>
        </p:txBody>
      </p:sp>
      <p:sp>
        <p:nvSpPr>
          <p:cNvPr id="51" name="TextBox 50">
            <a:extLst>
              <a:ext uri="{FF2B5EF4-FFF2-40B4-BE49-F238E27FC236}">
                <a16:creationId xmlns:a16="http://schemas.microsoft.com/office/drawing/2014/main" id="{49A40265-6498-4E16-877D-6BC9A8CE7DCA}"/>
              </a:ext>
            </a:extLst>
          </p:cNvPr>
          <p:cNvSpPr txBox="1"/>
          <p:nvPr userDrawn="1"/>
        </p:nvSpPr>
        <p:spPr>
          <a:xfrm>
            <a:off x="1921682" y="4896518"/>
            <a:ext cx="1253995" cy="237066"/>
          </a:xfrm>
          <a:prstGeom prst="rect">
            <a:avLst/>
          </a:prstGeom>
          <a:noFill/>
        </p:spPr>
        <p:txBody>
          <a:bodyPr wrap="square" lIns="54610" tIns="54610" rIns="54610" bIns="54610" rtlCol="0" anchor="ctr">
            <a:noAutofit/>
          </a:bodyPr>
          <a:lstStyle/>
          <a:p>
            <a:pPr algn="l">
              <a:spcAft>
                <a:spcPts val="600"/>
              </a:spcAft>
            </a:pPr>
            <a:r>
              <a:rPr lang="en-GB" sz="1000"/>
              <a:t>Pink</a:t>
            </a:r>
          </a:p>
        </p:txBody>
      </p:sp>
      <p:sp>
        <p:nvSpPr>
          <p:cNvPr id="9" name="Rectangle 8">
            <a:extLst>
              <a:ext uri="{FF2B5EF4-FFF2-40B4-BE49-F238E27FC236}">
                <a16:creationId xmlns:a16="http://schemas.microsoft.com/office/drawing/2014/main" id="{A4B6D9AD-8E94-4A62-B92C-C973F5486E37}"/>
              </a:ext>
            </a:extLst>
          </p:cNvPr>
          <p:cNvSpPr/>
          <p:nvPr userDrawn="1"/>
        </p:nvSpPr>
        <p:spPr>
          <a:xfrm>
            <a:off x="2999643" y="2243028"/>
            <a:ext cx="839614" cy="411225"/>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0" name="Rectangle 9">
            <a:extLst>
              <a:ext uri="{FF2B5EF4-FFF2-40B4-BE49-F238E27FC236}">
                <a16:creationId xmlns:a16="http://schemas.microsoft.com/office/drawing/2014/main" id="{5D377AFC-4BDC-44AC-80A6-06A9503B868A}"/>
              </a:ext>
            </a:extLst>
          </p:cNvPr>
          <p:cNvSpPr/>
          <p:nvPr userDrawn="1"/>
        </p:nvSpPr>
        <p:spPr>
          <a:xfrm>
            <a:off x="2999643" y="2757590"/>
            <a:ext cx="839614" cy="411225"/>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12" name="TextBox 11">
            <a:extLst>
              <a:ext uri="{FF2B5EF4-FFF2-40B4-BE49-F238E27FC236}">
                <a16:creationId xmlns:a16="http://schemas.microsoft.com/office/drawing/2014/main" id="{8B231EB6-12A0-47AA-88B0-D248845383EA}"/>
              </a:ext>
            </a:extLst>
          </p:cNvPr>
          <p:cNvSpPr txBox="1"/>
          <p:nvPr userDrawn="1"/>
        </p:nvSpPr>
        <p:spPr>
          <a:xfrm>
            <a:off x="2992848" y="1330325"/>
            <a:ext cx="1946348"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Accent colors for infographics and charts only</a:t>
            </a:r>
          </a:p>
        </p:txBody>
      </p:sp>
      <p:sp>
        <p:nvSpPr>
          <p:cNvPr id="59" name="Rectangle 58">
            <a:extLst>
              <a:ext uri="{FF2B5EF4-FFF2-40B4-BE49-F238E27FC236}">
                <a16:creationId xmlns:a16="http://schemas.microsoft.com/office/drawing/2014/main" id="{8B8F1FC7-CA8A-485A-9440-4EA69DF44F1B}"/>
              </a:ext>
            </a:extLst>
          </p:cNvPr>
          <p:cNvSpPr/>
          <p:nvPr userDrawn="1"/>
        </p:nvSpPr>
        <p:spPr>
          <a:xfrm>
            <a:off x="2999643" y="3272151"/>
            <a:ext cx="839614" cy="411225"/>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sp>
        <p:nvSpPr>
          <p:cNvPr id="60" name="Rectangle 59">
            <a:extLst>
              <a:ext uri="{FF2B5EF4-FFF2-40B4-BE49-F238E27FC236}">
                <a16:creationId xmlns:a16="http://schemas.microsoft.com/office/drawing/2014/main" id="{FF4DC1F0-F2DB-41DC-B843-C645575C978D}"/>
              </a:ext>
            </a:extLst>
          </p:cNvPr>
          <p:cNvSpPr/>
          <p:nvPr userDrawn="1"/>
        </p:nvSpPr>
        <p:spPr>
          <a:xfrm>
            <a:off x="2999643" y="3786713"/>
            <a:ext cx="839614" cy="411225"/>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255</a:t>
            </a:r>
          </a:p>
          <a:p>
            <a:pPr algn="ctr"/>
            <a:r>
              <a:rPr lang="en-GB" sz="800">
                <a:solidFill>
                  <a:sysClr val="windowText" lastClr="000000"/>
                </a:solidFill>
              </a:rPr>
              <a:t>163</a:t>
            </a:r>
          </a:p>
          <a:p>
            <a:pPr algn="ctr"/>
            <a:r>
              <a:rPr lang="en-GB" sz="800">
                <a:solidFill>
                  <a:sysClr val="windowText" lastClr="000000"/>
                </a:solidFill>
              </a:rPr>
              <a:t>218</a:t>
            </a:r>
          </a:p>
        </p:txBody>
      </p:sp>
      <p:sp>
        <p:nvSpPr>
          <p:cNvPr id="61" name="Rectangle 60">
            <a:extLst>
              <a:ext uri="{FF2B5EF4-FFF2-40B4-BE49-F238E27FC236}">
                <a16:creationId xmlns:a16="http://schemas.microsoft.com/office/drawing/2014/main" id="{1FDCCC15-7DDA-4C27-A66A-86FEF3CE0FDB}"/>
              </a:ext>
            </a:extLst>
          </p:cNvPr>
          <p:cNvSpPr/>
          <p:nvPr userDrawn="1"/>
        </p:nvSpPr>
        <p:spPr>
          <a:xfrm>
            <a:off x="2999643" y="4301273"/>
            <a:ext cx="839614" cy="411225"/>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62" name="Rectangle 61">
            <a:extLst>
              <a:ext uri="{FF2B5EF4-FFF2-40B4-BE49-F238E27FC236}">
                <a16:creationId xmlns:a16="http://schemas.microsoft.com/office/drawing/2014/main" id="{E6A7B705-A81A-45EE-B7F8-A08C39775723}"/>
              </a:ext>
            </a:extLst>
          </p:cNvPr>
          <p:cNvSpPr/>
          <p:nvPr userDrawn="1"/>
        </p:nvSpPr>
        <p:spPr>
          <a:xfrm>
            <a:off x="2999643" y="4809441"/>
            <a:ext cx="839614" cy="411225"/>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63" name="Rectangle 62">
            <a:extLst>
              <a:ext uri="{FF2B5EF4-FFF2-40B4-BE49-F238E27FC236}">
                <a16:creationId xmlns:a16="http://schemas.microsoft.com/office/drawing/2014/main" id="{70C56EF7-AC83-449B-8CC3-F1D314081B92}"/>
              </a:ext>
            </a:extLst>
          </p:cNvPr>
          <p:cNvSpPr/>
          <p:nvPr userDrawn="1"/>
        </p:nvSpPr>
        <p:spPr>
          <a:xfrm>
            <a:off x="2999643" y="5324001"/>
            <a:ext cx="839614" cy="411225"/>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accent3"/>
                </a:solidFill>
              </a:rPr>
              <a:t>99</a:t>
            </a:r>
          </a:p>
          <a:p>
            <a:pPr algn="ctr"/>
            <a:r>
              <a:rPr lang="en-GB" sz="800">
                <a:solidFill>
                  <a:schemeClr val="accent3"/>
                </a:solidFill>
              </a:rPr>
              <a:t>235</a:t>
            </a:r>
          </a:p>
          <a:p>
            <a:pPr algn="ctr"/>
            <a:r>
              <a:rPr lang="en-GB" sz="800">
                <a:solidFill>
                  <a:schemeClr val="accent3"/>
                </a:solidFill>
              </a:rPr>
              <a:t>218</a:t>
            </a:r>
          </a:p>
        </p:txBody>
      </p:sp>
      <p:grpSp>
        <p:nvGrpSpPr>
          <p:cNvPr id="65" name="Group 64">
            <a:extLst>
              <a:ext uri="{FF2B5EF4-FFF2-40B4-BE49-F238E27FC236}">
                <a16:creationId xmlns:a16="http://schemas.microsoft.com/office/drawing/2014/main" id="{34556660-1591-47B1-B18E-F2FCE5FDCA50}"/>
              </a:ext>
            </a:extLst>
          </p:cNvPr>
          <p:cNvGrpSpPr/>
          <p:nvPr userDrawn="1"/>
        </p:nvGrpSpPr>
        <p:grpSpPr>
          <a:xfrm>
            <a:off x="3971416" y="2341846"/>
            <a:ext cx="1253995" cy="3303408"/>
            <a:chOff x="2169429" y="1756308"/>
            <a:chExt cx="2286000" cy="3303408"/>
          </a:xfrm>
        </p:grpSpPr>
        <p:sp>
          <p:nvSpPr>
            <p:cNvPr id="66" name="TextBox 65">
              <a:extLst>
                <a:ext uri="{FF2B5EF4-FFF2-40B4-BE49-F238E27FC236}">
                  <a16:creationId xmlns:a16="http://schemas.microsoft.com/office/drawing/2014/main" id="{C1242448-F6EA-445E-86F6-56F1F6B8DCA0}"/>
                </a:ext>
              </a:extLst>
            </p:cNvPr>
            <p:cNvSpPr txBox="1"/>
            <p:nvPr userDrawn="1"/>
          </p:nvSpPr>
          <p:spPr>
            <a:xfrm>
              <a:off x="2169429" y="2778422"/>
              <a:ext cx="2286000" cy="237066"/>
            </a:xfrm>
            <a:prstGeom prst="rect">
              <a:avLst/>
            </a:prstGeom>
            <a:noFill/>
          </p:spPr>
          <p:txBody>
            <a:bodyPr wrap="square" lIns="54610" tIns="54610" rIns="54610" bIns="54610" rtlCol="0" anchor="ctr">
              <a:noAutofit/>
            </a:bodyPr>
            <a:lstStyle/>
            <a:p>
              <a:pPr algn="l">
                <a:spcAft>
                  <a:spcPts val="600"/>
                </a:spcAft>
              </a:pPr>
              <a:r>
                <a:rPr lang="en-GB" sz="1000"/>
                <a:t>Dark Pink</a:t>
              </a:r>
            </a:p>
          </p:txBody>
        </p:sp>
        <p:sp>
          <p:nvSpPr>
            <p:cNvPr id="67" name="TextBox 66">
              <a:extLst>
                <a:ext uri="{FF2B5EF4-FFF2-40B4-BE49-F238E27FC236}">
                  <a16:creationId xmlns:a16="http://schemas.microsoft.com/office/drawing/2014/main" id="{F9F2D96E-0391-44D3-9D85-C49CD2682224}"/>
                </a:ext>
              </a:extLst>
            </p:cNvPr>
            <p:cNvSpPr txBox="1"/>
            <p:nvPr userDrawn="1"/>
          </p:nvSpPr>
          <p:spPr>
            <a:xfrm>
              <a:off x="2169429" y="1756308"/>
              <a:ext cx="2286000" cy="237066"/>
            </a:xfrm>
            <a:prstGeom prst="rect">
              <a:avLst/>
            </a:prstGeom>
            <a:noFill/>
          </p:spPr>
          <p:txBody>
            <a:bodyPr wrap="square" lIns="54610" tIns="54610" rIns="54610" bIns="54610" rtlCol="0" anchor="ctr">
              <a:noAutofit/>
            </a:bodyPr>
            <a:lstStyle/>
            <a:p>
              <a:pPr algn="l">
                <a:spcAft>
                  <a:spcPts val="600"/>
                </a:spcAft>
              </a:pPr>
              <a:r>
                <a:rPr lang="en-GB" sz="1000"/>
                <a:t>Dark Purple</a:t>
              </a:r>
            </a:p>
          </p:txBody>
        </p:sp>
        <p:sp>
          <p:nvSpPr>
            <p:cNvPr id="68" name="TextBox 67">
              <a:extLst>
                <a:ext uri="{FF2B5EF4-FFF2-40B4-BE49-F238E27FC236}">
                  <a16:creationId xmlns:a16="http://schemas.microsoft.com/office/drawing/2014/main" id="{712A9094-C141-4137-91C8-07CDF0270449}"/>
                </a:ext>
              </a:extLst>
            </p:cNvPr>
            <p:cNvSpPr txBox="1"/>
            <p:nvPr userDrawn="1"/>
          </p:nvSpPr>
          <p:spPr>
            <a:xfrm>
              <a:off x="2169429" y="3289479"/>
              <a:ext cx="2286000" cy="237066"/>
            </a:xfrm>
            <a:prstGeom prst="rect">
              <a:avLst/>
            </a:prstGeom>
            <a:noFill/>
          </p:spPr>
          <p:txBody>
            <a:bodyPr wrap="square" lIns="54610" tIns="54610" rIns="54610" bIns="54610" rtlCol="0" anchor="ctr">
              <a:noAutofit/>
            </a:bodyPr>
            <a:lstStyle/>
            <a:p>
              <a:pPr algn="l">
                <a:spcAft>
                  <a:spcPts val="600"/>
                </a:spcAft>
              </a:pPr>
              <a:r>
                <a:rPr lang="en-GB" sz="1000"/>
                <a:t>Light Pink</a:t>
              </a:r>
            </a:p>
          </p:txBody>
        </p:sp>
        <p:sp>
          <p:nvSpPr>
            <p:cNvPr id="69" name="TextBox 68">
              <a:extLst>
                <a:ext uri="{FF2B5EF4-FFF2-40B4-BE49-F238E27FC236}">
                  <a16:creationId xmlns:a16="http://schemas.microsoft.com/office/drawing/2014/main" id="{A455B7B5-73DE-46AF-B400-88997B50AD80}"/>
                </a:ext>
              </a:extLst>
            </p:cNvPr>
            <p:cNvSpPr txBox="1"/>
            <p:nvPr userDrawn="1"/>
          </p:nvSpPr>
          <p:spPr>
            <a:xfrm>
              <a:off x="2169429" y="3800536"/>
              <a:ext cx="2286000" cy="237066"/>
            </a:xfrm>
            <a:prstGeom prst="rect">
              <a:avLst/>
            </a:prstGeom>
            <a:noFill/>
          </p:spPr>
          <p:txBody>
            <a:bodyPr wrap="square" lIns="54610" tIns="54610" rIns="54610" bIns="54610" rtlCol="0" anchor="ctr">
              <a:noAutofit/>
            </a:bodyPr>
            <a:lstStyle/>
            <a:p>
              <a:pPr algn="l">
                <a:spcAft>
                  <a:spcPts val="600"/>
                </a:spcAft>
              </a:pPr>
              <a:r>
                <a:rPr lang="en-GB" sz="1000"/>
                <a:t>Dark Green</a:t>
              </a:r>
            </a:p>
          </p:txBody>
        </p:sp>
        <p:sp>
          <p:nvSpPr>
            <p:cNvPr id="70" name="TextBox 69">
              <a:extLst>
                <a:ext uri="{FF2B5EF4-FFF2-40B4-BE49-F238E27FC236}">
                  <a16:creationId xmlns:a16="http://schemas.microsoft.com/office/drawing/2014/main" id="{2B4C4881-6213-41A5-AC03-CCE78498A9AE}"/>
                </a:ext>
              </a:extLst>
            </p:cNvPr>
            <p:cNvSpPr txBox="1"/>
            <p:nvPr userDrawn="1"/>
          </p:nvSpPr>
          <p:spPr>
            <a:xfrm>
              <a:off x="2169429" y="2267365"/>
              <a:ext cx="2286000" cy="237066"/>
            </a:xfrm>
            <a:prstGeom prst="rect">
              <a:avLst/>
            </a:prstGeom>
            <a:noFill/>
          </p:spPr>
          <p:txBody>
            <a:bodyPr wrap="square" lIns="54610" tIns="54610" rIns="54610" bIns="54610" rtlCol="0" anchor="ctr">
              <a:noAutofit/>
            </a:bodyPr>
            <a:lstStyle/>
            <a:p>
              <a:pPr algn="l">
                <a:spcAft>
                  <a:spcPts val="600"/>
                </a:spcAft>
              </a:pPr>
              <a:r>
                <a:rPr lang="en-GB" sz="1000"/>
                <a:t>Light Purple</a:t>
              </a:r>
            </a:p>
          </p:txBody>
        </p:sp>
        <p:sp>
          <p:nvSpPr>
            <p:cNvPr id="71" name="TextBox 70">
              <a:extLst>
                <a:ext uri="{FF2B5EF4-FFF2-40B4-BE49-F238E27FC236}">
                  <a16:creationId xmlns:a16="http://schemas.microsoft.com/office/drawing/2014/main" id="{940387EA-5FDE-4F6F-BAF2-604549CCD0F0}"/>
                </a:ext>
              </a:extLst>
            </p:cNvPr>
            <p:cNvSpPr txBox="1"/>
            <p:nvPr userDrawn="1"/>
          </p:nvSpPr>
          <p:spPr>
            <a:xfrm>
              <a:off x="2169429" y="4311593"/>
              <a:ext cx="2286000" cy="237066"/>
            </a:xfrm>
            <a:prstGeom prst="rect">
              <a:avLst/>
            </a:prstGeom>
            <a:noFill/>
          </p:spPr>
          <p:txBody>
            <a:bodyPr wrap="square" lIns="54610" tIns="54610" rIns="54610" bIns="54610" rtlCol="0" anchor="ctr">
              <a:noAutofit/>
            </a:bodyPr>
            <a:lstStyle/>
            <a:p>
              <a:pPr algn="l">
                <a:spcAft>
                  <a:spcPts val="600"/>
                </a:spcAft>
              </a:pPr>
              <a:r>
                <a:rPr lang="en-GB" sz="1000"/>
                <a:t>Green</a:t>
              </a:r>
            </a:p>
          </p:txBody>
        </p:sp>
        <p:sp>
          <p:nvSpPr>
            <p:cNvPr id="72" name="TextBox 71">
              <a:extLst>
                <a:ext uri="{FF2B5EF4-FFF2-40B4-BE49-F238E27FC236}">
                  <a16:creationId xmlns:a16="http://schemas.microsoft.com/office/drawing/2014/main" id="{A92671DE-F6BD-48CB-B11C-208DD1F1CCB3}"/>
                </a:ext>
              </a:extLst>
            </p:cNvPr>
            <p:cNvSpPr txBox="1"/>
            <p:nvPr userDrawn="1"/>
          </p:nvSpPr>
          <p:spPr>
            <a:xfrm>
              <a:off x="2169429" y="4822650"/>
              <a:ext cx="2286000" cy="237066"/>
            </a:xfrm>
            <a:prstGeom prst="rect">
              <a:avLst/>
            </a:prstGeom>
            <a:noFill/>
          </p:spPr>
          <p:txBody>
            <a:bodyPr wrap="square" lIns="54610" tIns="54610" rIns="54610" bIns="54610" rtlCol="0" anchor="ctr">
              <a:noAutofit/>
            </a:bodyPr>
            <a:lstStyle/>
            <a:p>
              <a:pPr algn="l">
                <a:spcAft>
                  <a:spcPts val="600"/>
                </a:spcAft>
              </a:pPr>
              <a:r>
                <a:rPr lang="en-GB" sz="1000"/>
                <a:t>Light Green</a:t>
              </a:r>
            </a:p>
          </p:txBody>
        </p:sp>
      </p:grpSp>
      <p:sp>
        <p:nvSpPr>
          <p:cNvPr id="74" name="Rectangle 73">
            <a:extLst>
              <a:ext uri="{FF2B5EF4-FFF2-40B4-BE49-F238E27FC236}">
                <a16:creationId xmlns:a16="http://schemas.microsoft.com/office/drawing/2014/main" id="{35C7B945-9627-4D94-B008-C987FEA96972}"/>
              </a:ext>
            </a:extLst>
          </p:cNvPr>
          <p:cNvSpPr/>
          <p:nvPr userDrawn="1"/>
        </p:nvSpPr>
        <p:spPr>
          <a:xfrm>
            <a:off x="5232206" y="1731971"/>
            <a:ext cx="839614" cy="411225"/>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51</a:t>
            </a:r>
          </a:p>
          <a:p>
            <a:pPr algn="ctr"/>
            <a:r>
              <a:rPr lang="en-GB" sz="800">
                <a:solidFill>
                  <a:schemeClr val="bg1"/>
                </a:solidFill>
              </a:rPr>
              <a:t>51</a:t>
            </a:r>
          </a:p>
          <a:p>
            <a:pPr algn="ctr"/>
            <a:r>
              <a:rPr lang="en-GB" sz="800">
                <a:solidFill>
                  <a:schemeClr val="bg1"/>
                </a:solidFill>
              </a:rPr>
              <a:t>51</a:t>
            </a:r>
          </a:p>
        </p:txBody>
      </p:sp>
      <p:sp>
        <p:nvSpPr>
          <p:cNvPr id="75" name="Rectangle 74">
            <a:extLst>
              <a:ext uri="{FF2B5EF4-FFF2-40B4-BE49-F238E27FC236}">
                <a16:creationId xmlns:a16="http://schemas.microsoft.com/office/drawing/2014/main" id="{AEB1F170-4966-4AAF-ABAA-3D2A0369F7FA}"/>
              </a:ext>
            </a:extLst>
          </p:cNvPr>
          <p:cNvSpPr/>
          <p:nvPr userDrawn="1"/>
        </p:nvSpPr>
        <p:spPr>
          <a:xfrm>
            <a:off x="5232206" y="2246533"/>
            <a:ext cx="839614" cy="41122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endParaRPr lang="en-GB" sz="800">
              <a:solidFill>
                <a:schemeClr val="bg1"/>
              </a:solidFill>
            </a:endParaRPr>
          </a:p>
        </p:txBody>
      </p:sp>
      <p:sp>
        <p:nvSpPr>
          <p:cNvPr id="76" name="TextBox 75">
            <a:extLst>
              <a:ext uri="{FF2B5EF4-FFF2-40B4-BE49-F238E27FC236}">
                <a16:creationId xmlns:a16="http://schemas.microsoft.com/office/drawing/2014/main" id="{7033C2B2-E4D1-4420-8509-EC1E2C80321F}"/>
              </a:ext>
            </a:extLst>
          </p:cNvPr>
          <p:cNvSpPr txBox="1"/>
          <p:nvPr userDrawn="1"/>
        </p:nvSpPr>
        <p:spPr>
          <a:xfrm>
            <a:off x="5225411" y="1330325"/>
            <a:ext cx="1545229"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Neutrals for infographics and charts only </a:t>
            </a:r>
          </a:p>
        </p:txBody>
      </p:sp>
      <p:sp>
        <p:nvSpPr>
          <p:cNvPr id="77" name="Rectangle 76">
            <a:extLst>
              <a:ext uri="{FF2B5EF4-FFF2-40B4-BE49-F238E27FC236}">
                <a16:creationId xmlns:a16="http://schemas.microsoft.com/office/drawing/2014/main" id="{9BFC6FF0-9D30-4829-A667-26B9E6467077}"/>
              </a:ext>
            </a:extLst>
          </p:cNvPr>
          <p:cNvSpPr/>
          <p:nvPr userDrawn="1"/>
        </p:nvSpPr>
        <p:spPr>
          <a:xfrm>
            <a:off x="5232206" y="2761094"/>
            <a:ext cx="839614" cy="411225"/>
          </a:xfrm>
          <a:prstGeom prst="rect">
            <a:avLst/>
          </a:prstGeom>
          <a:solidFill>
            <a:srgbClr val="98989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152</a:t>
            </a:r>
          </a:p>
          <a:p>
            <a:pPr algn="ctr"/>
            <a:r>
              <a:rPr lang="en-GB" sz="800">
                <a:solidFill>
                  <a:schemeClr val="bg1"/>
                </a:solidFill>
              </a:rPr>
              <a:t>152</a:t>
            </a:r>
          </a:p>
          <a:p>
            <a:pPr algn="ctr"/>
            <a:r>
              <a:rPr lang="en-GB" sz="800">
                <a:solidFill>
                  <a:schemeClr val="bg1"/>
                </a:solidFill>
              </a:rPr>
              <a:t>152</a:t>
            </a:r>
          </a:p>
        </p:txBody>
      </p:sp>
      <p:sp>
        <p:nvSpPr>
          <p:cNvPr id="78" name="Rectangle 77">
            <a:extLst>
              <a:ext uri="{FF2B5EF4-FFF2-40B4-BE49-F238E27FC236}">
                <a16:creationId xmlns:a16="http://schemas.microsoft.com/office/drawing/2014/main" id="{AF40F7A4-A491-46D0-AC78-F38FB368D987}"/>
              </a:ext>
            </a:extLst>
          </p:cNvPr>
          <p:cNvSpPr/>
          <p:nvPr userDrawn="1"/>
        </p:nvSpPr>
        <p:spPr>
          <a:xfrm>
            <a:off x="5232206" y="3275656"/>
            <a:ext cx="839614" cy="411225"/>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178</a:t>
            </a:r>
          </a:p>
          <a:p>
            <a:pPr algn="ctr"/>
            <a:r>
              <a:rPr lang="en-GB" sz="800">
                <a:solidFill>
                  <a:sysClr val="windowText" lastClr="000000"/>
                </a:solidFill>
              </a:rPr>
              <a:t>178</a:t>
            </a:r>
          </a:p>
          <a:p>
            <a:pPr algn="ctr"/>
            <a:r>
              <a:rPr lang="en-GB" sz="800">
                <a:solidFill>
                  <a:sysClr val="windowText" lastClr="000000"/>
                </a:solidFill>
              </a:rPr>
              <a:t>178</a:t>
            </a:r>
          </a:p>
        </p:txBody>
      </p:sp>
      <p:sp>
        <p:nvSpPr>
          <p:cNvPr id="79" name="Rectangle 78">
            <a:extLst>
              <a:ext uri="{FF2B5EF4-FFF2-40B4-BE49-F238E27FC236}">
                <a16:creationId xmlns:a16="http://schemas.microsoft.com/office/drawing/2014/main" id="{E22CE48C-CD62-438B-AF1B-E80398CE41CF}"/>
              </a:ext>
            </a:extLst>
          </p:cNvPr>
          <p:cNvSpPr/>
          <p:nvPr userDrawn="1"/>
        </p:nvSpPr>
        <p:spPr>
          <a:xfrm>
            <a:off x="5232206" y="3790216"/>
            <a:ext cx="839614" cy="41122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229</a:t>
            </a:r>
          </a:p>
          <a:p>
            <a:pPr algn="ctr"/>
            <a:r>
              <a:rPr lang="en-GB" sz="800">
                <a:solidFill>
                  <a:schemeClr val="tx1"/>
                </a:solidFill>
              </a:rPr>
              <a:t>229</a:t>
            </a:r>
          </a:p>
          <a:p>
            <a:pPr algn="ctr"/>
            <a:r>
              <a:rPr lang="en-GB" sz="800">
                <a:solidFill>
                  <a:schemeClr val="tx1"/>
                </a:solidFill>
              </a:rPr>
              <a:t>229</a:t>
            </a:r>
          </a:p>
        </p:txBody>
      </p:sp>
      <p:sp>
        <p:nvSpPr>
          <p:cNvPr id="83" name="TextBox 82">
            <a:extLst>
              <a:ext uri="{FF2B5EF4-FFF2-40B4-BE49-F238E27FC236}">
                <a16:creationId xmlns:a16="http://schemas.microsoft.com/office/drawing/2014/main" id="{BFA814C9-BD96-4348-B664-2AD4A5DAAB12}"/>
              </a:ext>
            </a:extLst>
          </p:cNvPr>
          <p:cNvSpPr txBox="1"/>
          <p:nvPr userDrawn="1"/>
        </p:nvSpPr>
        <p:spPr>
          <a:xfrm>
            <a:off x="6203979" y="2852903"/>
            <a:ext cx="1253995" cy="237066"/>
          </a:xfrm>
          <a:prstGeom prst="rect">
            <a:avLst/>
          </a:prstGeom>
          <a:noFill/>
        </p:spPr>
        <p:txBody>
          <a:bodyPr wrap="square" lIns="54610" tIns="54610" rIns="54610" bIns="54610" rtlCol="0" anchor="ctr">
            <a:noAutofit/>
          </a:bodyPr>
          <a:lstStyle/>
          <a:p>
            <a:pPr algn="l">
              <a:spcAft>
                <a:spcPts val="600"/>
              </a:spcAft>
            </a:pPr>
            <a:r>
              <a:rPr lang="en-GB" sz="1000"/>
              <a:t>Grey 3</a:t>
            </a:r>
          </a:p>
        </p:txBody>
      </p:sp>
      <p:sp>
        <p:nvSpPr>
          <p:cNvPr id="84" name="TextBox 83">
            <a:extLst>
              <a:ext uri="{FF2B5EF4-FFF2-40B4-BE49-F238E27FC236}">
                <a16:creationId xmlns:a16="http://schemas.microsoft.com/office/drawing/2014/main" id="{B38E8C09-0782-4E70-887B-080A8FC240A9}"/>
              </a:ext>
            </a:extLst>
          </p:cNvPr>
          <p:cNvSpPr txBox="1"/>
          <p:nvPr userDrawn="1"/>
        </p:nvSpPr>
        <p:spPr>
          <a:xfrm>
            <a:off x="6203979" y="1830789"/>
            <a:ext cx="1253995" cy="237066"/>
          </a:xfrm>
          <a:prstGeom prst="rect">
            <a:avLst/>
          </a:prstGeom>
          <a:noFill/>
        </p:spPr>
        <p:txBody>
          <a:bodyPr wrap="square" lIns="54610" tIns="54610" rIns="54610" bIns="54610" rtlCol="0" anchor="ctr">
            <a:noAutofit/>
          </a:bodyPr>
          <a:lstStyle/>
          <a:p>
            <a:pPr algn="l">
              <a:spcAft>
                <a:spcPts val="600"/>
              </a:spcAft>
            </a:pPr>
            <a:r>
              <a:rPr lang="en-GB" sz="1000"/>
              <a:t>Grey 1</a:t>
            </a:r>
          </a:p>
        </p:txBody>
      </p:sp>
      <p:sp>
        <p:nvSpPr>
          <p:cNvPr id="85" name="TextBox 84">
            <a:extLst>
              <a:ext uri="{FF2B5EF4-FFF2-40B4-BE49-F238E27FC236}">
                <a16:creationId xmlns:a16="http://schemas.microsoft.com/office/drawing/2014/main" id="{7C3E17E9-EAB5-401D-99B5-E01BBCBAAE59}"/>
              </a:ext>
            </a:extLst>
          </p:cNvPr>
          <p:cNvSpPr txBox="1"/>
          <p:nvPr userDrawn="1"/>
        </p:nvSpPr>
        <p:spPr>
          <a:xfrm>
            <a:off x="6203979" y="3363960"/>
            <a:ext cx="1253995" cy="237066"/>
          </a:xfrm>
          <a:prstGeom prst="rect">
            <a:avLst/>
          </a:prstGeom>
          <a:noFill/>
        </p:spPr>
        <p:txBody>
          <a:bodyPr wrap="square" lIns="54610" tIns="54610" rIns="54610" bIns="54610" rtlCol="0" anchor="ctr">
            <a:noAutofit/>
          </a:bodyPr>
          <a:lstStyle/>
          <a:p>
            <a:pPr algn="l">
              <a:spcAft>
                <a:spcPts val="600"/>
              </a:spcAft>
            </a:pPr>
            <a:r>
              <a:rPr lang="en-GB" sz="1000"/>
              <a:t>Grey 4</a:t>
            </a:r>
          </a:p>
        </p:txBody>
      </p:sp>
      <p:sp>
        <p:nvSpPr>
          <p:cNvPr id="86" name="TextBox 85">
            <a:extLst>
              <a:ext uri="{FF2B5EF4-FFF2-40B4-BE49-F238E27FC236}">
                <a16:creationId xmlns:a16="http://schemas.microsoft.com/office/drawing/2014/main" id="{DA95C41B-9591-4042-8AC0-03DBDA91FD18}"/>
              </a:ext>
            </a:extLst>
          </p:cNvPr>
          <p:cNvSpPr txBox="1"/>
          <p:nvPr userDrawn="1"/>
        </p:nvSpPr>
        <p:spPr>
          <a:xfrm>
            <a:off x="6203979" y="3875017"/>
            <a:ext cx="1253995" cy="237066"/>
          </a:xfrm>
          <a:prstGeom prst="rect">
            <a:avLst/>
          </a:prstGeom>
          <a:noFill/>
        </p:spPr>
        <p:txBody>
          <a:bodyPr wrap="square" lIns="54610" tIns="54610" rIns="54610" bIns="54610" rtlCol="0" anchor="ctr">
            <a:noAutofit/>
          </a:bodyPr>
          <a:lstStyle/>
          <a:p>
            <a:pPr algn="l">
              <a:spcAft>
                <a:spcPts val="600"/>
              </a:spcAft>
            </a:pPr>
            <a:r>
              <a:rPr lang="en-GB" sz="1000"/>
              <a:t>Grey 5</a:t>
            </a:r>
          </a:p>
        </p:txBody>
      </p:sp>
      <p:sp>
        <p:nvSpPr>
          <p:cNvPr id="87" name="TextBox 86">
            <a:extLst>
              <a:ext uri="{FF2B5EF4-FFF2-40B4-BE49-F238E27FC236}">
                <a16:creationId xmlns:a16="http://schemas.microsoft.com/office/drawing/2014/main" id="{C924189F-5F86-46B9-810F-1AF60243011B}"/>
              </a:ext>
            </a:extLst>
          </p:cNvPr>
          <p:cNvSpPr txBox="1"/>
          <p:nvPr userDrawn="1"/>
        </p:nvSpPr>
        <p:spPr>
          <a:xfrm>
            <a:off x="6203979" y="2341846"/>
            <a:ext cx="1253995" cy="237066"/>
          </a:xfrm>
          <a:prstGeom prst="rect">
            <a:avLst/>
          </a:prstGeom>
          <a:noFill/>
        </p:spPr>
        <p:txBody>
          <a:bodyPr wrap="square" lIns="54610" tIns="54610" rIns="54610" bIns="54610" rtlCol="0" anchor="ctr">
            <a:noAutofit/>
          </a:bodyPr>
          <a:lstStyle/>
          <a:p>
            <a:pPr algn="l">
              <a:spcAft>
                <a:spcPts val="600"/>
              </a:spcAft>
            </a:pPr>
            <a:r>
              <a:rPr lang="en-GB" sz="1000"/>
              <a:t>Grey 2</a:t>
            </a:r>
          </a:p>
        </p:txBody>
      </p:sp>
      <p:sp>
        <p:nvSpPr>
          <p:cNvPr id="52" name="Rectangle 51">
            <a:extLst>
              <a:ext uri="{FF2B5EF4-FFF2-40B4-BE49-F238E27FC236}">
                <a16:creationId xmlns:a16="http://schemas.microsoft.com/office/drawing/2014/main" id="{4ACB48A6-B340-401D-8994-A0E53291AC9B}"/>
              </a:ext>
            </a:extLst>
          </p:cNvPr>
          <p:cNvSpPr/>
          <p:nvPr userDrawn="1"/>
        </p:nvSpPr>
        <p:spPr>
          <a:xfrm>
            <a:off x="7170486" y="2656172"/>
            <a:ext cx="839614" cy="411225"/>
          </a:xfrm>
          <a:prstGeom prst="rect">
            <a:avLst/>
          </a:prstGeom>
          <a:gradFill>
            <a:gsLst>
              <a:gs pos="100000">
                <a:schemeClr val="accent1"/>
              </a:gs>
              <a:gs pos="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3" name="Rectangle 52">
            <a:extLst>
              <a:ext uri="{FF2B5EF4-FFF2-40B4-BE49-F238E27FC236}">
                <a16:creationId xmlns:a16="http://schemas.microsoft.com/office/drawing/2014/main" id="{26F71474-A782-4BB1-8B9F-8DCCEAF88E0C}"/>
              </a:ext>
            </a:extLst>
          </p:cNvPr>
          <p:cNvSpPr/>
          <p:nvPr userDrawn="1"/>
        </p:nvSpPr>
        <p:spPr>
          <a:xfrm>
            <a:off x="9170077" y="2656172"/>
            <a:ext cx="839614" cy="411225"/>
          </a:xfrm>
          <a:prstGeom prst="rect">
            <a:avLst/>
          </a:prstGeom>
          <a:gradFill>
            <a:gsLst>
              <a:gs pos="100000">
                <a:srgbClr val="ACEAFF"/>
              </a:gs>
              <a:gs pos="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4" name="TextBox 53">
            <a:extLst>
              <a:ext uri="{FF2B5EF4-FFF2-40B4-BE49-F238E27FC236}">
                <a16:creationId xmlns:a16="http://schemas.microsoft.com/office/drawing/2014/main" id="{2102BFCC-8EF9-4273-ADB0-A655CD827F66}"/>
              </a:ext>
            </a:extLst>
          </p:cNvPr>
          <p:cNvSpPr txBox="1"/>
          <p:nvPr userDrawn="1"/>
        </p:nvSpPr>
        <p:spPr>
          <a:xfrm>
            <a:off x="8028290" y="2743862"/>
            <a:ext cx="1568421" cy="237066"/>
          </a:xfrm>
          <a:prstGeom prst="rect">
            <a:avLst/>
          </a:prstGeom>
          <a:noFill/>
        </p:spPr>
        <p:txBody>
          <a:bodyPr wrap="square" lIns="54610" tIns="54610" rIns="54610" bIns="54610" rtlCol="0" anchor="ctr">
            <a:noAutofit/>
          </a:bodyPr>
          <a:lstStyle/>
          <a:p>
            <a:pPr algn="l">
              <a:spcAft>
                <a:spcPts val="600"/>
              </a:spcAft>
            </a:pPr>
            <a:r>
              <a:rPr lang="en-GB" sz="1000"/>
              <a:t>Purple/</a:t>
            </a:r>
            <a:br>
              <a:rPr lang="en-GB" sz="1000"/>
            </a:br>
            <a:r>
              <a:rPr lang="en-GB" sz="1000"/>
              <a:t>Cobalt gradient</a:t>
            </a:r>
          </a:p>
        </p:txBody>
      </p:sp>
      <p:sp>
        <p:nvSpPr>
          <p:cNvPr id="55" name="TextBox 54">
            <a:extLst>
              <a:ext uri="{FF2B5EF4-FFF2-40B4-BE49-F238E27FC236}">
                <a16:creationId xmlns:a16="http://schemas.microsoft.com/office/drawing/2014/main" id="{02D8D802-07C6-434C-B36C-582D2F2FAF7C}"/>
              </a:ext>
            </a:extLst>
          </p:cNvPr>
          <p:cNvSpPr txBox="1"/>
          <p:nvPr userDrawn="1"/>
        </p:nvSpPr>
        <p:spPr>
          <a:xfrm>
            <a:off x="10053992" y="2743862"/>
            <a:ext cx="1709098" cy="237066"/>
          </a:xfrm>
          <a:prstGeom prst="rect">
            <a:avLst/>
          </a:prstGeom>
          <a:noFill/>
        </p:spPr>
        <p:txBody>
          <a:bodyPr wrap="square" lIns="54610" tIns="54610" rIns="54610" bIns="54610" rtlCol="0" anchor="ctr">
            <a:noAutofit/>
          </a:bodyPr>
          <a:lstStyle/>
          <a:p>
            <a:pPr algn="l">
              <a:spcAft>
                <a:spcPts val="600"/>
              </a:spcAft>
            </a:pPr>
            <a:r>
              <a:rPr lang="en-GB" sz="1000"/>
              <a:t>Pacific/</a:t>
            </a:r>
            <a:br>
              <a:rPr lang="en-GB" sz="1000"/>
            </a:br>
            <a:r>
              <a:rPr lang="en-GB" sz="1000"/>
              <a:t>Light Blue gradient</a:t>
            </a:r>
          </a:p>
        </p:txBody>
      </p:sp>
      <p:sp>
        <p:nvSpPr>
          <p:cNvPr id="56" name="TextBox 55">
            <a:extLst>
              <a:ext uri="{FF2B5EF4-FFF2-40B4-BE49-F238E27FC236}">
                <a16:creationId xmlns:a16="http://schemas.microsoft.com/office/drawing/2014/main" id="{F56630A0-1CC3-4558-99F3-72A9846C3FA4}"/>
              </a:ext>
            </a:extLst>
          </p:cNvPr>
          <p:cNvSpPr txBox="1"/>
          <p:nvPr userDrawn="1"/>
        </p:nvSpPr>
        <p:spPr>
          <a:xfrm>
            <a:off x="7146554" y="1298952"/>
            <a:ext cx="4047046" cy="1269578"/>
          </a:xfrm>
          <a:prstGeom prst="rect">
            <a:avLst/>
          </a:prstGeom>
          <a:noFill/>
        </p:spPr>
        <p:txBody>
          <a:bodyPr wrap="square" lIns="0" tIns="0" rIns="0" bIns="0" rtlCol="0">
            <a:spAutoFit/>
          </a:bodyPr>
          <a:lstStyle/>
          <a:p>
            <a:pPr algn="l">
              <a:spcAft>
                <a:spcPts val="300"/>
              </a:spcAft>
            </a:pPr>
            <a:r>
              <a:rPr lang="en-US" sz="1000" b="1">
                <a:solidFill>
                  <a:sysClr val="windowText" lastClr="000000"/>
                </a:solidFill>
              </a:rPr>
              <a:t>Gradients</a:t>
            </a:r>
          </a:p>
          <a:p>
            <a:pPr marL="171450" indent="-171450" algn="l">
              <a:spcAft>
                <a:spcPts val="300"/>
              </a:spcAft>
              <a:buFont typeface="Arial" panose="020B0604020202020204" pitchFamily="34" charset="0"/>
              <a:buChar char="•"/>
            </a:pPr>
            <a:r>
              <a:rPr lang="en-GB" sz="1000" b="0">
                <a:solidFill>
                  <a:sysClr val="windowText" lastClr="000000"/>
                </a:solidFill>
              </a:rPr>
              <a:t>The </a:t>
            </a:r>
            <a:r>
              <a:rPr lang="en-US" sz="1000" b="0" noProof="0">
                <a:solidFill>
                  <a:sysClr val="windowText" lastClr="000000"/>
                </a:solidFill>
              </a:rPr>
              <a:t>colors</a:t>
            </a:r>
            <a:r>
              <a:rPr lang="en-GB" sz="1000" b="0">
                <a:solidFill>
                  <a:sysClr val="windowText" lastClr="000000"/>
                </a:solidFill>
              </a:rPr>
              <a:t> are applied at both ends of the gradient, at 0% and 100% locations</a:t>
            </a:r>
          </a:p>
          <a:p>
            <a:pPr marL="171450" indent="-171450" algn="l">
              <a:spcAft>
                <a:spcPts val="300"/>
              </a:spcAft>
              <a:buFont typeface="Arial" panose="020B0604020202020204" pitchFamily="34" charset="0"/>
              <a:buChar char="•"/>
            </a:pPr>
            <a:r>
              <a:rPr lang="en-GB" sz="1000" b="0">
                <a:solidFill>
                  <a:sysClr val="windowText" lastClr="000000"/>
                </a:solidFill>
              </a:rPr>
              <a:t>The mid-point is at 50%</a:t>
            </a:r>
          </a:p>
          <a:p>
            <a:pPr marL="171450" indent="-171450" algn="l">
              <a:spcAft>
                <a:spcPts val="300"/>
              </a:spcAft>
              <a:buFont typeface="Arial" panose="020B0604020202020204" pitchFamily="34" charset="0"/>
              <a:buChar char="•"/>
            </a:pPr>
            <a:r>
              <a:rPr lang="en-GB" sz="1000" b="0">
                <a:solidFill>
                  <a:sysClr val="windowText" lastClr="000000"/>
                </a:solidFill>
              </a:rPr>
              <a:t>The gradients are used at a 0º angle</a:t>
            </a:r>
          </a:p>
          <a:p>
            <a:pPr marL="171450" indent="-171450" algn="l">
              <a:spcAft>
                <a:spcPts val="300"/>
              </a:spcAft>
              <a:buFont typeface="Arial" panose="020B0604020202020204" pitchFamily="34" charset="0"/>
              <a:buChar char="•"/>
            </a:pPr>
            <a:r>
              <a:rPr lang="en-GB" sz="1000" b="0">
                <a:solidFill>
                  <a:sysClr val="windowText" lastClr="000000"/>
                </a:solidFill>
              </a:rPr>
              <a:t>Use the linear gradient, never radial</a:t>
            </a:r>
          </a:p>
          <a:p>
            <a:pPr marL="171450" indent="-171450" algn="l">
              <a:spcAft>
                <a:spcPts val="300"/>
              </a:spcAft>
              <a:buFont typeface="Arial" panose="020B0604020202020204" pitchFamily="34" charset="0"/>
              <a:buChar char="•"/>
            </a:pPr>
            <a:r>
              <a:rPr lang="en-GB" sz="1000" b="0">
                <a:solidFill>
                  <a:sysClr val="windowText" lastClr="000000"/>
                </a:solidFill>
              </a:rPr>
              <a:t>Do not create new gradients; use only the gradients shown here</a:t>
            </a:r>
            <a:endParaRPr lang="en-US" sz="1000" b="0">
              <a:solidFill>
                <a:sysClr val="windowText" lastClr="000000"/>
              </a:solidFill>
            </a:endParaRPr>
          </a:p>
        </p:txBody>
      </p:sp>
      <p:sp>
        <p:nvSpPr>
          <p:cNvPr id="57" name="Rectangle 56">
            <a:extLst>
              <a:ext uri="{FF2B5EF4-FFF2-40B4-BE49-F238E27FC236}">
                <a16:creationId xmlns:a16="http://schemas.microsoft.com/office/drawing/2014/main" id="{9D5AAA1F-BD76-48F7-8C50-6E5979B9537B}"/>
              </a:ext>
            </a:extLst>
          </p:cNvPr>
          <p:cNvSpPr/>
          <p:nvPr userDrawn="1"/>
        </p:nvSpPr>
        <p:spPr>
          <a:xfrm>
            <a:off x="5225411" y="4304594"/>
            <a:ext cx="839614" cy="41122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255</a:t>
            </a:r>
          </a:p>
          <a:p>
            <a:pPr algn="ctr"/>
            <a:r>
              <a:rPr lang="en-GB" sz="800">
                <a:solidFill>
                  <a:schemeClr val="tx1"/>
                </a:solidFill>
              </a:rPr>
              <a:t>255</a:t>
            </a:r>
          </a:p>
          <a:p>
            <a:pPr algn="ctr"/>
            <a:r>
              <a:rPr lang="en-GB" sz="800">
                <a:solidFill>
                  <a:schemeClr val="tx1"/>
                </a:solidFill>
              </a:rPr>
              <a:t>255</a:t>
            </a:r>
          </a:p>
        </p:txBody>
      </p:sp>
      <p:sp>
        <p:nvSpPr>
          <p:cNvPr id="58" name="TextBox 57">
            <a:extLst>
              <a:ext uri="{FF2B5EF4-FFF2-40B4-BE49-F238E27FC236}">
                <a16:creationId xmlns:a16="http://schemas.microsoft.com/office/drawing/2014/main" id="{3485E89C-C25F-4DDF-BA6F-8600323267FE}"/>
              </a:ext>
            </a:extLst>
          </p:cNvPr>
          <p:cNvSpPr txBox="1"/>
          <p:nvPr userDrawn="1"/>
        </p:nvSpPr>
        <p:spPr>
          <a:xfrm>
            <a:off x="6197184" y="4389395"/>
            <a:ext cx="1253995" cy="237066"/>
          </a:xfrm>
          <a:prstGeom prst="rect">
            <a:avLst/>
          </a:prstGeom>
          <a:noFill/>
        </p:spPr>
        <p:txBody>
          <a:bodyPr wrap="square" lIns="54610" tIns="54610" rIns="54610" bIns="54610" rtlCol="0" anchor="ctr">
            <a:noAutofit/>
          </a:bodyPr>
          <a:lstStyle/>
          <a:p>
            <a:pPr algn="l">
              <a:spcAft>
                <a:spcPts val="600"/>
              </a:spcAft>
            </a:pPr>
            <a:r>
              <a:rPr lang="en-GB" sz="1000"/>
              <a:t>White</a:t>
            </a:r>
          </a:p>
        </p:txBody>
      </p:sp>
      <p:sp>
        <p:nvSpPr>
          <p:cNvPr id="73" name="TextBox 72">
            <a:extLst>
              <a:ext uri="{FF2B5EF4-FFF2-40B4-BE49-F238E27FC236}">
                <a16:creationId xmlns:a16="http://schemas.microsoft.com/office/drawing/2014/main" id="{66117D9B-6EF8-4B36-A112-FD6D19D0AE23}"/>
              </a:ext>
            </a:extLst>
          </p:cNvPr>
          <p:cNvSpPr txBox="1"/>
          <p:nvPr userDrawn="1"/>
        </p:nvSpPr>
        <p:spPr>
          <a:xfrm>
            <a:off x="7146554" y="3336981"/>
            <a:ext cx="1194238" cy="153888"/>
          </a:xfrm>
          <a:prstGeom prst="rect">
            <a:avLst/>
          </a:prstGeom>
          <a:noFill/>
        </p:spPr>
        <p:txBody>
          <a:bodyPr wrap="none" lIns="0" tIns="0" rIns="0" bIns="0" rtlCol="0">
            <a:noAutofit/>
          </a:bodyPr>
          <a:lstStyle/>
          <a:p>
            <a:pPr algn="l">
              <a:spcAft>
                <a:spcPts val="600"/>
              </a:spcAft>
            </a:pPr>
            <a:r>
              <a:rPr lang="en-US" sz="1000" b="1">
                <a:solidFill>
                  <a:sysClr val="windowText" lastClr="000000"/>
                </a:solidFill>
              </a:rPr>
              <a:t>Traffic Light palette</a:t>
            </a:r>
            <a:endParaRPr lang="en-US" sz="1000" b="0">
              <a:solidFill>
                <a:sysClr val="windowText" lastClr="000000"/>
              </a:solidFill>
            </a:endParaRPr>
          </a:p>
        </p:txBody>
      </p:sp>
      <p:sp>
        <p:nvSpPr>
          <p:cNvPr id="101" name="Rectangle 100">
            <a:extLst>
              <a:ext uri="{FF2B5EF4-FFF2-40B4-BE49-F238E27FC236}">
                <a16:creationId xmlns:a16="http://schemas.microsoft.com/office/drawing/2014/main" id="{8629CA1F-9C19-4EBE-AACF-DD30D2A7CB9D}"/>
              </a:ext>
            </a:extLst>
          </p:cNvPr>
          <p:cNvSpPr>
            <a:spLocks/>
          </p:cNvSpPr>
          <p:nvPr userDrawn="1"/>
        </p:nvSpPr>
        <p:spPr>
          <a:xfrm>
            <a:off x="9353776" y="3589581"/>
            <a:ext cx="839614" cy="411225"/>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38</a:t>
            </a:r>
          </a:p>
          <a:p>
            <a:pPr algn="ctr"/>
            <a:r>
              <a:rPr lang="en-GB" sz="800">
                <a:solidFill>
                  <a:schemeClr val="bg1"/>
                </a:solidFill>
              </a:rPr>
              <a:t>153</a:t>
            </a:r>
          </a:p>
          <a:p>
            <a:pPr algn="ctr"/>
            <a:r>
              <a:rPr lang="en-GB" sz="800">
                <a:solidFill>
                  <a:schemeClr val="bg1"/>
                </a:solidFill>
              </a:rPr>
              <a:t>36</a:t>
            </a:r>
          </a:p>
        </p:txBody>
      </p:sp>
      <p:sp>
        <p:nvSpPr>
          <p:cNvPr id="102" name="Rectangle 101">
            <a:extLst>
              <a:ext uri="{FF2B5EF4-FFF2-40B4-BE49-F238E27FC236}">
                <a16:creationId xmlns:a16="http://schemas.microsoft.com/office/drawing/2014/main" id="{38F50825-9522-489D-AFE6-03DCC983AE45}"/>
              </a:ext>
            </a:extLst>
          </p:cNvPr>
          <p:cNvSpPr>
            <a:spLocks/>
          </p:cNvSpPr>
          <p:nvPr userDrawn="1"/>
        </p:nvSpPr>
        <p:spPr>
          <a:xfrm>
            <a:off x="8262131" y="3589581"/>
            <a:ext cx="839614" cy="411225"/>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241</a:t>
            </a:r>
          </a:p>
          <a:p>
            <a:pPr algn="ctr"/>
            <a:r>
              <a:rPr lang="en-GB" sz="800">
                <a:solidFill>
                  <a:schemeClr val="bg1"/>
                </a:solidFill>
              </a:rPr>
              <a:t>196</a:t>
            </a:r>
          </a:p>
          <a:p>
            <a:pPr algn="ctr"/>
            <a:r>
              <a:rPr lang="en-GB" sz="800">
                <a:solidFill>
                  <a:schemeClr val="bg1"/>
                </a:solidFill>
              </a:rPr>
              <a:t>77</a:t>
            </a:r>
          </a:p>
        </p:txBody>
      </p:sp>
      <p:sp>
        <p:nvSpPr>
          <p:cNvPr id="103" name="Rectangle 102">
            <a:extLst>
              <a:ext uri="{FF2B5EF4-FFF2-40B4-BE49-F238E27FC236}">
                <a16:creationId xmlns:a16="http://schemas.microsoft.com/office/drawing/2014/main" id="{920DF8B8-BB57-4FAB-8303-1EA0BDA6B7F5}"/>
              </a:ext>
            </a:extLst>
          </p:cNvPr>
          <p:cNvSpPr>
            <a:spLocks/>
          </p:cNvSpPr>
          <p:nvPr userDrawn="1"/>
        </p:nvSpPr>
        <p:spPr>
          <a:xfrm>
            <a:off x="7170486" y="3589581"/>
            <a:ext cx="839614" cy="411225"/>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237</a:t>
            </a:r>
          </a:p>
          <a:p>
            <a:pPr algn="ctr"/>
            <a:r>
              <a:rPr lang="en-GB" sz="800">
                <a:solidFill>
                  <a:schemeClr val="bg1"/>
                </a:solidFill>
              </a:rPr>
              <a:t>33</a:t>
            </a:r>
          </a:p>
          <a:p>
            <a:pPr algn="ctr"/>
            <a:r>
              <a:rPr lang="en-GB" sz="800">
                <a:solidFill>
                  <a:schemeClr val="bg1"/>
                </a:solidFill>
              </a:rPr>
              <a:t>36</a:t>
            </a:r>
          </a:p>
        </p:txBody>
      </p:sp>
      <p:sp>
        <p:nvSpPr>
          <p:cNvPr id="104" name="TextBox 103">
            <a:extLst>
              <a:ext uri="{FF2B5EF4-FFF2-40B4-BE49-F238E27FC236}">
                <a16:creationId xmlns:a16="http://schemas.microsoft.com/office/drawing/2014/main" id="{0E284CC6-D89E-4E2E-9C1A-D2D015D4CCE1}"/>
              </a:ext>
            </a:extLst>
          </p:cNvPr>
          <p:cNvSpPr txBox="1"/>
          <p:nvPr userDrawn="1"/>
        </p:nvSpPr>
        <p:spPr>
          <a:xfrm>
            <a:off x="7146553" y="4285684"/>
            <a:ext cx="4159622" cy="626317"/>
          </a:xfrm>
          <a:prstGeom prst="rect">
            <a:avLst/>
          </a:prstGeom>
          <a:noFill/>
        </p:spPr>
        <p:txBody>
          <a:bodyPr wrap="square" lIns="0" tIns="0" rIns="0" bIns="0" rtlCol="0">
            <a:noAutofit/>
          </a:bodyPr>
          <a:lstStyle/>
          <a:p>
            <a:pPr algn="l">
              <a:spcAft>
                <a:spcPts val="600"/>
              </a:spcAft>
            </a:pPr>
            <a:r>
              <a:rPr lang="en-US" sz="1000" b="1">
                <a:solidFill>
                  <a:sysClr val="windowText" lastClr="000000"/>
                </a:solidFill>
              </a:rPr>
              <a:t>Potential chart color order</a:t>
            </a:r>
          </a:p>
          <a:p>
            <a:pPr marL="171450" indent="-171450" algn="l">
              <a:spcAft>
                <a:spcPts val="300"/>
              </a:spcAft>
              <a:buFont typeface="Arial" panose="020B0604020202020204" pitchFamily="34" charset="0"/>
              <a:buChar char="•"/>
            </a:pPr>
            <a:r>
              <a:rPr lang="en-US" sz="1000" b="0">
                <a:solidFill>
                  <a:sysClr val="windowText" lastClr="000000"/>
                </a:solidFill>
              </a:rPr>
              <a:t>Prioritize our blues, but they don’t have to be used all at once</a:t>
            </a:r>
          </a:p>
          <a:p>
            <a:pPr marL="171450" indent="-171450" algn="l">
              <a:spcAft>
                <a:spcPts val="300"/>
              </a:spcAft>
              <a:buFont typeface="Arial" panose="020B0604020202020204" pitchFamily="34" charset="0"/>
              <a:buChar char="•"/>
            </a:pPr>
            <a:r>
              <a:rPr lang="en-US" sz="1000" b="0">
                <a:solidFill>
                  <a:sysClr val="windowText" lastClr="000000"/>
                </a:solidFill>
              </a:rPr>
              <a:t>Mix light, mid and dark tones within data sets</a:t>
            </a:r>
          </a:p>
        </p:txBody>
      </p:sp>
      <p:cxnSp>
        <p:nvCxnSpPr>
          <p:cNvPr id="105" name="Straight Connector 104">
            <a:extLst>
              <a:ext uri="{FF2B5EF4-FFF2-40B4-BE49-F238E27FC236}">
                <a16:creationId xmlns:a16="http://schemas.microsoft.com/office/drawing/2014/main" id="{32E93FD9-5621-45B8-BDA7-4C88B41DB4D9}"/>
              </a:ext>
            </a:extLst>
          </p:cNvPr>
          <p:cNvCxnSpPr/>
          <p:nvPr userDrawn="1"/>
        </p:nvCxnSpPr>
        <p:spPr>
          <a:xfrm>
            <a:off x="7170486" y="324260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98F7303C-5EE8-4FA6-A437-87F2BF61E6C8}"/>
              </a:ext>
            </a:extLst>
          </p:cNvPr>
          <p:cNvCxnSpPr/>
          <p:nvPr userDrawn="1"/>
        </p:nvCxnSpPr>
        <p:spPr>
          <a:xfrm>
            <a:off x="7170486" y="417664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7" name="Group 106">
            <a:extLst>
              <a:ext uri="{FF2B5EF4-FFF2-40B4-BE49-F238E27FC236}">
                <a16:creationId xmlns:a16="http://schemas.microsoft.com/office/drawing/2014/main" id="{39C72177-73C5-408A-8C21-86379F35DFDA}"/>
              </a:ext>
            </a:extLst>
          </p:cNvPr>
          <p:cNvGrpSpPr/>
          <p:nvPr userDrawn="1"/>
        </p:nvGrpSpPr>
        <p:grpSpPr>
          <a:xfrm>
            <a:off x="7170486" y="5015319"/>
            <a:ext cx="4023114" cy="868052"/>
            <a:chOff x="6942744" y="5227726"/>
            <a:chExt cx="6397168" cy="1380293"/>
          </a:xfrm>
        </p:grpSpPr>
        <p:sp>
          <p:nvSpPr>
            <p:cNvPr id="108" name="Rectangle 107">
              <a:extLst>
                <a:ext uri="{FF2B5EF4-FFF2-40B4-BE49-F238E27FC236}">
                  <a16:creationId xmlns:a16="http://schemas.microsoft.com/office/drawing/2014/main" id="{09C4E567-3FDF-4915-8D1F-4D3869F8570F}"/>
                </a:ext>
              </a:extLst>
            </p:cNvPr>
            <p:cNvSpPr/>
            <p:nvPr userDrawn="1"/>
          </p:nvSpPr>
          <p:spPr>
            <a:xfrm>
              <a:off x="8821942" y="5227726"/>
              <a:ext cx="759576" cy="592341"/>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109" name="Rectangle 108">
              <a:extLst>
                <a:ext uri="{FF2B5EF4-FFF2-40B4-BE49-F238E27FC236}">
                  <a16:creationId xmlns:a16="http://schemas.microsoft.com/office/drawing/2014/main" id="{2DA33985-45D0-4046-B44C-8DCBCFFD86AC}"/>
                </a:ext>
              </a:extLst>
            </p:cNvPr>
            <p:cNvSpPr/>
            <p:nvPr userDrawn="1"/>
          </p:nvSpPr>
          <p:spPr>
            <a:xfrm>
              <a:off x="6942744" y="5227726"/>
              <a:ext cx="759576" cy="592341"/>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110" name="Rectangle 109">
              <a:extLst>
                <a:ext uri="{FF2B5EF4-FFF2-40B4-BE49-F238E27FC236}">
                  <a16:creationId xmlns:a16="http://schemas.microsoft.com/office/drawing/2014/main" id="{60024D76-5422-4C07-A547-F2C593130265}"/>
                </a:ext>
              </a:extLst>
            </p:cNvPr>
            <p:cNvSpPr/>
            <p:nvPr userDrawn="1"/>
          </p:nvSpPr>
          <p:spPr>
            <a:xfrm>
              <a:off x="9761541" y="5227726"/>
              <a:ext cx="759576" cy="592341"/>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111" name="Rectangle 110">
              <a:extLst>
                <a:ext uri="{FF2B5EF4-FFF2-40B4-BE49-F238E27FC236}">
                  <a16:creationId xmlns:a16="http://schemas.microsoft.com/office/drawing/2014/main" id="{06E42AD4-4E53-43DB-966B-14EA0ED3E458}"/>
                </a:ext>
              </a:extLst>
            </p:cNvPr>
            <p:cNvSpPr/>
            <p:nvPr userDrawn="1"/>
          </p:nvSpPr>
          <p:spPr>
            <a:xfrm>
              <a:off x="11640737" y="5227726"/>
              <a:ext cx="759576" cy="592341"/>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112" name="Rectangle 111">
              <a:extLst>
                <a:ext uri="{FF2B5EF4-FFF2-40B4-BE49-F238E27FC236}">
                  <a16:creationId xmlns:a16="http://schemas.microsoft.com/office/drawing/2014/main" id="{3123BFF0-C9BC-4A9F-8C1A-6677CDC1F631}"/>
                </a:ext>
              </a:extLst>
            </p:cNvPr>
            <p:cNvSpPr/>
            <p:nvPr userDrawn="1"/>
          </p:nvSpPr>
          <p:spPr>
            <a:xfrm>
              <a:off x="8821942" y="6015678"/>
              <a:ext cx="759576" cy="592341"/>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113" name="Rectangle 112">
              <a:extLst>
                <a:ext uri="{FF2B5EF4-FFF2-40B4-BE49-F238E27FC236}">
                  <a16:creationId xmlns:a16="http://schemas.microsoft.com/office/drawing/2014/main" id="{2B91896C-FA19-4C29-A6A4-8285D7F3418C}"/>
                </a:ext>
              </a:extLst>
            </p:cNvPr>
            <p:cNvSpPr/>
            <p:nvPr userDrawn="1"/>
          </p:nvSpPr>
          <p:spPr>
            <a:xfrm>
              <a:off x="10701139" y="5227726"/>
              <a:ext cx="759576" cy="592341"/>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114" name="Rectangle 113">
              <a:extLst>
                <a:ext uri="{FF2B5EF4-FFF2-40B4-BE49-F238E27FC236}">
                  <a16:creationId xmlns:a16="http://schemas.microsoft.com/office/drawing/2014/main" id="{48E4376B-58CB-4B0E-AB7F-3AF61E7659F9}"/>
                </a:ext>
              </a:extLst>
            </p:cNvPr>
            <p:cNvSpPr/>
            <p:nvPr userDrawn="1"/>
          </p:nvSpPr>
          <p:spPr>
            <a:xfrm>
              <a:off x="9761541" y="6015678"/>
              <a:ext cx="759576" cy="592341"/>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255</a:t>
              </a:r>
            </a:p>
            <a:p>
              <a:pPr algn="ctr"/>
              <a:r>
                <a:rPr lang="en-GB" sz="800">
                  <a:solidFill>
                    <a:schemeClr val="bg1"/>
                  </a:solidFill>
                </a:rPr>
                <a:t>163</a:t>
              </a:r>
            </a:p>
            <a:p>
              <a:pPr algn="ctr"/>
              <a:r>
                <a:rPr lang="en-GB" sz="800">
                  <a:solidFill>
                    <a:schemeClr val="bg1"/>
                  </a:solidFill>
                </a:rPr>
                <a:t>218</a:t>
              </a:r>
            </a:p>
          </p:txBody>
        </p:sp>
        <p:sp>
          <p:nvSpPr>
            <p:cNvPr id="115" name="Rectangle 114">
              <a:extLst>
                <a:ext uri="{FF2B5EF4-FFF2-40B4-BE49-F238E27FC236}">
                  <a16:creationId xmlns:a16="http://schemas.microsoft.com/office/drawing/2014/main" id="{6CCBC42E-797C-4CB6-8C59-2D6FCDDB1F33}"/>
                </a:ext>
              </a:extLst>
            </p:cNvPr>
            <p:cNvSpPr/>
            <p:nvPr userDrawn="1"/>
          </p:nvSpPr>
          <p:spPr>
            <a:xfrm>
              <a:off x="6942744" y="6015678"/>
              <a:ext cx="759576" cy="592341"/>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116" name="Rectangle 115">
              <a:extLst>
                <a:ext uri="{FF2B5EF4-FFF2-40B4-BE49-F238E27FC236}">
                  <a16:creationId xmlns:a16="http://schemas.microsoft.com/office/drawing/2014/main" id="{691DA2AF-1629-48DB-9571-C0A4059F3B38}"/>
                </a:ext>
              </a:extLst>
            </p:cNvPr>
            <p:cNvSpPr/>
            <p:nvPr userDrawn="1"/>
          </p:nvSpPr>
          <p:spPr>
            <a:xfrm>
              <a:off x="12580336" y="6015678"/>
              <a:ext cx="759576" cy="592341"/>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99</a:t>
              </a:r>
            </a:p>
            <a:p>
              <a:pPr algn="ctr"/>
              <a:r>
                <a:rPr lang="en-GB" sz="800">
                  <a:solidFill>
                    <a:sysClr val="windowText" lastClr="000000"/>
                  </a:solidFill>
                </a:rPr>
                <a:t>235</a:t>
              </a:r>
            </a:p>
            <a:p>
              <a:pPr algn="ctr"/>
              <a:r>
                <a:rPr lang="en-GB" sz="800">
                  <a:solidFill>
                    <a:sysClr val="windowText" lastClr="000000"/>
                  </a:solidFill>
                </a:rPr>
                <a:t>218</a:t>
              </a:r>
            </a:p>
          </p:txBody>
        </p:sp>
        <p:sp>
          <p:nvSpPr>
            <p:cNvPr id="117" name="Rectangle 116">
              <a:extLst>
                <a:ext uri="{FF2B5EF4-FFF2-40B4-BE49-F238E27FC236}">
                  <a16:creationId xmlns:a16="http://schemas.microsoft.com/office/drawing/2014/main" id="{7004D9F3-522B-4798-8584-5DAEBCA82D69}"/>
                </a:ext>
              </a:extLst>
            </p:cNvPr>
            <p:cNvSpPr/>
            <p:nvPr userDrawn="1"/>
          </p:nvSpPr>
          <p:spPr>
            <a:xfrm>
              <a:off x="7882343" y="5227726"/>
              <a:ext cx="759576" cy="592341"/>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118" name="Rectangle 117">
              <a:extLst>
                <a:ext uri="{FF2B5EF4-FFF2-40B4-BE49-F238E27FC236}">
                  <a16:creationId xmlns:a16="http://schemas.microsoft.com/office/drawing/2014/main" id="{DDFAE922-1756-4DBB-9867-8AF985CB3C58}"/>
                </a:ext>
              </a:extLst>
            </p:cNvPr>
            <p:cNvSpPr/>
            <p:nvPr userDrawn="1"/>
          </p:nvSpPr>
          <p:spPr>
            <a:xfrm>
              <a:off x="11640737" y="6015678"/>
              <a:ext cx="759576" cy="592341"/>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19" name="Rectangle 118">
              <a:extLst>
                <a:ext uri="{FF2B5EF4-FFF2-40B4-BE49-F238E27FC236}">
                  <a16:creationId xmlns:a16="http://schemas.microsoft.com/office/drawing/2014/main" id="{88FF5845-C594-4FAB-AA8F-EA33A333B321}"/>
                </a:ext>
              </a:extLst>
            </p:cNvPr>
            <p:cNvSpPr/>
            <p:nvPr userDrawn="1"/>
          </p:nvSpPr>
          <p:spPr>
            <a:xfrm>
              <a:off x="12580336" y="5227726"/>
              <a:ext cx="759576" cy="592341"/>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120" name="Rectangle 119">
              <a:extLst>
                <a:ext uri="{FF2B5EF4-FFF2-40B4-BE49-F238E27FC236}">
                  <a16:creationId xmlns:a16="http://schemas.microsoft.com/office/drawing/2014/main" id="{BDF8DBD9-3426-4B1A-A0E8-1F5F3DA02FE2}"/>
                </a:ext>
              </a:extLst>
            </p:cNvPr>
            <p:cNvSpPr/>
            <p:nvPr userDrawn="1"/>
          </p:nvSpPr>
          <p:spPr>
            <a:xfrm>
              <a:off x="10701139" y="6015678"/>
              <a:ext cx="759576" cy="592341"/>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p:txBody>
        </p:sp>
        <p:sp>
          <p:nvSpPr>
            <p:cNvPr id="121" name="Rectangle 120">
              <a:extLst>
                <a:ext uri="{FF2B5EF4-FFF2-40B4-BE49-F238E27FC236}">
                  <a16:creationId xmlns:a16="http://schemas.microsoft.com/office/drawing/2014/main" id="{7F2702EE-4E6E-4980-B5D2-9FC76A136BA8}"/>
                </a:ext>
              </a:extLst>
            </p:cNvPr>
            <p:cNvSpPr/>
            <p:nvPr userDrawn="1"/>
          </p:nvSpPr>
          <p:spPr>
            <a:xfrm>
              <a:off x="7882343" y="6015678"/>
              <a:ext cx="759576" cy="592341"/>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grpSp>
    </p:spTree>
    <p:extLst>
      <p:ext uri="{BB962C8B-B14F-4D97-AF65-F5344CB8AC3E}">
        <p14:creationId xmlns:p14="http://schemas.microsoft.com/office/powerpoint/2010/main" val="58266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A blue background with many small dots&#10;&#10;Description automatically generated">
            <a:extLst>
              <a:ext uri="{FF2B5EF4-FFF2-40B4-BE49-F238E27FC236}">
                <a16:creationId xmlns:a16="http://schemas.microsoft.com/office/drawing/2014/main" id="{E349E20F-9313-4293-8F58-5EC79FE8652C}"/>
              </a:ext>
            </a:extLst>
          </p:cNvPr>
          <p:cNvPicPr>
            <a:picLocks noChangeAspect="1"/>
          </p:cNvPicPr>
          <p:nvPr userDrawn="1"/>
        </p:nvPicPr>
        <p:blipFill rotWithShape="1">
          <a:blip r:embed="rId31">
            <a:extLst>
              <a:ext uri="{28A0092B-C50C-407E-A947-70E740481C1C}">
                <a14:useLocalDpi xmlns:a14="http://schemas.microsoft.com/office/drawing/2010/main" val="0"/>
              </a:ext>
            </a:extLst>
          </a:blip>
          <a:srcRect t="92354"/>
          <a:stretch/>
        </p:blipFill>
        <p:spPr>
          <a:xfrm flipH="1">
            <a:off x="0" y="6333652"/>
            <a:ext cx="12192000" cy="524348"/>
          </a:xfrm>
          <a:prstGeom prst="rect">
            <a:avLst/>
          </a:prstGeom>
        </p:spPr>
      </p:pic>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Shape 8"/>
          <p:cNvSpPr txBox="1">
            <a:spLocks/>
          </p:cNvSpPr>
          <p:nvPr userDrawn="1"/>
        </p:nvSpPr>
        <p:spPr>
          <a:xfrm>
            <a:off x="10946607" y="6500922"/>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8" name="TextBox 7">
            <a:extLst>
              <a:ext uri="{C183D7F6-B498-43B3-948B-1728B52AA6E4}">
                <adec:decorative xmlns:adec="http://schemas.microsoft.com/office/drawing/2017/decorative" val="1"/>
              </a:ext>
            </a:extLst>
          </p:cNvPr>
          <p:cNvSpPr txBox="1"/>
          <p:nvPr userDrawn="1"/>
        </p:nvSpPr>
        <p:spPr>
          <a:xfrm>
            <a:off x="1885684" y="6500922"/>
            <a:ext cx="4667513"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2026 KPMG LLP, a Delaware limited liability partnership and a member firm of the KPMG global organization of independent member firms affiliated with KPMG International Limited, a private English company limited by guarantee. All rights reserved. </a:t>
            </a:r>
          </a:p>
        </p:txBody>
      </p:sp>
      <p:sp>
        <p:nvSpPr>
          <p:cNvPr id="4" name="Graphic 8">
            <a:extLst>
              <a:ext uri="{FF2B5EF4-FFF2-40B4-BE49-F238E27FC236}">
                <a16:creationId xmlns:a16="http://schemas.microsoft.com/office/drawing/2014/main" id="{9AC77B96-D96C-4FA2-858B-DEE0A3A7B7B6}"/>
              </a:ext>
            </a:extLst>
          </p:cNvPr>
          <p:cNvSpPr/>
          <p:nvPr/>
        </p:nvSpPr>
        <p:spPr>
          <a:xfrm>
            <a:off x="1003200" y="6500921"/>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6" name="TextBox 5">
            <a:extLst>
              <a:ext uri="{FF2B5EF4-FFF2-40B4-BE49-F238E27FC236}">
                <a16:creationId xmlns:a16="http://schemas.microsoft.com/office/drawing/2014/main" id="{539FD60A-3D83-FC03-546F-E0F543CA3942}"/>
              </a:ext>
            </a:extLst>
          </p:cNvPr>
          <p:cNvSpPr txBox="1"/>
          <p:nvPr userDrawn="1"/>
        </p:nvSpPr>
        <p:spPr>
          <a:xfrm>
            <a:off x="8057551"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35934606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p15:clr>
            <a:srgbClr val="F26B43"/>
          </p15:clr>
        </p15:guide>
        <p15:guide id="2" pos="627">
          <p15:clr>
            <a:srgbClr val="F26B43"/>
          </p15:clr>
        </p15:guide>
        <p15:guide id="3" pos="7055">
          <p15:clr>
            <a:srgbClr val="F26B43"/>
          </p15:clr>
        </p15:guide>
        <p15:guide id="4" orient="horz" pos="838">
          <p15:clr>
            <a:srgbClr val="F26B43"/>
          </p15:clr>
        </p15:guide>
        <p15:guide id="5" orient="horz" pos="612">
          <p15:clr>
            <a:srgbClr val="F26B43"/>
          </p15:clr>
        </p15:guide>
        <p15:guide id="6" orient="horz" pos="27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https://us-nexus.atlassian.net/browse/GEE-61699" TargetMode="External"/><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2" Type="http://schemas.openxmlformats.org/officeDocument/2006/relationships/hyperlink" Target="https://us-nexus.atlassian.net/browse/GEE-61699" TargetMode="Externa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ED2E6-F189-E097-F240-F82A8217E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F165A-06C8-2742-1C86-FCE05735BC09}"/>
              </a:ext>
            </a:extLst>
          </p:cNvPr>
          <p:cNvSpPr>
            <a:spLocks noGrp="1"/>
          </p:cNvSpPr>
          <p:nvPr>
            <p:ph type="ctrTitle"/>
          </p:nvPr>
        </p:nvSpPr>
        <p:spPr>
          <a:xfrm>
            <a:off x="1289859" y="2398601"/>
            <a:ext cx="6446445" cy="2113241"/>
          </a:xfrm>
        </p:spPr>
        <p:txBody>
          <a:bodyPr/>
          <a:lstStyle/>
          <a:p>
            <a:r>
              <a:rPr lang="en-US" sz="4800" dirty="0"/>
              <a:t>API Credential Encryption Tool</a:t>
            </a:r>
          </a:p>
        </p:txBody>
      </p:sp>
      <p:sp>
        <p:nvSpPr>
          <p:cNvPr id="3" name="Text Placeholder 2">
            <a:extLst>
              <a:ext uri="{FF2B5EF4-FFF2-40B4-BE49-F238E27FC236}">
                <a16:creationId xmlns:a16="http://schemas.microsoft.com/office/drawing/2014/main" id="{8F65556F-4085-E034-3825-3EBF10BF05B1}"/>
              </a:ext>
            </a:extLst>
          </p:cNvPr>
          <p:cNvSpPr>
            <a:spLocks noGrp="1"/>
          </p:cNvSpPr>
          <p:nvPr>
            <p:ph type="body" sz="quarter" idx="11"/>
          </p:nvPr>
        </p:nvSpPr>
        <p:spPr>
          <a:xfrm>
            <a:off x="1289860" y="4985095"/>
            <a:ext cx="5252400" cy="569387"/>
          </a:xfrm>
        </p:spPr>
        <p:txBody>
          <a:bodyPr/>
          <a:lstStyle/>
          <a:p>
            <a:r>
              <a:rPr lang="en-US"/>
              <a:t>Developer: Himanshu Gupta</a:t>
            </a:r>
          </a:p>
          <a:p>
            <a:endParaRPr lang="en-US" b="0">
              <a:solidFill>
                <a:srgbClr val="000000"/>
              </a:solidFill>
              <a:latin typeface="Aptos Narrow"/>
            </a:endParaRPr>
          </a:p>
        </p:txBody>
      </p:sp>
      <p:sp>
        <p:nvSpPr>
          <p:cNvPr id="4" name="Text Placeholder 3">
            <a:extLst>
              <a:ext uri="{FF2B5EF4-FFF2-40B4-BE49-F238E27FC236}">
                <a16:creationId xmlns:a16="http://schemas.microsoft.com/office/drawing/2014/main" id="{22FE0117-8B4A-D046-3656-0A14467C2463}"/>
              </a:ext>
            </a:extLst>
          </p:cNvPr>
          <p:cNvSpPr>
            <a:spLocks noGrp="1"/>
          </p:cNvSpPr>
          <p:nvPr>
            <p:ph type="body" sz="quarter" idx="12"/>
          </p:nvPr>
        </p:nvSpPr>
        <p:spPr>
          <a:xfrm>
            <a:off x="1289860" y="1140069"/>
            <a:ext cx="4139390" cy="1015663"/>
          </a:xfrm>
        </p:spPr>
        <p:txBody>
          <a:bodyPr/>
          <a:lstStyle/>
          <a:p>
            <a:pPr lvl="0">
              <a:lnSpc>
                <a:spcPct val="100000"/>
              </a:lnSpc>
              <a:spcAft>
                <a:spcPts val="0"/>
              </a:spcAft>
              <a:defRPr/>
            </a:pPr>
            <a:r>
              <a:rPr lang="en-US" dirty="0">
                <a:hlinkClick r:id="rId2">
                  <a:extLst>
                    <a:ext uri="{A12FA001-AC4F-418D-AE19-62706E023703}">
                      <ahyp:hlinkClr xmlns:ahyp="http://schemas.microsoft.com/office/drawing/2018/hyperlinkcolor" val="tx"/>
                    </a:ext>
                  </a:extLst>
                </a:hlinkClick>
              </a:rPr>
              <a:t>GEE-61699</a:t>
            </a:r>
            <a:endParaRPr lang="en-US" dirty="0"/>
          </a:p>
        </p:txBody>
      </p:sp>
    </p:spTree>
    <p:extLst>
      <p:ext uri="{BB962C8B-B14F-4D97-AF65-F5344CB8AC3E}">
        <p14:creationId xmlns:p14="http://schemas.microsoft.com/office/powerpoint/2010/main" val="1765753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7959F-EF36-56C4-15F9-2A97F1AF5103}"/>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C3DCA1-11CE-3E78-05C3-7D4481E817E5}"/>
              </a:ext>
            </a:extLst>
          </p:cNvPr>
          <p:cNvSpPr>
            <a:spLocks noGrp="1"/>
          </p:cNvSpPr>
          <p:nvPr>
            <p:ph type="body" sz="quarter" idx="10"/>
          </p:nvPr>
        </p:nvSpPr>
        <p:spPr>
          <a:xfrm>
            <a:off x="750948" y="971130"/>
            <a:ext cx="10441679" cy="1315185"/>
          </a:xfrm>
        </p:spPr>
        <p:txBody>
          <a:bodyPr/>
          <a:lstStyle/>
          <a:p>
            <a:r>
              <a:rPr lang="en-US" dirty="0">
                <a:hlinkClick r:id="rId2"/>
              </a:rPr>
              <a:t>GEE-61699 - API Credential Encryption Tool</a:t>
            </a:r>
            <a:endParaRPr lang="en-US" dirty="0"/>
          </a:p>
          <a:p>
            <a:pPr marL="0" lvl="2" indent="0">
              <a:buNone/>
            </a:pPr>
            <a:br>
              <a:rPr lang="en-US" b="1" dirty="0"/>
            </a:br>
            <a:r>
              <a:rPr lang="en-US" b="1" dirty="0"/>
              <a:t>Description</a:t>
            </a:r>
            <a:br>
              <a:rPr lang="en-US" dirty="0"/>
            </a:br>
            <a:r>
              <a:rPr lang="en-US" dirty="0"/>
              <a:t>As the technical product manager, I want an API credential encryption tool developed, so that it can be used to generate encrypted Marketing Cloud API credentials and manage the creation and update of client secrets. Salesforce has recently enforced a 180-day expiration for client secrets.</a:t>
            </a:r>
          </a:p>
          <a:p>
            <a:pPr marL="0" lvl="2" indent="0">
              <a:buNone/>
            </a:pPr>
            <a:endParaRPr lang="en-US" dirty="0"/>
          </a:p>
          <a:p>
            <a:pPr marL="0" lvl="2" indent="0">
              <a:buNone/>
            </a:pPr>
            <a:endParaRPr lang="en-GB" dirty="0"/>
          </a:p>
        </p:txBody>
      </p:sp>
      <p:sp>
        <p:nvSpPr>
          <p:cNvPr id="10" name="Title 9">
            <a:extLst>
              <a:ext uri="{FF2B5EF4-FFF2-40B4-BE49-F238E27FC236}">
                <a16:creationId xmlns:a16="http://schemas.microsoft.com/office/drawing/2014/main" id="{BE191ADE-590A-D274-BA06-680283B594FE}"/>
              </a:ext>
            </a:extLst>
          </p:cNvPr>
          <p:cNvSpPr>
            <a:spLocks noGrp="1"/>
          </p:cNvSpPr>
          <p:nvPr>
            <p:ph type="title"/>
          </p:nvPr>
        </p:nvSpPr>
        <p:spPr>
          <a:xfrm>
            <a:off x="750948" y="237901"/>
            <a:ext cx="10204450" cy="533400"/>
          </a:xfrm>
        </p:spPr>
        <p:txBody>
          <a:bodyPr/>
          <a:lstStyle/>
          <a:p>
            <a:r>
              <a:rPr lang="en-GB" dirty="0"/>
              <a:t>Overview</a:t>
            </a:r>
          </a:p>
        </p:txBody>
      </p:sp>
      <p:sp>
        <p:nvSpPr>
          <p:cNvPr id="2" name="Title 9">
            <a:extLst>
              <a:ext uri="{FF2B5EF4-FFF2-40B4-BE49-F238E27FC236}">
                <a16:creationId xmlns:a16="http://schemas.microsoft.com/office/drawing/2014/main" id="{E5E16049-722B-FE56-3FF9-05FC501BE2F2}"/>
              </a:ext>
            </a:extLst>
          </p:cNvPr>
          <p:cNvSpPr txBox="1">
            <a:spLocks/>
          </p:cNvSpPr>
          <p:nvPr/>
        </p:nvSpPr>
        <p:spPr>
          <a:xfrm>
            <a:off x="750948" y="3351457"/>
            <a:ext cx="10204450" cy="5334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pPr marL="0" marR="0" lvl="0" indent="0" algn="l" defTabSz="914400" rtl="0" eaLnBrk="1" fontAlgn="auto" latinLnBrk="0" hangingPunct="1">
              <a:lnSpc>
                <a:spcPct val="7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338D"/>
                </a:solidFill>
                <a:effectLst/>
                <a:uLnTx/>
                <a:uFillTx/>
                <a:latin typeface="KPMG Bold"/>
                <a:ea typeface="+mj-ea"/>
                <a:cs typeface="+mj-cs"/>
              </a:rPr>
              <a:t>Marketing Cloud Updates​</a:t>
            </a:r>
            <a:endParaRPr kumimoji="0" lang="en-GB" sz="4400" b="0" i="0" u="none" strike="noStrike" kern="1200" cap="none" spc="0" normalizeH="0" baseline="0" noProof="0" dirty="0">
              <a:ln>
                <a:noFill/>
              </a:ln>
              <a:solidFill>
                <a:srgbClr val="00338D"/>
              </a:solidFill>
              <a:effectLst/>
              <a:uLnTx/>
              <a:uFillTx/>
              <a:latin typeface="KPMG Bold"/>
              <a:ea typeface="+mj-ea"/>
              <a:cs typeface="+mj-cs"/>
            </a:endParaRPr>
          </a:p>
        </p:txBody>
      </p:sp>
      <p:sp>
        <p:nvSpPr>
          <p:cNvPr id="3" name="Text Placeholder 11">
            <a:extLst>
              <a:ext uri="{FF2B5EF4-FFF2-40B4-BE49-F238E27FC236}">
                <a16:creationId xmlns:a16="http://schemas.microsoft.com/office/drawing/2014/main" id="{C4771618-FEC4-D742-2C6C-87D6E5E162B6}"/>
              </a:ext>
            </a:extLst>
          </p:cNvPr>
          <p:cNvSpPr txBox="1">
            <a:spLocks/>
          </p:cNvSpPr>
          <p:nvPr/>
        </p:nvSpPr>
        <p:spPr>
          <a:xfrm>
            <a:off x="995364" y="2822601"/>
            <a:ext cx="10168509" cy="3183718"/>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83210" marR="0" lvl="0" indent="-283210" algn="just" defTabSz="914400" rtl="0" eaLnBrk="1" fontAlgn="auto" latinLnBrk="0" hangingPunct="1">
              <a:lnSpc>
                <a:spcPct val="100000"/>
              </a:lnSpc>
              <a:spcBef>
                <a:spcPts val="0"/>
              </a:spcBef>
              <a:spcAft>
                <a:spcPts val="600"/>
              </a:spcAft>
              <a:buClrTx/>
              <a:buSzTx/>
              <a:buFontTx/>
              <a:buNone/>
              <a:tabLst/>
              <a:defRPr/>
            </a:pPr>
            <a:endParaRPr kumimoji="0" lang="en-US" sz="1600" b="1" i="0" u="none" strike="noStrike" kern="1200" cap="none" spc="0" normalizeH="0" baseline="0" noProof="0">
              <a:ln>
                <a:noFill/>
              </a:ln>
              <a:solidFill>
                <a:srgbClr val="00338D"/>
              </a:solidFill>
              <a:effectLst/>
              <a:uLnTx/>
              <a:uFillTx/>
              <a:latin typeface="Arial"/>
              <a:ea typeface="+mn-ea"/>
              <a:cs typeface="Arial"/>
            </a:endParaRPr>
          </a:p>
        </p:txBody>
      </p:sp>
      <p:sp>
        <p:nvSpPr>
          <p:cNvPr id="8" name="Rectangle 7">
            <a:extLst>
              <a:ext uri="{FF2B5EF4-FFF2-40B4-BE49-F238E27FC236}">
                <a16:creationId xmlns:a16="http://schemas.microsoft.com/office/drawing/2014/main" id="{D3EA6280-20BB-7B21-9E6C-48F5380DC354}"/>
              </a:ext>
            </a:extLst>
          </p:cNvPr>
          <p:cNvSpPr>
            <a:spLocks noChangeArrowheads="1"/>
          </p:cNvSpPr>
          <p:nvPr/>
        </p:nvSpPr>
        <p:spPr bwMode="auto">
          <a:xfrm>
            <a:off x="776654" y="615332"/>
            <a:ext cx="668639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1" i="0" u="none" strike="noStrike" kern="1200" cap="none" spc="0" normalizeH="0" baseline="0" noProof="0">
              <a:ln>
                <a:noFill/>
              </a:ln>
              <a:solidFill>
                <a:srgbClr val="292A2E"/>
              </a:solidFill>
              <a:effectLst/>
              <a:uLnTx/>
              <a:uFillTx/>
              <a:latin typeface="Arial"/>
              <a:ea typeface="+mn-ea"/>
              <a:cs typeface="+mn-cs"/>
            </a:endParaRPr>
          </a:p>
        </p:txBody>
      </p:sp>
      <p:sp>
        <p:nvSpPr>
          <p:cNvPr id="4" name="Text Placeholder 11">
            <a:extLst>
              <a:ext uri="{FF2B5EF4-FFF2-40B4-BE49-F238E27FC236}">
                <a16:creationId xmlns:a16="http://schemas.microsoft.com/office/drawing/2014/main" id="{D4B0A1A0-0F4F-1BB9-0166-5251B397D04B}"/>
              </a:ext>
            </a:extLst>
          </p:cNvPr>
          <p:cNvSpPr txBox="1">
            <a:spLocks/>
          </p:cNvSpPr>
          <p:nvPr/>
        </p:nvSpPr>
        <p:spPr>
          <a:xfrm>
            <a:off x="722194" y="4106319"/>
            <a:ext cx="10441679" cy="190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a:ea typeface="+mn-ea"/>
                <a:cs typeface="Arial"/>
              </a:rPr>
              <a:t>Data Extension: </a:t>
            </a:r>
            <a:r>
              <a:rPr kumimoji="0" lang="en-US" sz="1600" b="0" i="0" u="none" strike="noStrike" kern="1200" cap="none" spc="0" normalizeH="0" baseline="0" noProof="0" dirty="0" err="1">
                <a:ln>
                  <a:noFill/>
                </a:ln>
                <a:solidFill>
                  <a:srgbClr val="000000"/>
                </a:solidFill>
                <a:effectLst/>
                <a:uLnTx/>
                <a:uFillTx/>
                <a:latin typeface="Arial"/>
                <a:ea typeface="+mn-ea"/>
                <a:cs typeface="+mn-cs"/>
              </a:rPr>
              <a:t>API_Details</a:t>
            </a:r>
            <a:r>
              <a:rPr kumimoji="0" lang="en-US" sz="1600" b="0" i="0" u="none" strike="noStrike" kern="1200" cap="none" spc="0" normalizeH="0" baseline="0" noProof="0" dirty="0">
                <a:ln>
                  <a:noFill/>
                </a:ln>
                <a:solidFill>
                  <a:srgbClr val="000000"/>
                </a:solidFill>
                <a:effectLst/>
                <a:uLnTx/>
                <a:uFillTx/>
                <a:latin typeface="Arial"/>
                <a:ea typeface="+mn-ea"/>
                <a:cs typeface="+mn-cs"/>
              </a:rPr>
              <a:t> (Existing)</a:t>
            </a:r>
          </a:p>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a:ea typeface="+mn-ea"/>
                <a:cs typeface="Arial"/>
              </a:rPr>
              <a:t>Data Extension: </a:t>
            </a:r>
            <a:r>
              <a:rPr kumimoji="0" lang="en-US" sz="1600" b="0" i="0" u="none" strike="noStrike" kern="1200" cap="none" spc="0" normalizeH="0" baseline="0" noProof="0" dirty="0" err="1">
                <a:ln>
                  <a:noFill/>
                </a:ln>
                <a:solidFill>
                  <a:srgbClr val="000000"/>
                </a:solidFill>
                <a:effectLst/>
                <a:uLnTx/>
                <a:uFillTx/>
                <a:latin typeface="Arial"/>
                <a:ea typeface="+mn-ea"/>
                <a:cs typeface="+mn-cs"/>
              </a:rPr>
              <a:t>API_Credential_Audit_Log</a:t>
            </a:r>
            <a:r>
              <a:rPr kumimoji="0" lang="en-US" sz="1600" b="0" i="0" u="none" strike="noStrike" kern="1200" cap="none" spc="0" normalizeH="0" baseline="0" noProof="0" dirty="0">
                <a:ln>
                  <a:noFill/>
                </a:ln>
                <a:solidFill>
                  <a:srgbClr val="000000"/>
                </a:solidFill>
                <a:effectLst/>
                <a:uLnTx/>
                <a:uFillTx/>
                <a:latin typeface="Arial"/>
                <a:ea typeface="+mn-ea"/>
                <a:cs typeface="+mn-cs"/>
              </a:rPr>
              <a:t> (New)</a:t>
            </a:r>
          </a:p>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err="1">
                <a:ln>
                  <a:noFill/>
                </a:ln>
                <a:solidFill>
                  <a:srgbClr val="000000"/>
                </a:solidFill>
                <a:effectLst/>
                <a:uLnTx/>
                <a:uFillTx/>
                <a:latin typeface="Arial"/>
                <a:ea typeface="+mn-ea"/>
                <a:cs typeface="Arial"/>
              </a:rPr>
              <a:t>CloudPage</a:t>
            </a:r>
            <a:r>
              <a:rPr kumimoji="0" lang="en-US" sz="1600" b="1" i="0" u="none" strike="noStrike" kern="1200" cap="none" spc="0" normalizeH="0" baseline="0" noProof="0" dirty="0">
                <a:ln>
                  <a:noFill/>
                </a:ln>
                <a:solidFill>
                  <a:srgbClr val="000000"/>
                </a:solidFill>
                <a:effectLst/>
                <a:uLnTx/>
                <a:uFillTx/>
                <a:latin typeface="Arial"/>
                <a:ea typeface="+mn-ea"/>
                <a:cs typeface="Arial"/>
              </a:rPr>
              <a:t>: </a:t>
            </a:r>
            <a:r>
              <a:rPr kumimoji="0" lang="en-US" sz="1600" b="0" i="0" u="none" strike="noStrike" kern="1200" cap="none" spc="0" normalizeH="0" baseline="0" noProof="0" dirty="0">
                <a:ln>
                  <a:noFill/>
                </a:ln>
                <a:solidFill>
                  <a:srgbClr val="000000"/>
                </a:solidFill>
                <a:effectLst/>
                <a:uLnTx/>
                <a:uFillTx/>
                <a:latin typeface="Arial"/>
                <a:ea typeface="+mn-ea"/>
                <a:cs typeface="+mn-cs"/>
              </a:rPr>
              <a:t>API Credential Encryption Tool (New)</a:t>
            </a:r>
          </a:p>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Access is gated by requiring the user to sign in with a verified Marketing Cloud (OAuth) session before any Add/Update action is processed — and the authenticated email address is recorded against every change.</a:t>
            </a:r>
          </a:p>
        </p:txBody>
      </p:sp>
    </p:spTree>
    <p:extLst>
      <p:ext uri="{BB962C8B-B14F-4D97-AF65-F5344CB8AC3E}">
        <p14:creationId xmlns:p14="http://schemas.microsoft.com/office/powerpoint/2010/main" val="3975372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B1236-072C-00F0-6692-FAFA8CEB198D}"/>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705FFB59-31BB-7DCB-3262-0BE7BB044C9B}"/>
              </a:ext>
            </a:extLst>
          </p:cNvPr>
          <p:cNvSpPr>
            <a:spLocks noGrp="1"/>
          </p:cNvSpPr>
          <p:nvPr>
            <p:ph type="title"/>
          </p:nvPr>
        </p:nvSpPr>
        <p:spPr>
          <a:xfrm>
            <a:off x="881633" y="295323"/>
            <a:ext cx="10932331" cy="578892"/>
          </a:xfrm>
        </p:spPr>
        <p:txBody>
          <a:bodyPr/>
          <a:lstStyle/>
          <a:p>
            <a:r>
              <a:rPr lang="en-GB" dirty="0"/>
              <a:t>Data Extension: </a:t>
            </a:r>
            <a:r>
              <a:rPr lang="en-GB" dirty="0" err="1"/>
              <a:t>API_Details</a:t>
            </a:r>
            <a:endParaRPr lang="en-GB" dirty="0"/>
          </a:p>
        </p:txBody>
      </p:sp>
      <p:sp>
        <p:nvSpPr>
          <p:cNvPr id="6" name="TextBox 5">
            <a:extLst>
              <a:ext uri="{FF2B5EF4-FFF2-40B4-BE49-F238E27FC236}">
                <a16:creationId xmlns:a16="http://schemas.microsoft.com/office/drawing/2014/main" id="{D4FADE62-D370-98C1-DE28-5E65E651D0C2}"/>
              </a:ext>
            </a:extLst>
          </p:cNvPr>
          <p:cNvSpPr txBox="1"/>
          <p:nvPr/>
        </p:nvSpPr>
        <p:spPr>
          <a:xfrm>
            <a:off x="881633" y="874215"/>
            <a:ext cx="10472830" cy="755374"/>
          </a:xfrm>
          <a:prstGeom prst="rect">
            <a:avLst/>
          </a:prstGeom>
        </p:spPr>
        <p:txBody>
          <a:bodyPr vert="horz" wrap="non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500" b="1" i="0" u="none" strike="noStrike" kern="1200" cap="none" spc="0" normalizeH="0" baseline="0" noProof="0">
              <a:ln>
                <a:noFill/>
              </a:ln>
              <a:solidFill>
                <a:srgbClr val="00338D"/>
              </a:solidFill>
              <a:effectLst/>
              <a:uLnTx/>
              <a:uFillTx/>
              <a:latin typeface="Arial"/>
              <a:ea typeface="+mn-ea"/>
              <a:cs typeface="+mn-cs"/>
            </a:endParaRPr>
          </a:p>
        </p:txBody>
      </p:sp>
      <p:sp>
        <p:nvSpPr>
          <p:cNvPr id="7" name="TextBox 6">
            <a:extLst>
              <a:ext uri="{FF2B5EF4-FFF2-40B4-BE49-F238E27FC236}">
                <a16:creationId xmlns:a16="http://schemas.microsoft.com/office/drawing/2014/main" id="{FC8B1A9A-9777-37BA-D6BD-545A051B4E44}"/>
              </a:ext>
            </a:extLst>
          </p:cNvPr>
          <p:cNvSpPr txBox="1"/>
          <p:nvPr/>
        </p:nvSpPr>
        <p:spPr>
          <a:xfrm>
            <a:off x="741828" y="1009816"/>
            <a:ext cx="10831831" cy="619773"/>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Arial"/>
                <a:ea typeface="+mn-ea"/>
                <a:cs typeface="+mn-cs"/>
              </a:rPr>
              <a:t>This existing Data Extension already stores one encrypted row per Marketing Cloud installed package. It has been extended so this tool can look up, insert, and update rows for the packages it manages, in addition to the packages already using it.</a:t>
            </a: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p:txBody>
      </p:sp>
      <p:pic>
        <p:nvPicPr>
          <p:cNvPr id="11" name="Picture 10" descr="11_de_apidetails_attrs.png"/>
          <p:cNvPicPr>
            <a:picLocks noChangeAspect="1"/>
          </p:cNvPicPr>
          <p:nvPr/>
        </p:nvPicPr>
        <p:blipFill>
          <a:blip r:embed="rId2"/>
          <a:stretch>
            <a:fillRect/>
          </a:stretch>
        </p:blipFill>
        <p:spPr>
          <a:xfrm>
            <a:off x="1005120" y="1930870"/>
            <a:ext cx="10305245" cy="3917314"/>
          </a:xfrm>
          <a:prstGeom prst="rect">
            <a:avLst/>
          </a:prstGeom>
          <a:ln>
            <a:solidFill>
              <a:schemeClr val="tx1"/>
            </a:solidFill>
          </a:ln>
        </p:spPr>
      </p:pic>
    </p:spTree>
    <p:extLst>
      <p:ext uri="{BB962C8B-B14F-4D97-AF65-F5344CB8AC3E}">
        <p14:creationId xmlns:p14="http://schemas.microsoft.com/office/powerpoint/2010/main" val="1274898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B1236-072C-00F0-6692-FAFA8CEB198D}"/>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705FFB59-31BB-7DCB-3262-0BE7BB044C9B}"/>
              </a:ext>
            </a:extLst>
          </p:cNvPr>
          <p:cNvSpPr>
            <a:spLocks noGrp="1"/>
          </p:cNvSpPr>
          <p:nvPr>
            <p:ph type="title"/>
          </p:nvPr>
        </p:nvSpPr>
        <p:spPr>
          <a:xfrm>
            <a:off x="881633" y="295323"/>
            <a:ext cx="10932331" cy="578892"/>
          </a:xfrm>
        </p:spPr>
        <p:txBody>
          <a:bodyPr/>
          <a:lstStyle/>
          <a:p>
            <a:r>
              <a:rPr lang="en-GB" dirty="0"/>
              <a:t>Data Extension: </a:t>
            </a:r>
            <a:r>
              <a:rPr lang="en-GB" dirty="0" err="1"/>
              <a:t>API_Credential_Audit_Log</a:t>
            </a:r>
            <a:endParaRPr lang="en-GB" dirty="0"/>
          </a:p>
        </p:txBody>
      </p:sp>
      <p:sp>
        <p:nvSpPr>
          <p:cNvPr id="6" name="TextBox 5">
            <a:extLst>
              <a:ext uri="{FF2B5EF4-FFF2-40B4-BE49-F238E27FC236}">
                <a16:creationId xmlns:a16="http://schemas.microsoft.com/office/drawing/2014/main" id="{D4FADE62-D370-98C1-DE28-5E65E651D0C2}"/>
              </a:ext>
            </a:extLst>
          </p:cNvPr>
          <p:cNvSpPr txBox="1"/>
          <p:nvPr/>
        </p:nvSpPr>
        <p:spPr>
          <a:xfrm>
            <a:off x="881633" y="874215"/>
            <a:ext cx="10472830" cy="755374"/>
          </a:xfrm>
          <a:prstGeom prst="rect">
            <a:avLst/>
          </a:prstGeom>
        </p:spPr>
        <p:txBody>
          <a:bodyPr vert="horz" wrap="non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500" b="1" i="0" u="none" strike="noStrike" kern="1200" cap="none" spc="0" normalizeH="0" baseline="0" noProof="0">
              <a:ln>
                <a:noFill/>
              </a:ln>
              <a:solidFill>
                <a:srgbClr val="00338D"/>
              </a:solidFill>
              <a:effectLst/>
              <a:uLnTx/>
              <a:uFillTx/>
              <a:latin typeface="Arial"/>
              <a:ea typeface="+mn-ea"/>
              <a:cs typeface="+mn-cs"/>
            </a:endParaRPr>
          </a:p>
        </p:txBody>
      </p:sp>
      <p:sp>
        <p:nvSpPr>
          <p:cNvPr id="7" name="TextBox 6">
            <a:extLst>
              <a:ext uri="{FF2B5EF4-FFF2-40B4-BE49-F238E27FC236}">
                <a16:creationId xmlns:a16="http://schemas.microsoft.com/office/drawing/2014/main" id="{FC8B1A9A-9777-37BA-D6BD-545A051B4E44}"/>
              </a:ext>
            </a:extLst>
          </p:cNvPr>
          <p:cNvSpPr txBox="1"/>
          <p:nvPr/>
        </p:nvSpPr>
        <p:spPr>
          <a:xfrm>
            <a:off x="881633" y="960135"/>
            <a:ext cx="10831831" cy="619773"/>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Arial"/>
                <a:ea typeface="+mn-ea"/>
                <a:cs typeface="+mn-cs"/>
              </a:rPr>
              <a:t>This new Data Extension is used to capture a permanent record of every Create, Update, Access Denied, and Error event raised by the API Credential Encryption Tool </a:t>
            </a:r>
            <a:r>
              <a:rPr kumimoji="0" lang="en-IN" sz="1600" b="0" i="0" u="none" strike="noStrike" kern="1200" cap="none" spc="0" normalizeH="0" baseline="0" noProof="0" dirty="0" err="1">
                <a:ln>
                  <a:noFill/>
                </a:ln>
                <a:solidFill>
                  <a:srgbClr val="000000"/>
                </a:solidFill>
                <a:effectLst/>
                <a:uLnTx/>
                <a:uFillTx/>
                <a:latin typeface="Arial"/>
                <a:ea typeface="+mn-ea"/>
                <a:cs typeface="+mn-cs"/>
              </a:rPr>
              <a:t>CloudPage</a:t>
            </a:r>
            <a:r>
              <a:rPr kumimoji="0" lang="en-IN" sz="1600" b="0" i="0" u="none" strike="noStrike" kern="1200" cap="none" spc="0" normalizeH="0" baseline="0" noProof="0" dirty="0">
                <a:ln>
                  <a:noFill/>
                </a:ln>
                <a:solidFill>
                  <a:srgbClr val="000000"/>
                </a:solidFill>
                <a:effectLst/>
                <a:uLnTx/>
                <a:uFillTx/>
                <a:latin typeface="Arial"/>
                <a:ea typeface="+mn-ea"/>
                <a:cs typeface="+mn-cs"/>
              </a:rPr>
              <a:t>.</a:t>
            </a: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p:txBody>
      </p:sp>
      <p:pic>
        <p:nvPicPr>
          <p:cNvPr id="11" name="Picture 10" descr="12_de_auditlog_attrs.png"/>
          <p:cNvPicPr>
            <a:picLocks noChangeAspect="1"/>
          </p:cNvPicPr>
          <p:nvPr/>
        </p:nvPicPr>
        <p:blipFill>
          <a:blip r:embed="rId2"/>
          <a:stretch>
            <a:fillRect/>
          </a:stretch>
        </p:blipFill>
        <p:spPr>
          <a:xfrm>
            <a:off x="1011240" y="1715509"/>
            <a:ext cx="10213615" cy="4072352"/>
          </a:xfrm>
          <a:prstGeom prst="rect">
            <a:avLst/>
          </a:prstGeom>
          <a:ln>
            <a:solidFill>
              <a:schemeClr val="tx1"/>
            </a:solidFill>
          </a:ln>
        </p:spPr>
      </p:pic>
    </p:spTree>
    <p:extLst>
      <p:ext uri="{BB962C8B-B14F-4D97-AF65-F5344CB8AC3E}">
        <p14:creationId xmlns:p14="http://schemas.microsoft.com/office/powerpoint/2010/main" val="1274898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1E9F0-6B35-D807-046F-B442A8970EA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B33E78B-C790-738F-DE7B-6E6E128B1D18}"/>
              </a:ext>
            </a:extLst>
          </p:cNvPr>
          <p:cNvSpPr>
            <a:spLocks noGrp="1"/>
          </p:cNvSpPr>
          <p:nvPr>
            <p:ph type="title"/>
          </p:nvPr>
        </p:nvSpPr>
        <p:spPr>
          <a:xfrm>
            <a:off x="881633" y="295323"/>
            <a:ext cx="10932331" cy="578892"/>
          </a:xfrm>
        </p:spPr>
        <p:txBody>
          <a:bodyPr/>
          <a:lstStyle/>
          <a:p>
            <a:r>
              <a:rPr lang="en-GB" dirty="0"/>
              <a:t>Cloud Page: API Credential Encryption Tool — Authentication &amp; Access Control</a:t>
            </a:r>
          </a:p>
        </p:txBody>
      </p:sp>
      <p:sp>
        <p:nvSpPr>
          <p:cNvPr id="6" name="TextBox 5">
            <a:extLst>
              <a:ext uri="{FF2B5EF4-FFF2-40B4-BE49-F238E27FC236}">
                <a16:creationId xmlns:a16="http://schemas.microsoft.com/office/drawing/2014/main" id="{0D945DA9-0747-C335-BFFD-9C2D4F8B8378}"/>
              </a:ext>
            </a:extLst>
          </p:cNvPr>
          <p:cNvSpPr txBox="1"/>
          <p:nvPr/>
        </p:nvSpPr>
        <p:spPr>
          <a:xfrm>
            <a:off x="881633" y="874215"/>
            <a:ext cx="10472830" cy="755374"/>
          </a:xfrm>
          <a:prstGeom prst="rect">
            <a:avLst/>
          </a:prstGeom>
        </p:spPr>
        <p:txBody>
          <a:bodyPr vert="horz" wrap="non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500" b="1" i="0" u="none" strike="noStrike" kern="1200" cap="none" spc="0" normalizeH="0" baseline="0" noProof="0">
              <a:ln>
                <a:noFill/>
              </a:ln>
              <a:solidFill>
                <a:srgbClr val="00338D"/>
              </a:solidFill>
              <a:effectLst/>
              <a:uLnTx/>
              <a:uFillTx/>
              <a:latin typeface="Arial"/>
              <a:ea typeface="+mn-ea"/>
              <a:cs typeface="+mn-cs"/>
            </a:endParaRPr>
          </a:p>
        </p:txBody>
      </p:sp>
      <p:sp>
        <p:nvSpPr>
          <p:cNvPr id="7" name="TextBox 6">
            <a:extLst>
              <a:ext uri="{FF2B5EF4-FFF2-40B4-BE49-F238E27FC236}">
                <a16:creationId xmlns:a16="http://schemas.microsoft.com/office/drawing/2014/main" id="{853BD159-8D26-0B11-1F21-24E3B721A9B5}"/>
              </a:ext>
            </a:extLst>
          </p:cNvPr>
          <p:cNvSpPr txBox="1"/>
          <p:nvPr/>
        </p:nvSpPr>
        <p:spPr>
          <a:xfrm>
            <a:off x="881633" y="1538011"/>
            <a:ext cx="10091167" cy="619773"/>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a:ea typeface="+mn-ea"/>
                <a:cs typeface="+mn-cs"/>
              </a:rPr>
              <a:t>Before any Add or Update action can be processed, the </a:t>
            </a:r>
            <a:r>
              <a:rPr kumimoji="0" lang="en-US" sz="1500" b="0" i="0" u="none" strike="noStrike" kern="1200" cap="none" spc="0" normalizeH="0" baseline="0" noProof="0" dirty="0" err="1">
                <a:ln>
                  <a:noFill/>
                </a:ln>
                <a:solidFill>
                  <a:srgbClr val="000000"/>
                </a:solidFill>
                <a:effectLst/>
                <a:uLnTx/>
                <a:uFillTx/>
                <a:latin typeface="Arial"/>
                <a:ea typeface="+mn-ea"/>
                <a:cs typeface="+mn-cs"/>
              </a:rPr>
              <a:t>CloudPage</a:t>
            </a:r>
            <a:r>
              <a:rPr kumimoji="0" lang="en-US" sz="1500" b="0" i="0" u="none" strike="noStrike" kern="1200" cap="none" spc="0" normalizeH="0" baseline="0" noProof="0" dirty="0">
                <a:ln>
                  <a:noFill/>
                </a:ln>
                <a:solidFill>
                  <a:srgbClr val="000000"/>
                </a:solidFill>
                <a:effectLst/>
                <a:uLnTx/>
                <a:uFillTx/>
                <a:latin typeface="Arial"/>
                <a:ea typeface="+mn-ea"/>
                <a:cs typeface="+mn-cs"/>
              </a:rPr>
              <a:t> enforces the following Marketing Cloud OAuth gate: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a:ea typeface="+mn-ea"/>
                <a:cs typeface="+mn-cs"/>
              </a:rPr>
              <a:t>• Every request must present a valid, AES-encrypted session key minted for this page load and good for a fixed 60-minute window; anything else forces the OAuth flow.</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a:ea typeface="+mn-ea"/>
                <a:cs typeface="+mn-cs"/>
              </a:rPr>
              <a:t>• A one-time authorization code is exchanged with Marketing Cloud's /v2/token endpoint using this tool's own installed package, whose Client Id and Client Secret are themselves stored encrypted in </a:t>
            </a:r>
            <a:r>
              <a:rPr kumimoji="0" lang="en-US" sz="1500" b="0" i="0" u="none" strike="noStrike" kern="1200" cap="none" spc="0" normalizeH="0" baseline="0" noProof="0" dirty="0" err="1">
                <a:ln>
                  <a:noFill/>
                </a:ln>
                <a:solidFill>
                  <a:srgbClr val="000000"/>
                </a:solidFill>
                <a:effectLst/>
                <a:uLnTx/>
                <a:uFillTx/>
                <a:latin typeface="Arial"/>
                <a:ea typeface="+mn-ea"/>
                <a:cs typeface="+mn-cs"/>
              </a:rPr>
              <a:t>API_Details</a:t>
            </a:r>
            <a:r>
              <a:rPr kumimoji="0" lang="en-US" sz="1500" b="0" i="0" u="none" strike="noStrike" kern="1200" cap="none" spc="0" normalizeH="0" baseline="0" noProof="0" dirty="0">
                <a:ln>
                  <a:noFill/>
                </a:ln>
                <a:solidFill>
                  <a:srgbClr val="000000"/>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a:ea typeface="+mn-ea"/>
                <a:cs typeface="+mn-cs"/>
              </a:rPr>
              <a:t>• The authenticated user's email is read from /v2/</a:t>
            </a:r>
            <a:r>
              <a:rPr kumimoji="0" lang="en-US" sz="1500" b="0" i="0" u="none" strike="noStrike" kern="1200" cap="none" spc="0" normalizeH="0" baseline="0" noProof="0" dirty="0" err="1">
                <a:ln>
                  <a:noFill/>
                </a:ln>
                <a:solidFill>
                  <a:srgbClr val="000000"/>
                </a:solidFill>
                <a:effectLst/>
                <a:uLnTx/>
                <a:uFillTx/>
                <a:latin typeface="Arial"/>
                <a:ea typeface="+mn-ea"/>
                <a:cs typeface="+mn-cs"/>
              </a:rPr>
              <a:t>userinfo</a:t>
            </a:r>
            <a:r>
              <a:rPr kumimoji="0" lang="en-US" sz="1500" b="0" i="0" u="none" strike="noStrike" kern="1200" cap="none" spc="0" normalizeH="0" baseline="0" noProof="0" dirty="0">
                <a:ln>
                  <a:noFill/>
                </a:ln>
                <a:solidFill>
                  <a:srgbClr val="000000"/>
                </a:solidFill>
                <a:effectLst/>
                <a:uLnTx/>
                <a:uFillTx/>
                <a:latin typeface="Arial"/>
                <a:ea typeface="+mn-ea"/>
                <a:cs typeface="+mn-cs"/>
              </a:rPr>
              <a:t> and used to pre-fill the “Signed in as” identity shown on every screen and recorded against every change.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a:ea typeface="+mn-ea"/>
                <a:cs typeface="+mn-cs"/>
              </a:rPr>
              <a:t>• If the visitor is signed into a different Business Unit, an interstitial notice tells them to switch before continuing, instead of Marketing Cloud's own </a:t>
            </a:r>
            <a:r>
              <a:rPr kumimoji="0" lang="en-US" sz="1500" b="0" i="0" u="none" strike="noStrike" kern="1200" cap="none" spc="0" normalizeH="0" baseline="0" noProof="0" dirty="0" err="1">
                <a:ln>
                  <a:noFill/>
                </a:ln>
                <a:solidFill>
                  <a:srgbClr val="000000"/>
                </a:solidFill>
                <a:effectLst/>
                <a:uLnTx/>
                <a:uFillTx/>
                <a:latin typeface="Arial"/>
                <a:ea typeface="+mn-ea"/>
                <a:cs typeface="+mn-cs"/>
              </a:rPr>
              <a:t>unstyled</a:t>
            </a:r>
            <a:r>
              <a:rPr kumimoji="0" lang="en-US" sz="1500" b="0" i="0" u="none" strike="noStrike" kern="1200" cap="none" spc="0" normalizeH="0" baseline="0" noProof="0" dirty="0">
                <a:ln>
                  <a:noFill/>
                </a:ln>
                <a:solidFill>
                  <a:srgbClr val="000000"/>
                </a:solidFill>
                <a:effectLst/>
                <a:uLnTx/>
                <a:uFillTx/>
                <a:latin typeface="Arial"/>
                <a:ea typeface="+mn-ea"/>
                <a:cs typeface="+mn-cs"/>
              </a:rPr>
              <a:t> access-denied page.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a:ea typeface="+mn-ea"/>
                <a:cs typeface="+mn-cs"/>
              </a:rPr>
              <a:t>• Any Verify or Save request that reaches the page logic without a proven session is rejected and logged to </a:t>
            </a:r>
            <a:r>
              <a:rPr kumimoji="0" lang="en-US" sz="1500" b="0" i="0" u="none" strike="noStrike" kern="1200" cap="none" spc="0" normalizeH="0" baseline="0" noProof="0" dirty="0" err="1">
                <a:ln>
                  <a:noFill/>
                </a:ln>
                <a:solidFill>
                  <a:srgbClr val="000000"/>
                </a:solidFill>
                <a:effectLst/>
                <a:uLnTx/>
                <a:uFillTx/>
                <a:latin typeface="Arial"/>
                <a:ea typeface="+mn-ea"/>
                <a:cs typeface="+mn-cs"/>
              </a:rPr>
              <a:t>API_Credential_Audit_Log</a:t>
            </a:r>
            <a:r>
              <a:rPr kumimoji="0" lang="en-US" sz="1500" b="0" i="0" u="none" strike="noStrike" kern="1200" cap="none" spc="0" normalizeH="0" baseline="0" noProof="0" dirty="0">
                <a:ln>
                  <a:noFill/>
                </a:ln>
                <a:solidFill>
                  <a:srgbClr val="000000"/>
                </a:solidFill>
                <a:effectLst/>
                <a:uLnTx/>
                <a:uFillTx/>
                <a:latin typeface="Arial"/>
                <a:ea typeface="+mn-ea"/>
                <a:cs typeface="+mn-cs"/>
              </a:rPr>
              <a:t> as an “Access Denied” event.</a:t>
            </a:r>
          </a:p>
        </p:txBody>
      </p:sp>
    </p:spTree>
    <p:extLst>
      <p:ext uri="{BB962C8B-B14F-4D97-AF65-F5344CB8AC3E}">
        <p14:creationId xmlns:p14="http://schemas.microsoft.com/office/powerpoint/2010/main" val="1811527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1E9F0-6B35-D807-046F-B442A8970EA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B33E78B-C790-738F-DE7B-6E6E128B1D18}"/>
              </a:ext>
            </a:extLst>
          </p:cNvPr>
          <p:cNvSpPr>
            <a:spLocks noGrp="1"/>
          </p:cNvSpPr>
          <p:nvPr>
            <p:ph type="title"/>
          </p:nvPr>
        </p:nvSpPr>
        <p:spPr>
          <a:xfrm>
            <a:off x="881633" y="295323"/>
            <a:ext cx="10932331" cy="578892"/>
          </a:xfrm>
        </p:spPr>
        <p:txBody>
          <a:bodyPr/>
          <a:lstStyle/>
          <a:p>
            <a:r>
              <a:rPr lang="en-GB"/>
              <a:t>Cloud Page: API Credential Encryption Tool — Add New Package</a:t>
            </a:r>
          </a:p>
        </p:txBody>
      </p:sp>
      <p:sp>
        <p:nvSpPr>
          <p:cNvPr id="6" name="TextBox 5">
            <a:extLst>
              <a:ext uri="{FF2B5EF4-FFF2-40B4-BE49-F238E27FC236}">
                <a16:creationId xmlns:a16="http://schemas.microsoft.com/office/drawing/2014/main" id="{0D945DA9-0747-C335-BFFD-9C2D4F8B8378}"/>
              </a:ext>
            </a:extLst>
          </p:cNvPr>
          <p:cNvSpPr txBox="1"/>
          <p:nvPr/>
        </p:nvSpPr>
        <p:spPr>
          <a:xfrm>
            <a:off x="881633" y="874215"/>
            <a:ext cx="10472830" cy="755374"/>
          </a:xfrm>
          <a:prstGeom prst="rect">
            <a:avLst/>
          </a:prstGeom>
        </p:spPr>
        <p:txBody>
          <a:bodyPr vert="horz" wrap="non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500" b="1" i="0" u="none" strike="noStrike" kern="1200" cap="none" spc="0" normalizeH="0" baseline="0" noProof="0">
              <a:ln>
                <a:noFill/>
              </a:ln>
              <a:solidFill>
                <a:srgbClr val="00338D"/>
              </a:solidFill>
              <a:effectLst/>
              <a:uLnTx/>
              <a:uFillTx/>
              <a:latin typeface="Arial"/>
              <a:ea typeface="+mn-ea"/>
              <a:cs typeface="+mn-cs"/>
            </a:endParaRPr>
          </a:p>
        </p:txBody>
      </p:sp>
      <p:sp>
        <p:nvSpPr>
          <p:cNvPr id="7" name="TextBox 6">
            <a:extLst>
              <a:ext uri="{FF2B5EF4-FFF2-40B4-BE49-F238E27FC236}">
                <a16:creationId xmlns:a16="http://schemas.microsoft.com/office/drawing/2014/main" id="{853BD159-8D26-0B11-1F21-24E3B721A9B5}"/>
              </a:ext>
            </a:extLst>
          </p:cNvPr>
          <p:cNvSpPr txBox="1"/>
          <p:nvPr/>
        </p:nvSpPr>
        <p:spPr>
          <a:xfrm>
            <a:off x="881633" y="1538011"/>
            <a:ext cx="10091167" cy="619773"/>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a:ea typeface="+mn-ea"/>
                <a:cs typeface="+mn-cs"/>
              </a:rPr>
              <a:t>The Add New Package screen has been configured to perform the following functions: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a:ea typeface="+mn-ea"/>
                <a:cs typeface="+mn-cs"/>
              </a:rPr>
              <a:t>• Capture API Name, Client ID, Client Secret, Authentication Base URI, REST Base URI, Client Secret Expiration Date, Business Unit, and Scope.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a:ea typeface="+mn-ea"/>
                <a:cs typeface="+mn-cs"/>
              </a:rPr>
              <a:t>• Require every field to be completed; Client ID and Client Secret lengths are validated in </a:t>
            </a:r>
            <a:r>
              <a:rPr kumimoji="0" lang="en-US" sz="1500" b="0" i="0" u="none" strike="noStrike" kern="1200" cap="none" spc="0" normalizeH="0" baseline="0" noProof="0" dirty="0" err="1">
                <a:ln>
                  <a:noFill/>
                </a:ln>
                <a:solidFill>
                  <a:srgbClr val="000000"/>
                </a:solidFill>
                <a:effectLst/>
                <a:uLnTx/>
                <a:uFillTx/>
                <a:latin typeface="Arial"/>
                <a:ea typeface="+mn-ea"/>
                <a:cs typeface="+mn-cs"/>
              </a:rPr>
              <a:t>AMPscript</a:t>
            </a:r>
            <a:r>
              <a:rPr kumimoji="0" lang="en-US" sz="1500" b="0" i="0" u="none" strike="noStrike" kern="1200" cap="none" spc="0" normalizeH="0" baseline="0" noProof="0" dirty="0">
                <a:ln>
                  <a:noFill/>
                </a:ln>
                <a:solidFill>
                  <a:srgbClr val="000000"/>
                </a:solidFill>
                <a:effectLst/>
                <a:uLnTx/>
                <a:uFillTx/>
                <a:latin typeface="Arial"/>
                <a:ea typeface="+mn-ea"/>
                <a:cs typeface="+mn-cs"/>
              </a:rPr>
              <a:t> so the raw secret values are never handed to SSJS.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a:ea typeface="+mn-ea"/>
                <a:cs typeface="+mn-cs"/>
              </a:rPr>
              <a:t>• Look up </a:t>
            </a:r>
            <a:r>
              <a:rPr kumimoji="0" lang="en-US" sz="1500" b="0" i="0" u="none" strike="noStrike" kern="1200" cap="none" spc="0" normalizeH="0" baseline="0" noProof="0" dirty="0" err="1">
                <a:ln>
                  <a:noFill/>
                </a:ln>
                <a:solidFill>
                  <a:srgbClr val="000000"/>
                </a:solidFill>
                <a:effectLst/>
                <a:uLnTx/>
                <a:uFillTx/>
                <a:latin typeface="Arial"/>
                <a:ea typeface="+mn-ea"/>
                <a:cs typeface="+mn-cs"/>
              </a:rPr>
              <a:t>API_Details</a:t>
            </a:r>
            <a:r>
              <a:rPr kumimoji="0" lang="en-US" sz="1500" b="0" i="0" u="none" strike="noStrike" kern="1200" cap="none" spc="0" normalizeH="0" baseline="0" noProof="0" dirty="0">
                <a:ln>
                  <a:noFill/>
                </a:ln>
                <a:solidFill>
                  <a:srgbClr val="000000"/>
                </a:solidFill>
                <a:effectLst/>
                <a:uLnTx/>
                <a:uFillTx/>
                <a:latin typeface="Arial"/>
                <a:ea typeface="+mn-ea"/>
                <a:cs typeface="+mn-cs"/>
              </a:rPr>
              <a:t> for an existing row with the same API Name and block the save with an inline error if a duplicate is found.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a:ea typeface="+mn-ea"/>
                <a:cs typeface="+mn-cs"/>
              </a:rPr>
              <a:t>• AES-encrypt the Client ID, Client Secret, Authentication Base URI, and REST Base URI before they are ever written to the Data Extension.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a:ea typeface="+mn-ea"/>
                <a:cs typeface="+mn-cs"/>
              </a:rPr>
              <a:t>• Insert the new row into </a:t>
            </a:r>
            <a:r>
              <a:rPr kumimoji="0" lang="en-US" sz="1500" b="0" i="0" u="none" strike="noStrike" kern="1200" cap="none" spc="0" normalizeH="0" baseline="0" noProof="0" dirty="0" err="1">
                <a:ln>
                  <a:noFill/>
                </a:ln>
                <a:solidFill>
                  <a:srgbClr val="000000"/>
                </a:solidFill>
                <a:effectLst/>
                <a:uLnTx/>
                <a:uFillTx/>
                <a:latin typeface="Arial"/>
                <a:ea typeface="+mn-ea"/>
                <a:cs typeface="+mn-cs"/>
              </a:rPr>
              <a:t>API_Details</a:t>
            </a:r>
            <a:r>
              <a:rPr kumimoji="0" lang="en-US" sz="1500" b="0" i="0" u="none" strike="noStrike" kern="1200" cap="none" spc="0" normalizeH="0" baseline="0" noProof="0" dirty="0">
                <a:ln>
                  <a:noFill/>
                </a:ln>
                <a:solidFill>
                  <a:srgbClr val="000000"/>
                </a:solidFill>
                <a:effectLst/>
                <a:uLnTx/>
                <a:uFillTx/>
                <a:latin typeface="Arial"/>
                <a:ea typeface="+mn-ea"/>
                <a:cs typeface="+mn-cs"/>
              </a:rPr>
              <a:t> and display a confirmation once the encrypted values are stored.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a:ea typeface="+mn-ea"/>
                <a:cs typeface="+mn-cs"/>
              </a:rPr>
              <a:t>• Queue a “Create” audit entry with the outcome — Success or Failed — for every attempt, including duplicate-name failures.</a:t>
            </a:r>
          </a:p>
        </p:txBody>
      </p:sp>
    </p:spTree>
    <p:extLst>
      <p:ext uri="{BB962C8B-B14F-4D97-AF65-F5344CB8AC3E}">
        <p14:creationId xmlns:p14="http://schemas.microsoft.com/office/powerpoint/2010/main" val="1811527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1E9F0-6B35-D807-046F-B442A8970EA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B33E78B-C790-738F-DE7B-6E6E128B1D18}"/>
              </a:ext>
            </a:extLst>
          </p:cNvPr>
          <p:cNvSpPr>
            <a:spLocks noGrp="1"/>
          </p:cNvSpPr>
          <p:nvPr>
            <p:ph type="title"/>
          </p:nvPr>
        </p:nvSpPr>
        <p:spPr>
          <a:xfrm>
            <a:off x="881633" y="295323"/>
            <a:ext cx="10932331" cy="578892"/>
          </a:xfrm>
        </p:spPr>
        <p:txBody>
          <a:bodyPr/>
          <a:lstStyle/>
          <a:p>
            <a:r>
              <a:rPr lang="en-GB"/>
              <a:t>Cloud Page: API Credential Encryption Tool — Update Existing Package</a:t>
            </a:r>
          </a:p>
        </p:txBody>
      </p:sp>
      <p:sp>
        <p:nvSpPr>
          <p:cNvPr id="6" name="TextBox 5">
            <a:extLst>
              <a:ext uri="{FF2B5EF4-FFF2-40B4-BE49-F238E27FC236}">
                <a16:creationId xmlns:a16="http://schemas.microsoft.com/office/drawing/2014/main" id="{0D945DA9-0747-C335-BFFD-9C2D4F8B8378}"/>
              </a:ext>
            </a:extLst>
          </p:cNvPr>
          <p:cNvSpPr txBox="1"/>
          <p:nvPr/>
        </p:nvSpPr>
        <p:spPr>
          <a:xfrm>
            <a:off x="881633" y="874215"/>
            <a:ext cx="10472830" cy="755374"/>
          </a:xfrm>
          <a:prstGeom prst="rect">
            <a:avLst/>
          </a:prstGeom>
        </p:spPr>
        <p:txBody>
          <a:bodyPr vert="horz" wrap="non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500" b="1" i="0" u="none" strike="noStrike" kern="1200" cap="none" spc="0" normalizeH="0" baseline="0" noProof="0">
              <a:ln>
                <a:noFill/>
              </a:ln>
              <a:solidFill>
                <a:srgbClr val="00338D"/>
              </a:solidFill>
              <a:effectLst/>
              <a:uLnTx/>
              <a:uFillTx/>
              <a:latin typeface="Arial"/>
              <a:ea typeface="+mn-ea"/>
              <a:cs typeface="+mn-cs"/>
            </a:endParaRPr>
          </a:p>
        </p:txBody>
      </p:sp>
      <p:sp>
        <p:nvSpPr>
          <p:cNvPr id="7" name="TextBox 6">
            <a:extLst>
              <a:ext uri="{FF2B5EF4-FFF2-40B4-BE49-F238E27FC236}">
                <a16:creationId xmlns:a16="http://schemas.microsoft.com/office/drawing/2014/main" id="{853BD159-8D26-0B11-1F21-24E3B721A9B5}"/>
              </a:ext>
            </a:extLst>
          </p:cNvPr>
          <p:cNvSpPr txBox="1"/>
          <p:nvPr/>
        </p:nvSpPr>
        <p:spPr>
          <a:xfrm>
            <a:off x="881633" y="1538011"/>
            <a:ext cx="10091167" cy="619773"/>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a:ea typeface="+mn-ea"/>
                <a:cs typeface="+mn-cs"/>
              </a:rPr>
              <a:t>The Update Existing Package screen has been configured to perform the following functions: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a:ea typeface="+mn-ea"/>
                <a:cs typeface="+mn-cs"/>
              </a:rPr>
              <a:t>• Capture the API Name of the package being rotated, its New Client Secret, and New Client Secret Expiration Date.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a:ea typeface="+mn-ea"/>
                <a:cs typeface="+mn-cs"/>
              </a:rPr>
              <a:t>• Require all three fields; the new secret's length is validated in </a:t>
            </a:r>
            <a:r>
              <a:rPr kumimoji="0" lang="en-US" sz="1500" b="0" i="0" u="none" strike="noStrike" kern="1200" cap="none" spc="0" normalizeH="0" baseline="0" noProof="0" dirty="0" err="1">
                <a:ln>
                  <a:noFill/>
                </a:ln>
                <a:solidFill>
                  <a:srgbClr val="000000"/>
                </a:solidFill>
                <a:effectLst/>
                <a:uLnTx/>
                <a:uFillTx/>
                <a:latin typeface="Arial"/>
                <a:ea typeface="+mn-ea"/>
                <a:cs typeface="+mn-cs"/>
              </a:rPr>
              <a:t>AMPscript</a:t>
            </a:r>
            <a:r>
              <a:rPr kumimoji="0" lang="en-US" sz="1500" b="0" i="0" u="none" strike="noStrike" kern="1200" cap="none" spc="0" normalizeH="0" baseline="0" noProof="0" dirty="0">
                <a:ln>
                  <a:noFill/>
                </a:ln>
                <a:solidFill>
                  <a:srgbClr val="000000"/>
                </a:solidFill>
                <a:effectLst/>
                <a:uLnTx/>
                <a:uFillTx/>
                <a:latin typeface="Arial"/>
                <a:ea typeface="+mn-ea"/>
                <a:cs typeface="+mn-cs"/>
              </a:rPr>
              <a:t> before the SSJS update logic runs.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a:ea typeface="+mn-ea"/>
                <a:cs typeface="+mn-cs"/>
              </a:rPr>
              <a:t>• Look up </a:t>
            </a:r>
            <a:r>
              <a:rPr kumimoji="0" lang="en-US" sz="1500" b="0" i="0" u="none" strike="noStrike" kern="1200" cap="none" spc="0" normalizeH="0" baseline="0" noProof="0" dirty="0" err="1">
                <a:ln>
                  <a:noFill/>
                </a:ln>
                <a:solidFill>
                  <a:srgbClr val="000000"/>
                </a:solidFill>
                <a:effectLst/>
                <a:uLnTx/>
                <a:uFillTx/>
                <a:latin typeface="Arial"/>
                <a:ea typeface="+mn-ea"/>
                <a:cs typeface="+mn-cs"/>
              </a:rPr>
              <a:t>API_Details</a:t>
            </a:r>
            <a:r>
              <a:rPr kumimoji="0" lang="en-US" sz="1500" b="0" i="0" u="none" strike="noStrike" kern="1200" cap="none" spc="0" normalizeH="0" baseline="0" noProof="0" dirty="0">
                <a:ln>
                  <a:noFill/>
                </a:ln>
                <a:solidFill>
                  <a:srgbClr val="000000"/>
                </a:solidFill>
                <a:effectLst/>
                <a:uLnTx/>
                <a:uFillTx/>
                <a:latin typeface="Arial"/>
                <a:ea typeface="+mn-ea"/>
                <a:cs typeface="+mn-cs"/>
              </a:rPr>
              <a:t> by API Name and return an inline error if no matching package is found.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a:ea typeface="+mn-ea"/>
                <a:cs typeface="+mn-cs"/>
              </a:rPr>
              <a:t>• AES-encrypt the new Client Secret and update only the Encrypted Client Secret, Client Secret Expiration Date, and Last Modified Date columns only.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a:ea typeface="+mn-ea"/>
                <a:cs typeface="+mn-cs"/>
              </a:rPr>
              <a:t>• Display a confirmation once the rotated secret has been stored.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a:ea typeface="+mn-ea"/>
                <a:cs typeface="+mn-cs"/>
              </a:rPr>
              <a:t>• Queue an “Update” audit entry with the outcome for every attempt, including package-not-found failures.</a:t>
            </a:r>
          </a:p>
        </p:txBody>
      </p:sp>
    </p:spTree>
    <p:extLst>
      <p:ext uri="{BB962C8B-B14F-4D97-AF65-F5344CB8AC3E}">
        <p14:creationId xmlns:p14="http://schemas.microsoft.com/office/powerpoint/2010/main" val="1811527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12130-6EA9-478E-47EE-C02387E064C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1544252-40BA-DDC6-3D7A-5DC58B8424DC}"/>
              </a:ext>
            </a:extLst>
          </p:cNvPr>
          <p:cNvSpPr>
            <a:spLocks noGrp="1"/>
          </p:cNvSpPr>
          <p:nvPr>
            <p:ph type="title"/>
          </p:nvPr>
        </p:nvSpPr>
        <p:spPr/>
        <p:txBody>
          <a:bodyPr/>
          <a:lstStyle/>
          <a:p>
            <a:r>
              <a:rPr lang="en-GB"/>
              <a:t>Test Results</a:t>
            </a:r>
          </a:p>
        </p:txBody>
      </p:sp>
      <p:sp>
        <p:nvSpPr>
          <p:cNvPr id="4" name="TextBox 3">
            <a:extLst>
              <a:ext uri="{FF2B5EF4-FFF2-40B4-BE49-F238E27FC236}">
                <a16:creationId xmlns:a16="http://schemas.microsoft.com/office/drawing/2014/main" id="{6D6BFA62-4BED-2EC7-42D8-34A2F32FB05F}"/>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07B59C96-D6BE-A7D6-725E-8207C59FA700}"/>
              </a:ext>
            </a:extLst>
          </p:cNvPr>
          <p:cNvSpPr txBox="1"/>
          <p:nvPr/>
        </p:nvSpPr>
        <p:spPr>
          <a:xfrm>
            <a:off x="995364" y="978011"/>
            <a:ext cx="10553508" cy="358816"/>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1600" b="0" i="0" u="none" strike="noStrike" kern="100" cap="none" spc="0" normalizeH="0" baseline="0" noProof="0">
                <a:ln>
                  <a:noFill/>
                </a:ln>
                <a:solidFill>
                  <a:srgbClr val="000000"/>
                </a:solidFill>
                <a:effectLst/>
                <a:uLnTx/>
                <a:uFillTx/>
                <a:latin typeface="Aptos" panose="020F0502020204030204" pitchFamily="34" charset="0"/>
                <a:ea typeface="Aptos" panose="020F0502020204030204" pitchFamily="34" charset="0"/>
                <a:cs typeface="Segoe UI" panose="020B0502040204020203" pitchFamily="34" charset="0"/>
              </a:rPr>
              <a:t>Sign in with Marketing Cloud to verify identity before any action can be processed.</a:t>
            </a:r>
            <a:endParaRPr kumimoji="0" lang="en-US" sz="1600" b="0" i="0" u="none" strike="noStrike" kern="100" cap="none" spc="0" normalizeH="0" baseline="0" noProof="0">
              <a:ln>
                <a:noFill/>
              </a:ln>
              <a:solidFill>
                <a:srgbClr val="000000"/>
              </a:solidFill>
              <a:effectLst/>
              <a:uLnTx/>
              <a:uFillTx/>
              <a:latin typeface="Aptos" panose="020F0502020204030204" pitchFamily="34" charset="0"/>
              <a:ea typeface="Aptos" panose="020F0502020204030204" pitchFamily="34" charset="0"/>
              <a:cs typeface="Times New Roman" panose="02020603050405020304" pitchFamily="18" charset="0"/>
            </a:endParaRPr>
          </a:p>
        </p:txBody>
      </p:sp>
      <p:pic>
        <p:nvPicPr>
          <p:cNvPr id="11" name="Picture 10" descr="01_welcome_verified.png"/>
          <p:cNvPicPr>
            <a:picLocks noChangeAspect="1"/>
          </p:cNvPicPr>
          <p:nvPr/>
        </p:nvPicPr>
        <p:blipFill>
          <a:blip r:embed="rId2"/>
          <a:stretch>
            <a:fillRect/>
          </a:stretch>
        </p:blipFill>
        <p:spPr>
          <a:xfrm>
            <a:off x="3180392" y="1610595"/>
            <a:ext cx="5823649" cy="4285842"/>
          </a:xfrm>
          <a:prstGeom prst="rect">
            <a:avLst/>
          </a:prstGeom>
          <a:ln>
            <a:solidFill>
              <a:schemeClr val="tx1"/>
            </a:solidFill>
          </a:ln>
        </p:spPr>
      </p:pic>
    </p:spTree>
    <p:extLst>
      <p:ext uri="{BB962C8B-B14F-4D97-AF65-F5344CB8AC3E}">
        <p14:creationId xmlns:p14="http://schemas.microsoft.com/office/powerpoint/2010/main" val="4072601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12130-6EA9-478E-47EE-C02387E064C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1544252-40BA-DDC6-3D7A-5DC58B8424DC}"/>
              </a:ext>
            </a:extLst>
          </p:cNvPr>
          <p:cNvSpPr>
            <a:spLocks noGrp="1"/>
          </p:cNvSpPr>
          <p:nvPr>
            <p:ph type="title"/>
          </p:nvPr>
        </p:nvSpPr>
        <p:spPr/>
        <p:txBody>
          <a:bodyPr/>
          <a:lstStyle/>
          <a:p>
            <a:r>
              <a:rPr lang="en-GB"/>
              <a:t>Test Results</a:t>
            </a:r>
          </a:p>
        </p:txBody>
      </p:sp>
      <p:sp>
        <p:nvSpPr>
          <p:cNvPr id="4" name="TextBox 3">
            <a:extLst>
              <a:ext uri="{FF2B5EF4-FFF2-40B4-BE49-F238E27FC236}">
                <a16:creationId xmlns:a16="http://schemas.microsoft.com/office/drawing/2014/main" id="{6D6BFA62-4BED-2EC7-42D8-34A2F32FB05F}"/>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07B59C96-D6BE-A7D6-725E-8207C59FA700}"/>
              </a:ext>
            </a:extLst>
          </p:cNvPr>
          <p:cNvSpPr txBox="1"/>
          <p:nvPr/>
        </p:nvSpPr>
        <p:spPr>
          <a:xfrm>
            <a:off x="995364" y="978011"/>
            <a:ext cx="10553508" cy="358816"/>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1600" b="0" i="0" u="none" strike="noStrike" kern="100" cap="none" spc="0" normalizeH="0" baseline="0" noProof="0">
                <a:ln>
                  <a:noFill/>
                </a:ln>
                <a:solidFill>
                  <a:srgbClr val="000000"/>
                </a:solidFill>
                <a:effectLst/>
                <a:uLnTx/>
                <a:uFillTx/>
                <a:latin typeface="Aptos" panose="020F0502020204030204" pitchFamily="34" charset="0"/>
                <a:ea typeface="Aptos" panose="020F0502020204030204" pitchFamily="34" charset="0"/>
                <a:cs typeface="Segoe UI" panose="020B0502040204020203" pitchFamily="34" charset="0"/>
              </a:rPr>
              <a:t>Once verified, choose whether to add a new package or update an existing one.</a:t>
            </a:r>
            <a:endParaRPr kumimoji="0" lang="en-US" sz="1600" b="0" i="0" u="none" strike="noStrike" kern="100" cap="none" spc="0" normalizeH="0" baseline="0" noProof="0">
              <a:ln>
                <a:noFill/>
              </a:ln>
              <a:solidFill>
                <a:srgbClr val="000000"/>
              </a:solidFill>
              <a:effectLst/>
              <a:uLnTx/>
              <a:uFillTx/>
              <a:latin typeface="Aptos" panose="020F0502020204030204" pitchFamily="34" charset="0"/>
              <a:ea typeface="Aptos" panose="020F0502020204030204" pitchFamily="34" charset="0"/>
              <a:cs typeface="Times New Roman" panose="02020603050405020304" pitchFamily="18" charset="0"/>
            </a:endParaRPr>
          </a:p>
        </p:txBody>
      </p:sp>
      <p:pic>
        <p:nvPicPr>
          <p:cNvPr id="11" name="Picture 10" descr="02_choose_action.png"/>
          <p:cNvPicPr>
            <a:picLocks noChangeAspect="1"/>
          </p:cNvPicPr>
          <p:nvPr/>
        </p:nvPicPr>
        <p:blipFill>
          <a:blip r:embed="rId2"/>
          <a:stretch>
            <a:fillRect/>
          </a:stretch>
        </p:blipFill>
        <p:spPr>
          <a:xfrm>
            <a:off x="2786973" y="1610595"/>
            <a:ext cx="6280485" cy="3778105"/>
          </a:xfrm>
          <a:prstGeom prst="rect">
            <a:avLst/>
          </a:prstGeom>
          <a:ln>
            <a:solidFill>
              <a:schemeClr val="tx1"/>
            </a:solidFill>
          </a:ln>
        </p:spPr>
      </p:pic>
    </p:spTree>
    <p:extLst>
      <p:ext uri="{BB962C8B-B14F-4D97-AF65-F5344CB8AC3E}">
        <p14:creationId xmlns:p14="http://schemas.microsoft.com/office/powerpoint/2010/main" val="4072601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12130-6EA9-478E-47EE-C02387E064C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1544252-40BA-DDC6-3D7A-5DC58B8424DC}"/>
              </a:ext>
            </a:extLst>
          </p:cNvPr>
          <p:cNvSpPr>
            <a:spLocks noGrp="1"/>
          </p:cNvSpPr>
          <p:nvPr>
            <p:ph type="title"/>
          </p:nvPr>
        </p:nvSpPr>
        <p:spPr/>
        <p:txBody>
          <a:bodyPr/>
          <a:lstStyle/>
          <a:p>
            <a:r>
              <a:rPr lang="en-GB"/>
              <a:t>Test Results</a:t>
            </a:r>
          </a:p>
        </p:txBody>
      </p:sp>
      <p:sp>
        <p:nvSpPr>
          <p:cNvPr id="4" name="TextBox 3">
            <a:extLst>
              <a:ext uri="{FF2B5EF4-FFF2-40B4-BE49-F238E27FC236}">
                <a16:creationId xmlns:a16="http://schemas.microsoft.com/office/drawing/2014/main" id="{6D6BFA62-4BED-2EC7-42D8-34A2F32FB05F}"/>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07B59C96-D6BE-A7D6-725E-8207C59FA700}"/>
              </a:ext>
            </a:extLst>
          </p:cNvPr>
          <p:cNvSpPr txBox="1"/>
          <p:nvPr/>
        </p:nvSpPr>
        <p:spPr>
          <a:xfrm>
            <a:off x="1302590" y="2295933"/>
            <a:ext cx="10553508" cy="1133067"/>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1600" b="0" i="0" u="none" strike="noStrike" kern="100" cap="none" spc="0" normalizeH="0" baseline="0" noProof="0" dirty="0">
                <a:ln>
                  <a:noFill/>
                </a:ln>
                <a:solidFill>
                  <a:srgbClr val="000000"/>
                </a:solidFill>
                <a:effectLst/>
                <a:uLnTx/>
                <a:uFillTx/>
                <a:latin typeface="Aptos" panose="020F0502020204030204" pitchFamily="34" charset="0"/>
                <a:ea typeface="Aptos" panose="020F0502020204030204" pitchFamily="34" charset="0"/>
                <a:cs typeface="Segoe UI" panose="020B0502040204020203" pitchFamily="34" charset="0"/>
              </a:rPr>
              <a:t>Fill in the New Package Details for </a:t>
            </a: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1600" b="0" i="0" u="none" strike="noStrike" kern="100" cap="none" spc="0" normalizeH="0" baseline="0" noProof="0" dirty="0" err="1">
                <a:ln>
                  <a:noFill/>
                </a:ln>
                <a:solidFill>
                  <a:srgbClr val="000000"/>
                </a:solidFill>
                <a:effectLst/>
                <a:uLnTx/>
                <a:uFillTx/>
                <a:latin typeface="Aptos" panose="020F0502020204030204" pitchFamily="34" charset="0"/>
                <a:ea typeface="Aptos" panose="020F0502020204030204" pitchFamily="34" charset="0"/>
                <a:cs typeface="Segoe UI" panose="020B0502040204020203" pitchFamily="34" charset="0"/>
              </a:rPr>
              <a:t>MC_Journey_Orchestration_API</a:t>
            </a:r>
            <a:r>
              <a:rPr kumimoji="0" lang="en-US" sz="1600" b="0" i="0" u="none" strike="noStrike" kern="100" cap="none" spc="0" normalizeH="0" baseline="0" noProof="0" dirty="0">
                <a:ln>
                  <a:noFill/>
                </a:ln>
                <a:solidFill>
                  <a:srgbClr val="000000"/>
                </a:solidFill>
                <a:effectLst/>
                <a:uLnTx/>
                <a:uFillTx/>
                <a:latin typeface="Aptos" panose="020F0502020204030204" pitchFamily="34" charset="0"/>
                <a:ea typeface="Aptos" panose="020F0502020204030204" pitchFamily="34" charset="0"/>
                <a:cs typeface="Segoe UI" panose="020B0502040204020203" pitchFamily="34" charset="0"/>
              </a:rPr>
              <a:t> </a:t>
            </a: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1600" b="0" i="0" u="none" strike="noStrike" kern="100" cap="none" spc="0" normalizeH="0" baseline="0" noProof="0" dirty="0">
                <a:ln>
                  <a:noFill/>
                </a:ln>
                <a:solidFill>
                  <a:srgbClr val="000000"/>
                </a:solidFill>
                <a:effectLst/>
                <a:uLnTx/>
                <a:uFillTx/>
                <a:latin typeface="Aptos" panose="020F0502020204030204" pitchFamily="34" charset="0"/>
                <a:ea typeface="Aptos" panose="020F0502020204030204" pitchFamily="34" charset="0"/>
                <a:cs typeface="Segoe UI" panose="020B0502040204020203" pitchFamily="34" charset="0"/>
              </a:rPr>
              <a:t>and select Save Securely.</a:t>
            </a:r>
            <a:endParaRPr kumimoji="0" lang="en-US" sz="1600" b="0" i="0" u="none" strike="noStrike" kern="100" cap="none" spc="0" normalizeH="0" baseline="0" noProof="0" dirty="0">
              <a:ln>
                <a:noFill/>
              </a:ln>
              <a:solidFill>
                <a:srgbClr val="000000"/>
              </a:solidFill>
              <a:effectLst/>
              <a:uLnTx/>
              <a:uFillTx/>
              <a:latin typeface="Aptos" panose="020F0502020204030204" pitchFamily="34" charset="0"/>
              <a:ea typeface="Aptos" panose="020F0502020204030204" pitchFamily="34" charset="0"/>
              <a:cs typeface="Times New Roman" panose="02020603050405020304" pitchFamily="18" charset="0"/>
            </a:endParaRPr>
          </a:p>
        </p:txBody>
      </p:sp>
      <p:pic>
        <p:nvPicPr>
          <p:cNvPr id="11" name="Picture 10" descr="03_add_form_filled.png"/>
          <p:cNvPicPr>
            <a:picLocks noChangeAspect="1"/>
          </p:cNvPicPr>
          <p:nvPr/>
        </p:nvPicPr>
        <p:blipFill>
          <a:blip r:embed="rId2"/>
          <a:stretch>
            <a:fillRect/>
          </a:stretch>
        </p:blipFill>
        <p:spPr>
          <a:xfrm>
            <a:off x="5072386" y="83976"/>
            <a:ext cx="3996969" cy="6182812"/>
          </a:xfrm>
          <a:prstGeom prst="rect">
            <a:avLst/>
          </a:prstGeom>
          <a:ln>
            <a:solidFill>
              <a:schemeClr val="tx1"/>
            </a:solidFill>
          </a:ln>
        </p:spPr>
      </p:pic>
    </p:spTree>
    <p:extLst>
      <p:ext uri="{BB962C8B-B14F-4D97-AF65-F5344CB8AC3E}">
        <p14:creationId xmlns:p14="http://schemas.microsoft.com/office/powerpoint/2010/main" val="4072601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12130-6EA9-478E-47EE-C02387E064C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1544252-40BA-DDC6-3D7A-5DC58B8424DC}"/>
              </a:ext>
            </a:extLst>
          </p:cNvPr>
          <p:cNvSpPr>
            <a:spLocks noGrp="1"/>
          </p:cNvSpPr>
          <p:nvPr>
            <p:ph type="title"/>
          </p:nvPr>
        </p:nvSpPr>
        <p:spPr/>
        <p:txBody>
          <a:bodyPr/>
          <a:lstStyle/>
          <a:p>
            <a:r>
              <a:rPr lang="en-GB"/>
              <a:t>Test Results</a:t>
            </a:r>
          </a:p>
        </p:txBody>
      </p:sp>
      <p:sp>
        <p:nvSpPr>
          <p:cNvPr id="4" name="TextBox 3">
            <a:extLst>
              <a:ext uri="{FF2B5EF4-FFF2-40B4-BE49-F238E27FC236}">
                <a16:creationId xmlns:a16="http://schemas.microsoft.com/office/drawing/2014/main" id="{6D6BFA62-4BED-2EC7-42D8-34A2F32FB05F}"/>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07B59C96-D6BE-A7D6-725E-8207C59FA700}"/>
              </a:ext>
            </a:extLst>
          </p:cNvPr>
          <p:cNvSpPr txBox="1"/>
          <p:nvPr/>
        </p:nvSpPr>
        <p:spPr>
          <a:xfrm>
            <a:off x="995364" y="978011"/>
            <a:ext cx="10553508" cy="358816"/>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1600" b="0" i="0" u="none" strike="noStrike" kern="100" cap="none" spc="0" normalizeH="0" baseline="0" noProof="0">
                <a:ln>
                  <a:noFill/>
                </a:ln>
                <a:solidFill>
                  <a:srgbClr val="000000"/>
                </a:solidFill>
                <a:effectLst/>
                <a:uLnTx/>
                <a:uFillTx/>
                <a:latin typeface="Aptos" panose="020F0502020204030204" pitchFamily="34" charset="0"/>
                <a:ea typeface="Aptos" panose="020F0502020204030204" pitchFamily="34" charset="0"/>
                <a:cs typeface="Segoe UI" panose="020B0502040204020203" pitchFamily="34" charset="0"/>
              </a:rPr>
              <a:t>The package is created successfully; all sensitive values were AES-encrypted before storage.</a:t>
            </a:r>
            <a:endParaRPr kumimoji="0" lang="en-US" sz="1600" b="0" i="0" u="none" strike="noStrike" kern="100" cap="none" spc="0" normalizeH="0" baseline="0" noProof="0">
              <a:ln>
                <a:noFill/>
              </a:ln>
              <a:solidFill>
                <a:srgbClr val="000000"/>
              </a:solidFill>
              <a:effectLst/>
              <a:uLnTx/>
              <a:uFillTx/>
              <a:latin typeface="Aptos" panose="020F0502020204030204" pitchFamily="34" charset="0"/>
              <a:ea typeface="Aptos" panose="020F0502020204030204" pitchFamily="34" charset="0"/>
              <a:cs typeface="Times New Roman" panose="02020603050405020304" pitchFamily="18" charset="0"/>
            </a:endParaRPr>
          </a:p>
        </p:txBody>
      </p:sp>
      <p:pic>
        <p:nvPicPr>
          <p:cNvPr id="11" name="Picture 10" descr="04_add_success.png"/>
          <p:cNvPicPr>
            <a:picLocks noChangeAspect="1"/>
          </p:cNvPicPr>
          <p:nvPr/>
        </p:nvPicPr>
        <p:blipFill>
          <a:blip r:embed="rId2"/>
          <a:stretch>
            <a:fillRect/>
          </a:stretch>
        </p:blipFill>
        <p:spPr>
          <a:xfrm>
            <a:off x="3002144" y="1547226"/>
            <a:ext cx="5850143" cy="4332763"/>
          </a:xfrm>
          <a:prstGeom prst="rect">
            <a:avLst/>
          </a:prstGeom>
          <a:ln>
            <a:solidFill>
              <a:schemeClr val="tx1"/>
            </a:solidFill>
          </a:ln>
        </p:spPr>
      </p:pic>
    </p:spTree>
    <p:extLst>
      <p:ext uri="{BB962C8B-B14F-4D97-AF65-F5344CB8AC3E}">
        <p14:creationId xmlns:p14="http://schemas.microsoft.com/office/powerpoint/2010/main" val="4072601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12130-6EA9-478E-47EE-C02387E064C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1544252-40BA-DDC6-3D7A-5DC58B8424DC}"/>
              </a:ext>
            </a:extLst>
          </p:cNvPr>
          <p:cNvSpPr>
            <a:spLocks noGrp="1"/>
          </p:cNvSpPr>
          <p:nvPr>
            <p:ph type="title"/>
          </p:nvPr>
        </p:nvSpPr>
        <p:spPr/>
        <p:txBody>
          <a:bodyPr/>
          <a:lstStyle/>
          <a:p>
            <a:r>
              <a:rPr lang="en-GB"/>
              <a:t>Test Results</a:t>
            </a:r>
          </a:p>
        </p:txBody>
      </p:sp>
      <p:sp>
        <p:nvSpPr>
          <p:cNvPr id="4" name="TextBox 3">
            <a:extLst>
              <a:ext uri="{FF2B5EF4-FFF2-40B4-BE49-F238E27FC236}">
                <a16:creationId xmlns:a16="http://schemas.microsoft.com/office/drawing/2014/main" id="{6D6BFA62-4BED-2EC7-42D8-34A2F32FB05F}"/>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07B59C96-D6BE-A7D6-725E-8207C59FA700}"/>
              </a:ext>
            </a:extLst>
          </p:cNvPr>
          <p:cNvSpPr txBox="1"/>
          <p:nvPr/>
        </p:nvSpPr>
        <p:spPr>
          <a:xfrm>
            <a:off x="995364" y="978011"/>
            <a:ext cx="10553508" cy="358816"/>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1600" b="0" i="0" u="none" strike="noStrike" kern="100" cap="none" spc="0" normalizeH="0" baseline="0" noProof="0" dirty="0">
                <a:ln>
                  <a:noFill/>
                </a:ln>
                <a:solidFill>
                  <a:srgbClr val="000000"/>
                </a:solidFill>
                <a:effectLst/>
                <a:uLnTx/>
                <a:uFillTx/>
                <a:latin typeface="Aptos" panose="020F0502020204030204" pitchFamily="34" charset="0"/>
                <a:ea typeface="Aptos" panose="020F0502020204030204" pitchFamily="34" charset="0"/>
                <a:cs typeface="Segoe UI" panose="020B0502040204020203" pitchFamily="34" charset="0"/>
              </a:rPr>
              <a:t>The new record is inserted into </a:t>
            </a:r>
            <a:r>
              <a:rPr kumimoji="0" lang="en-US" sz="1600" b="0" i="0" u="none" strike="noStrike" kern="100" cap="none" spc="0" normalizeH="0" baseline="0" noProof="0" dirty="0" err="1">
                <a:ln>
                  <a:noFill/>
                </a:ln>
                <a:solidFill>
                  <a:srgbClr val="000000"/>
                </a:solidFill>
                <a:effectLst/>
                <a:uLnTx/>
                <a:uFillTx/>
                <a:latin typeface="Aptos" panose="020F0502020204030204" pitchFamily="34" charset="0"/>
                <a:ea typeface="Aptos" panose="020F0502020204030204" pitchFamily="34" charset="0"/>
                <a:cs typeface="Segoe UI" panose="020B0502040204020203" pitchFamily="34" charset="0"/>
              </a:rPr>
              <a:t>API_Details</a:t>
            </a:r>
            <a:r>
              <a:rPr lang="en-US" sz="1600" kern="100" dirty="0">
                <a:solidFill>
                  <a:srgbClr val="000000"/>
                </a:solidFill>
                <a:latin typeface="Aptos" panose="020F0502020204030204" pitchFamily="34" charset="0"/>
                <a:ea typeface="Aptos" panose="020F0502020204030204" pitchFamily="34" charset="0"/>
                <a:cs typeface="Segoe UI" panose="020B0502040204020203" pitchFamily="34" charset="0"/>
              </a:rPr>
              <a:t> DE</a:t>
            </a:r>
            <a:r>
              <a:rPr kumimoji="0" lang="en-US" sz="1600" b="0" i="0" u="none" strike="noStrike" kern="100" cap="none" spc="0" normalizeH="0" baseline="0" noProof="0" dirty="0">
                <a:ln>
                  <a:noFill/>
                </a:ln>
                <a:solidFill>
                  <a:srgbClr val="000000"/>
                </a:solidFill>
                <a:effectLst/>
                <a:uLnTx/>
                <a:uFillTx/>
                <a:latin typeface="Aptos" panose="020F0502020204030204" pitchFamily="34" charset="0"/>
                <a:ea typeface="Aptos" panose="020F0502020204030204" pitchFamily="34" charset="0"/>
                <a:cs typeface="Segoe UI" panose="020B0502040204020203" pitchFamily="34" charset="0"/>
              </a:rPr>
              <a:t> with every credential value AES-encrypted.</a:t>
            </a:r>
            <a:endParaRPr kumimoji="0" lang="en-US" sz="1600" b="0" i="0" u="none" strike="noStrike" kern="100" cap="none" spc="0" normalizeH="0" baseline="0" noProof="0" dirty="0">
              <a:ln>
                <a:noFill/>
              </a:ln>
              <a:solidFill>
                <a:srgbClr val="000000"/>
              </a:solidFill>
              <a:effectLst/>
              <a:uLnTx/>
              <a:uFillTx/>
              <a:latin typeface="Aptos" panose="020F0502020204030204" pitchFamily="34" charset="0"/>
              <a:ea typeface="Aptos" panose="020F0502020204030204" pitchFamily="34" charset="0"/>
              <a:cs typeface="Times New Roman" panose="02020603050405020304" pitchFamily="18" charset="0"/>
            </a:endParaRPr>
          </a:p>
        </p:txBody>
      </p:sp>
      <p:pic>
        <p:nvPicPr>
          <p:cNvPr id="11" name="Picture 10" descr="07_de_apidetails_add.png"/>
          <p:cNvPicPr>
            <a:picLocks noChangeAspect="1"/>
          </p:cNvPicPr>
          <p:nvPr/>
        </p:nvPicPr>
        <p:blipFill>
          <a:blip r:embed="rId2"/>
          <a:stretch>
            <a:fillRect/>
          </a:stretch>
        </p:blipFill>
        <p:spPr>
          <a:xfrm>
            <a:off x="1085088" y="1601796"/>
            <a:ext cx="10728960" cy="2510301"/>
          </a:xfrm>
          <a:prstGeom prst="rect">
            <a:avLst/>
          </a:prstGeom>
        </p:spPr>
      </p:pic>
    </p:spTree>
    <p:extLst>
      <p:ext uri="{BB962C8B-B14F-4D97-AF65-F5344CB8AC3E}">
        <p14:creationId xmlns:p14="http://schemas.microsoft.com/office/powerpoint/2010/main" val="4072601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12130-6EA9-478E-47EE-C02387E064C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1544252-40BA-DDC6-3D7A-5DC58B8424DC}"/>
              </a:ext>
            </a:extLst>
          </p:cNvPr>
          <p:cNvSpPr>
            <a:spLocks noGrp="1"/>
          </p:cNvSpPr>
          <p:nvPr>
            <p:ph type="title"/>
          </p:nvPr>
        </p:nvSpPr>
        <p:spPr/>
        <p:txBody>
          <a:bodyPr/>
          <a:lstStyle/>
          <a:p>
            <a:r>
              <a:rPr lang="en-GB"/>
              <a:t>Test Results</a:t>
            </a:r>
          </a:p>
        </p:txBody>
      </p:sp>
      <p:sp>
        <p:nvSpPr>
          <p:cNvPr id="4" name="TextBox 3">
            <a:extLst>
              <a:ext uri="{FF2B5EF4-FFF2-40B4-BE49-F238E27FC236}">
                <a16:creationId xmlns:a16="http://schemas.microsoft.com/office/drawing/2014/main" id="{6D6BFA62-4BED-2EC7-42D8-34A2F32FB05F}"/>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07B59C96-D6BE-A7D6-725E-8207C59FA700}"/>
              </a:ext>
            </a:extLst>
          </p:cNvPr>
          <p:cNvSpPr txBox="1"/>
          <p:nvPr/>
        </p:nvSpPr>
        <p:spPr>
          <a:xfrm>
            <a:off x="995364" y="978011"/>
            <a:ext cx="10553508" cy="358816"/>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1600" b="0" i="0" u="none" strike="noStrike" kern="100" cap="none" spc="0" normalizeH="0" baseline="0" noProof="0">
                <a:ln>
                  <a:noFill/>
                </a:ln>
                <a:solidFill>
                  <a:srgbClr val="000000"/>
                </a:solidFill>
                <a:effectLst/>
                <a:uLnTx/>
                <a:uFillTx/>
                <a:latin typeface="Aptos" panose="020F0502020204030204" pitchFamily="34" charset="0"/>
                <a:ea typeface="Aptos" panose="020F0502020204030204" pitchFamily="34" charset="0"/>
                <a:cs typeface="Segoe UI" panose="020B0502040204020203" pitchFamily="34" charset="0"/>
              </a:rPr>
              <a:t>A Create / Success entry is written to API_Credential_Audit_Log, recorded against hgupta21@kpmg.com.</a:t>
            </a:r>
            <a:endParaRPr kumimoji="0" lang="en-US" sz="1600" b="0" i="0" u="none" strike="noStrike" kern="100" cap="none" spc="0" normalizeH="0" baseline="0" noProof="0">
              <a:ln>
                <a:noFill/>
              </a:ln>
              <a:solidFill>
                <a:srgbClr val="000000"/>
              </a:solidFill>
              <a:effectLst/>
              <a:uLnTx/>
              <a:uFillTx/>
              <a:latin typeface="Aptos" panose="020F0502020204030204" pitchFamily="34" charset="0"/>
              <a:ea typeface="Aptos" panose="020F0502020204030204" pitchFamily="34" charset="0"/>
              <a:cs typeface="Times New Roman" panose="02020603050405020304" pitchFamily="18" charset="0"/>
            </a:endParaRPr>
          </a:p>
        </p:txBody>
      </p:sp>
      <p:pic>
        <p:nvPicPr>
          <p:cNvPr id="11" name="Picture 10" descr="08_de_auditlog_create.png"/>
          <p:cNvPicPr>
            <a:picLocks noChangeAspect="1"/>
          </p:cNvPicPr>
          <p:nvPr/>
        </p:nvPicPr>
        <p:blipFill>
          <a:blip r:embed="rId2"/>
          <a:stretch>
            <a:fillRect/>
          </a:stretch>
        </p:blipFill>
        <p:spPr>
          <a:xfrm>
            <a:off x="1085088" y="1636183"/>
            <a:ext cx="10728960" cy="2441526"/>
          </a:xfrm>
          <a:prstGeom prst="rect">
            <a:avLst/>
          </a:prstGeom>
        </p:spPr>
      </p:pic>
    </p:spTree>
    <p:extLst>
      <p:ext uri="{BB962C8B-B14F-4D97-AF65-F5344CB8AC3E}">
        <p14:creationId xmlns:p14="http://schemas.microsoft.com/office/powerpoint/2010/main" val="4072601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12130-6EA9-478E-47EE-C02387E064C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1544252-40BA-DDC6-3D7A-5DC58B8424DC}"/>
              </a:ext>
            </a:extLst>
          </p:cNvPr>
          <p:cNvSpPr>
            <a:spLocks noGrp="1"/>
          </p:cNvSpPr>
          <p:nvPr>
            <p:ph type="title"/>
          </p:nvPr>
        </p:nvSpPr>
        <p:spPr/>
        <p:txBody>
          <a:bodyPr/>
          <a:lstStyle/>
          <a:p>
            <a:r>
              <a:rPr lang="en-GB"/>
              <a:t>Test Results</a:t>
            </a:r>
          </a:p>
        </p:txBody>
      </p:sp>
      <p:sp>
        <p:nvSpPr>
          <p:cNvPr id="4" name="TextBox 3">
            <a:extLst>
              <a:ext uri="{FF2B5EF4-FFF2-40B4-BE49-F238E27FC236}">
                <a16:creationId xmlns:a16="http://schemas.microsoft.com/office/drawing/2014/main" id="{6D6BFA62-4BED-2EC7-42D8-34A2F32FB05F}"/>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07B59C96-D6BE-A7D6-725E-8207C59FA700}"/>
              </a:ext>
            </a:extLst>
          </p:cNvPr>
          <p:cNvSpPr txBox="1"/>
          <p:nvPr/>
        </p:nvSpPr>
        <p:spPr>
          <a:xfrm>
            <a:off x="995364" y="978011"/>
            <a:ext cx="10553508" cy="358816"/>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1600" b="0" i="0" u="none" strike="noStrike" kern="100" cap="none" spc="0" normalizeH="0" baseline="0" noProof="0">
                <a:ln>
                  <a:noFill/>
                </a:ln>
                <a:solidFill>
                  <a:srgbClr val="000000"/>
                </a:solidFill>
                <a:effectLst/>
                <a:uLnTx/>
                <a:uFillTx/>
                <a:latin typeface="Aptos" panose="020F0502020204030204" pitchFamily="34" charset="0"/>
                <a:ea typeface="Aptos" panose="020F0502020204030204" pitchFamily="34" charset="0"/>
                <a:cs typeface="Segoe UI" panose="020B0502040204020203" pitchFamily="34" charset="0"/>
              </a:rPr>
              <a:t>To rotate a secret, choose Update Existing Package, enter the new secret and expiration date, and submit.</a:t>
            </a:r>
            <a:endParaRPr kumimoji="0" lang="en-US" sz="1600" b="0" i="0" u="none" strike="noStrike" kern="100" cap="none" spc="0" normalizeH="0" baseline="0" noProof="0">
              <a:ln>
                <a:noFill/>
              </a:ln>
              <a:solidFill>
                <a:srgbClr val="000000"/>
              </a:solidFill>
              <a:effectLst/>
              <a:uLnTx/>
              <a:uFillTx/>
              <a:latin typeface="Aptos" panose="020F0502020204030204" pitchFamily="34" charset="0"/>
              <a:ea typeface="Aptos" panose="020F0502020204030204" pitchFamily="34" charset="0"/>
              <a:cs typeface="Times New Roman" panose="02020603050405020304" pitchFamily="18" charset="0"/>
            </a:endParaRPr>
          </a:p>
        </p:txBody>
      </p:sp>
      <p:pic>
        <p:nvPicPr>
          <p:cNvPr id="11" name="Picture 10" descr="05_update_form_filled.png"/>
          <p:cNvPicPr>
            <a:picLocks noChangeAspect="1"/>
          </p:cNvPicPr>
          <p:nvPr/>
        </p:nvPicPr>
        <p:blipFill>
          <a:blip r:embed="rId2"/>
          <a:stretch>
            <a:fillRect/>
          </a:stretch>
        </p:blipFill>
        <p:spPr>
          <a:xfrm>
            <a:off x="3520349" y="1507957"/>
            <a:ext cx="4961178" cy="4550331"/>
          </a:xfrm>
          <a:prstGeom prst="rect">
            <a:avLst/>
          </a:prstGeom>
          <a:ln>
            <a:solidFill>
              <a:schemeClr val="tx1"/>
            </a:solidFill>
          </a:ln>
        </p:spPr>
      </p:pic>
    </p:spTree>
    <p:extLst>
      <p:ext uri="{BB962C8B-B14F-4D97-AF65-F5344CB8AC3E}">
        <p14:creationId xmlns:p14="http://schemas.microsoft.com/office/powerpoint/2010/main" val="4072601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12130-6EA9-478E-47EE-C02387E064C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1544252-40BA-DDC6-3D7A-5DC58B8424DC}"/>
              </a:ext>
            </a:extLst>
          </p:cNvPr>
          <p:cNvSpPr>
            <a:spLocks noGrp="1"/>
          </p:cNvSpPr>
          <p:nvPr>
            <p:ph type="title"/>
          </p:nvPr>
        </p:nvSpPr>
        <p:spPr/>
        <p:txBody>
          <a:bodyPr/>
          <a:lstStyle/>
          <a:p>
            <a:r>
              <a:rPr lang="en-GB"/>
              <a:t>Test Results</a:t>
            </a:r>
          </a:p>
        </p:txBody>
      </p:sp>
      <p:sp>
        <p:nvSpPr>
          <p:cNvPr id="4" name="TextBox 3">
            <a:extLst>
              <a:ext uri="{FF2B5EF4-FFF2-40B4-BE49-F238E27FC236}">
                <a16:creationId xmlns:a16="http://schemas.microsoft.com/office/drawing/2014/main" id="{6D6BFA62-4BED-2EC7-42D8-34A2F32FB05F}"/>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07B59C96-D6BE-A7D6-725E-8207C59FA700}"/>
              </a:ext>
            </a:extLst>
          </p:cNvPr>
          <p:cNvSpPr txBox="1"/>
          <p:nvPr/>
        </p:nvSpPr>
        <p:spPr>
          <a:xfrm>
            <a:off x="995364" y="978011"/>
            <a:ext cx="10553508" cy="358816"/>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1600" b="0" i="0" u="none" strike="noStrike" kern="100" cap="none" spc="0" normalizeH="0" baseline="0" noProof="0">
                <a:ln>
                  <a:noFill/>
                </a:ln>
                <a:solidFill>
                  <a:srgbClr val="000000"/>
                </a:solidFill>
                <a:effectLst/>
                <a:uLnTx/>
                <a:uFillTx/>
                <a:latin typeface="Aptos" panose="020F0502020204030204" pitchFamily="34" charset="0"/>
                <a:ea typeface="Aptos" panose="020F0502020204030204" pitchFamily="34" charset="0"/>
                <a:cs typeface="Segoe UI" panose="020B0502040204020203" pitchFamily="34" charset="0"/>
              </a:rPr>
              <a:t>The client secret for MC_Journey_Orchestration_API is updated successfully.</a:t>
            </a:r>
            <a:endParaRPr kumimoji="0" lang="en-US" sz="1600" b="0" i="0" u="none" strike="noStrike" kern="100" cap="none" spc="0" normalizeH="0" baseline="0" noProof="0">
              <a:ln>
                <a:noFill/>
              </a:ln>
              <a:solidFill>
                <a:srgbClr val="000000"/>
              </a:solidFill>
              <a:effectLst/>
              <a:uLnTx/>
              <a:uFillTx/>
              <a:latin typeface="Aptos" panose="020F0502020204030204" pitchFamily="34" charset="0"/>
              <a:ea typeface="Aptos" panose="020F0502020204030204" pitchFamily="34" charset="0"/>
              <a:cs typeface="Times New Roman" panose="02020603050405020304" pitchFamily="18" charset="0"/>
            </a:endParaRPr>
          </a:p>
        </p:txBody>
      </p:sp>
      <p:pic>
        <p:nvPicPr>
          <p:cNvPr id="11" name="Picture 10" descr="06_update_success.png"/>
          <p:cNvPicPr>
            <a:picLocks noChangeAspect="1"/>
          </p:cNvPicPr>
          <p:nvPr/>
        </p:nvPicPr>
        <p:blipFill>
          <a:blip r:embed="rId2"/>
          <a:stretch>
            <a:fillRect/>
          </a:stretch>
        </p:blipFill>
        <p:spPr>
          <a:xfrm>
            <a:off x="3257865" y="1658432"/>
            <a:ext cx="5766352" cy="4126547"/>
          </a:xfrm>
          <a:prstGeom prst="rect">
            <a:avLst/>
          </a:prstGeom>
          <a:ln>
            <a:solidFill>
              <a:schemeClr val="tx1"/>
            </a:solidFill>
          </a:ln>
        </p:spPr>
      </p:pic>
    </p:spTree>
    <p:extLst>
      <p:ext uri="{BB962C8B-B14F-4D97-AF65-F5344CB8AC3E}">
        <p14:creationId xmlns:p14="http://schemas.microsoft.com/office/powerpoint/2010/main" val="4072601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12130-6EA9-478E-47EE-C02387E064C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1544252-40BA-DDC6-3D7A-5DC58B8424DC}"/>
              </a:ext>
            </a:extLst>
          </p:cNvPr>
          <p:cNvSpPr>
            <a:spLocks noGrp="1"/>
          </p:cNvSpPr>
          <p:nvPr>
            <p:ph type="title"/>
          </p:nvPr>
        </p:nvSpPr>
        <p:spPr/>
        <p:txBody>
          <a:bodyPr/>
          <a:lstStyle/>
          <a:p>
            <a:r>
              <a:rPr lang="en-GB"/>
              <a:t>Test Results</a:t>
            </a:r>
          </a:p>
        </p:txBody>
      </p:sp>
      <p:sp>
        <p:nvSpPr>
          <p:cNvPr id="4" name="TextBox 3">
            <a:extLst>
              <a:ext uri="{FF2B5EF4-FFF2-40B4-BE49-F238E27FC236}">
                <a16:creationId xmlns:a16="http://schemas.microsoft.com/office/drawing/2014/main" id="{6D6BFA62-4BED-2EC7-42D8-34A2F32FB05F}"/>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07B59C96-D6BE-A7D6-725E-8207C59FA700}"/>
              </a:ext>
            </a:extLst>
          </p:cNvPr>
          <p:cNvSpPr txBox="1"/>
          <p:nvPr/>
        </p:nvSpPr>
        <p:spPr>
          <a:xfrm>
            <a:off x="995364" y="978011"/>
            <a:ext cx="10553508" cy="358816"/>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1600" b="0" i="0" u="none" strike="noStrike" kern="100" cap="none" spc="0" normalizeH="0" baseline="0" noProof="0">
                <a:ln>
                  <a:noFill/>
                </a:ln>
                <a:solidFill>
                  <a:srgbClr val="000000"/>
                </a:solidFill>
                <a:effectLst/>
                <a:uLnTx/>
                <a:uFillTx/>
                <a:latin typeface="Aptos" panose="020F0502020204030204" pitchFamily="34" charset="0"/>
                <a:ea typeface="Aptos" panose="020F0502020204030204" pitchFamily="34" charset="0"/>
                <a:cs typeface="Segoe UI" panose="020B0502040204020203" pitchFamily="34" charset="0"/>
              </a:rPr>
              <a:t>The Encrypted Client Secret, Client Secret Expiration Date, and Last Modified Date are updated on the existing record.</a:t>
            </a:r>
            <a:endParaRPr kumimoji="0" lang="en-US" sz="1600" b="0" i="0" u="none" strike="noStrike" kern="100" cap="none" spc="0" normalizeH="0" baseline="0" noProof="0">
              <a:ln>
                <a:noFill/>
              </a:ln>
              <a:solidFill>
                <a:srgbClr val="000000"/>
              </a:solidFill>
              <a:effectLst/>
              <a:uLnTx/>
              <a:uFillTx/>
              <a:latin typeface="Aptos" panose="020F0502020204030204" pitchFamily="34" charset="0"/>
              <a:ea typeface="Aptos" panose="020F0502020204030204" pitchFamily="34" charset="0"/>
              <a:cs typeface="Times New Roman" panose="02020603050405020304" pitchFamily="18" charset="0"/>
            </a:endParaRPr>
          </a:p>
        </p:txBody>
      </p:sp>
      <p:pic>
        <p:nvPicPr>
          <p:cNvPr id="11" name="Picture 10" descr="09_de_apidetails_update.png"/>
          <p:cNvPicPr>
            <a:picLocks noChangeAspect="1"/>
          </p:cNvPicPr>
          <p:nvPr/>
        </p:nvPicPr>
        <p:blipFill>
          <a:blip r:embed="rId2"/>
          <a:stretch>
            <a:fillRect/>
          </a:stretch>
        </p:blipFill>
        <p:spPr>
          <a:xfrm>
            <a:off x="1085088" y="1601796"/>
            <a:ext cx="10728960" cy="2510301"/>
          </a:xfrm>
          <a:prstGeom prst="rect">
            <a:avLst/>
          </a:prstGeom>
        </p:spPr>
      </p:pic>
    </p:spTree>
    <p:extLst>
      <p:ext uri="{BB962C8B-B14F-4D97-AF65-F5344CB8AC3E}">
        <p14:creationId xmlns:p14="http://schemas.microsoft.com/office/powerpoint/2010/main" val="4072601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12130-6EA9-478E-47EE-C02387E064C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1544252-40BA-DDC6-3D7A-5DC58B8424DC}"/>
              </a:ext>
            </a:extLst>
          </p:cNvPr>
          <p:cNvSpPr>
            <a:spLocks noGrp="1"/>
          </p:cNvSpPr>
          <p:nvPr>
            <p:ph type="title"/>
          </p:nvPr>
        </p:nvSpPr>
        <p:spPr/>
        <p:txBody>
          <a:bodyPr/>
          <a:lstStyle/>
          <a:p>
            <a:r>
              <a:rPr lang="en-GB"/>
              <a:t>Test Results</a:t>
            </a:r>
          </a:p>
        </p:txBody>
      </p:sp>
      <p:sp>
        <p:nvSpPr>
          <p:cNvPr id="4" name="TextBox 3">
            <a:extLst>
              <a:ext uri="{FF2B5EF4-FFF2-40B4-BE49-F238E27FC236}">
                <a16:creationId xmlns:a16="http://schemas.microsoft.com/office/drawing/2014/main" id="{6D6BFA62-4BED-2EC7-42D8-34A2F32FB05F}"/>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07B59C96-D6BE-A7D6-725E-8207C59FA700}"/>
              </a:ext>
            </a:extLst>
          </p:cNvPr>
          <p:cNvSpPr txBox="1"/>
          <p:nvPr/>
        </p:nvSpPr>
        <p:spPr>
          <a:xfrm>
            <a:off x="995364" y="978011"/>
            <a:ext cx="10553508" cy="358816"/>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1600" b="0" i="0" u="none" strike="noStrike" kern="100" cap="none" spc="0" normalizeH="0" baseline="0" noProof="0" dirty="0">
                <a:ln>
                  <a:noFill/>
                </a:ln>
                <a:solidFill>
                  <a:srgbClr val="000000"/>
                </a:solidFill>
                <a:effectLst/>
                <a:uLnTx/>
                <a:uFillTx/>
                <a:latin typeface="Aptos" panose="020F0502020204030204" pitchFamily="34" charset="0"/>
                <a:ea typeface="Aptos" panose="020F0502020204030204" pitchFamily="34" charset="0"/>
                <a:cs typeface="Segoe UI" panose="020B0502040204020203" pitchFamily="34" charset="0"/>
              </a:rPr>
              <a:t>An Update / Success entry is written to </a:t>
            </a:r>
            <a:r>
              <a:rPr kumimoji="0" lang="en-US" sz="1600" b="0" i="0" u="none" strike="noStrike" kern="100" cap="none" spc="0" normalizeH="0" baseline="0" noProof="0" dirty="0" err="1">
                <a:ln>
                  <a:noFill/>
                </a:ln>
                <a:solidFill>
                  <a:srgbClr val="000000"/>
                </a:solidFill>
                <a:effectLst/>
                <a:uLnTx/>
                <a:uFillTx/>
                <a:latin typeface="Aptos" panose="020F0502020204030204" pitchFamily="34" charset="0"/>
                <a:ea typeface="Aptos" panose="020F0502020204030204" pitchFamily="34" charset="0"/>
                <a:cs typeface="Segoe UI" panose="020B0502040204020203" pitchFamily="34" charset="0"/>
              </a:rPr>
              <a:t>API_Credential_Audit_Log</a:t>
            </a:r>
            <a:r>
              <a:rPr kumimoji="0" lang="en-US" sz="1600" b="0" i="0" u="none" strike="noStrike" kern="100" cap="none" spc="0" normalizeH="0" baseline="0" noProof="0" dirty="0">
                <a:ln>
                  <a:noFill/>
                </a:ln>
                <a:solidFill>
                  <a:srgbClr val="000000"/>
                </a:solidFill>
                <a:effectLst/>
                <a:uLnTx/>
                <a:uFillTx/>
                <a:latin typeface="Aptos" panose="020F0502020204030204" pitchFamily="34" charset="0"/>
                <a:ea typeface="Aptos" panose="020F0502020204030204" pitchFamily="34" charset="0"/>
                <a:cs typeface="Segoe UI" panose="020B0502040204020203" pitchFamily="34" charset="0"/>
              </a:rPr>
              <a:t> DE, recorded against hgupta21@kpmg.com.</a:t>
            </a:r>
            <a:endParaRPr kumimoji="0" lang="en-US" sz="1600" b="0" i="0" u="none" strike="noStrike" kern="100" cap="none" spc="0" normalizeH="0" baseline="0" noProof="0" dirty="0">
              <a:ln>
                <a:noFill/>
              </a:ln>
              <a:solidFill>
                <a:srgbClr val="000000"/>
              </a:solidFill>
              <a:effectLst/>
              <a:uLnTx/>
              <a:uFillTx/>
              <a:latin typeface="Aptos" panose="020F0502020204030204" pitchFamily="34" charset="0"/>
              <a:ea typeface="Aptos" panose="020F0502020204030204" pitchFamily="34" charset="0"/>
              <a:cs typeface="Times New Roman" panose="02020603050405020304" pitchFamily="18" charset="0"/>
            </a:endParaRPr>
          </a:p>
        </p:txBody>
      </p:sp>
      <p:pic>
        <p:nvPicPr>
          <p:cNvPr id="11" name="Picture 10" descr="10_de_auditlog_update.png"/>
          <p:cNvPicPr>
            <a:picLocks noChangeAspect="1"/>
          </p:cNvPicPr>
          <p:nvPr/>
        </p:nvPicPr>
        <p:blipFill>
          <a:blip r:embed="rId2"/>
          <a:stretch>
            <a:fillRect/>
          </a:stretch>
        </p:blipFill>
        <p:spPr>
          <a:xfrm>
            <a:off x="1085088" y="1636183"/>
            <a:ext cx="10728960" cy="2441526"/>
          </a:xfrm>
          <a:prstGeom prst="rect">
            <a:avLst/>
          </a:prstGeom>
        </p:spPr>
      </p:pic>
    </p:spTree>
    <p:extLst>
      <p:ext uri="{BB962C8B-B14F-4D97-AF65-F5344CB8AC3E}">
        <p14:creationId xmlns:p14="http://schemas.microsoft.com/office/powerpoint/2010/main" val="4072601249"/>
      </p:ext>
    </p:extLst>
  </p:cSld>
  <p:clrMapOvr>
    <a:masterClrMapping/>
  </p:clrMapOvr>
</p:sld>
</file>

<file path=ppt/theme/theme1.xml><?xml version="1.0" encoding="utf-8"?>
<a:theme xmlns:a="http://schemas.openxmlformats.org/drawingml/2006/main" name="KPMG Widescreen [16:9] Feb 2022">
  <a:themeElements>
    <a:clrScheme name="Custom Option">
      <a:dk1>
        <a:srgbClr val="000000"/>
      </a:dk1>
      <a:lt1>
        <a:sysClr val="window" lastClr="FFFFFF"/>
      </a:lt1>
      <a:dk2>
        <a:srgbClr val="00338D"/>
      </a:dk2>
      <a:lt2>
        <a:srgbClr val="ACEAFF"/>
      </a:lt2>
      <a:accent1>
        <a:srgbClr val="1E49E2"/>
      </a:accent1>
      <a:accent2>
        <a:srgbClr val="00338D"/>
      </a:accent2>
      <a:accent3>
        <a:srgbClr val="0C233C"/>
      </a:accent3>
      <a:accent4>
        <a:srgbClr val="00B8F5"/>
      </a:accent4>
      <a:accent5>
        <a:srgbClr val="7213EA"/>
      </a:accent5>
      <a:accent6>
        <a:srgbClr val="FD349C"/>
      </a:accent6>
      <a:hlink>
        <a:srgbClr val="1E49E2"/>
      </a:hlink>
      <a:folHlink>
        <a:srgbClr val="098E80"/>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15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alt">
      <a:srgbClr val="1E49E2"/>
    </a:custClr>
    <a:custClr name="Pacific Blue">
      <a:srgbClr val="00B8F5"/>
    </a:custClr>
    <a:custClr name="Purple">
      <a:srgbClr val="7213EA"/>
    </a:custClr>
    <a:custClr name="Dark Blue">
      <a:srgbClr val="0C233C"/>
    </a:custClr>
    <a:custClr name="Light Blue">
      <a:srgbClr val="ACEAFF"/>
    </a:custClr>
    <a:custClr name="Pink">
      <a:srgbClr val="FD349C"/>
    </a:custClr>
    <a:custClr name="Blank">
      <a:srgbClr val="FFFFFF"/>
    </a:custClr>
    <a:custClr name="Blank">
      <a:srgbClr val="FFFFFF"/>
    </a:custClr>
    <a:custClr name="Blank">
      <a:srgbClr val="FFFFFF"/>
    </a:custClr>
    <a:custClr name="Blue">
      <a:srgbClr val="76D2FF"/>
    </a:custClr>
    <a:custClr name="Dark Purple">
      <a:srgbClr val="510DBC"/>
    </a:custClr>
    <a:custClr name="Light Purple">
      <a:srgbClr val="B497FF"/>
    </a:custClr>
    <a:custClr name="Dark Pink">
      <a:srgbClr val="AB0D82"/>
    </a:custClr>
    <a:custClr name="Light Pink">
      <a:srgbClr val="FFA3DA"/>
    </a:custClr>
    <a:custClr name="Dark Green">
      <a:srgbClr val="098E7E"/>
    </a:custClr>
    <a:custClr name="Green">
      <a:srgbClr val="00C0AE"/>
    </a:custClr>
    <a:custClr name="Light Green">
      <a:srgbClr val="63EBDA"/>
    </a:custClr>
    <a:custClr name="Blank">
      <a:srgbClr val="FFFFFF"/>
    </a:custClr>
    <a:custClr name="Blank">
      <a:srgbClr val="FFFFFF"/>
    </a:custClr>
    <a:custClr name="Gray 1">
      <a:srgbClr val="333333"/>
    </a:custClr>
    <a:custClr name="Gray 2">
      <a:srgbClr val="666666"/>
    </a:custClr>
    <a:custClr name="Gray 3">
      <a:srgbClr val="989898"/>
    </a:custClr>
    <a:custClr name="Gray 4">
      <a:srgbClr val="B2B2B2"/>
    </a:custClr>
    <a:custClr name="Gray 5">
      <a:srgbClr val="E5E5E5"/>
    </a:custClr>
    <a:custClr name="Blank">
      <a:srgbClr val="FFFFF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KPMG Widescreen Standard Template.potx" id="{383F1974-0399-428C-9939-D1E0A82C8A69}" vid="{3A2833AF-76FB-43DE-A3D4-20538A7057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972</Words>
  <Application>Microsoft Office PowerPoint</Application>
  <PresentationFormat>Widescreen</PresentationFormat>
  <Paragraphs>78</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Narrow</vt:lpstr>
      <vt:lpstr>Arial</vt:lpstr>
      <vt:lpstr>KPMG Bold</vt:lpstr>
      <vt:lpstr>KPMG Widescreen [16:9] Feb 2022</vt:lpstr>
      <vt:lpstr>API Credential Encryption Tool</vt:lpstr>
      <vt:lpstr>Overview</vt:lpstr>
      <vt:lpstr>Data Extension: API_Details</vt:lpstr>
      <vt:lpstr>Data Extension: API_Credential_Audit_Log</vt:lpstr>
      <vt:lpstr>Cloud Page: API Credential Encryption Tool — Authentication &amp; Access Control</vt:lpstr>
      <vt:lpstr>Cloud Page: API Credential Encryption Tool — Add New Package</vt:lpstr>
      <vt:lpstr>Cloud Page: API Credential Encryption Tool — Update Existing Package</vt:lpstr>
      <vt:lpstr>Test Results</vt:lpstr>
      <vt:lpstr>Test Results</vt:lpstr>
      <vt:lpstr>Test Results</vt:lpstr>
      <vt:lpstr>Test Results</vt:lpstr>
      <vt:lpstr>Test Results</vt:lpstr>
      <vt:lpstr>Test Results</vt:lpstr>
      <vt:lpstr>Test Results</vt:lpstr>
      <vt:lpstr>Test Results</vt:lpstr>
      <vt:lpstr>Test Results</vt:lpstr>
      <vt:lpstr>Test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Gupta, Himanshu</dc:creator>
  <cp:lastModifiedBy>Himanshu Gupta</cp:lastModifiedBy>
  <cp:revision>5</cp:revision>
  <dcterms:created xsi:type="dcterms:W3CDTF">2026-08-17T08:19:47Z</dcterms:created>
  <dcterms:modified xsi:type="dcterms:W3CDTF">2026-09-10T20:08:26Z</dcterms:modified>
</cp:coreProperties>
</file>